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3.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ED95_84F7A703.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06" r:id="rId4"/>
    <p:sldMasterId id="2147484569" r:id="rId5"/>
    <p:sldMasterId id="2147484602" r:id="rId6"/>
    <p:sldMasterId id="2147484636" r:id="rId7"/>
  </p:sldMasterIdLst>
  <p:notesMasterIdLst>
    <p:notesMasterId r:id="rId40"/>
  </p:notesMasterIdLst>
  <p:handoutMasterIdLst>
    <p:handoutMasterId r:id="rId41"/>
  </p:handoutMasterIdLst>
  <p:sldIdLst>
    <p:sldId id="319" r:id="rId8"/>
    <p:sldId id="2147479047" r:id="rId9"/>
    <p:sldId id="2147479048" r:id="rId10"/>
    <p:sldId id="2147478933" r:id="rId11"/>
    <p:sldId id="326" r:id="rId12"/>
    <p:sldId id="327" r:id="rId13"/>
    <p:sldId id="2147474644" r:id="rId14"/>
    <p:sldId id="331" r:id="rId15"/>
    <p:sldId id="333" r:id="rId16"/>
    <p:sldId id="334" r:id="rId17"/>
    <p:sldId id="2147474657" r:id="rId18"/>
    <p:sldId id="2147474642" r:id="rId19"/>
    <p:sldId id="2147474662" r:id="rId20"/>
    <p:sldId id="346" r:id="rId21"/>
    <p:sldId id="345" r:id="rId22"/>
    <p:sldId id="2147474634" r:id="rId23"/>
    <p:sldId id="336" r:id="rId24"/>
    <p:sldId id="330" r:id="rId25"/>
    <p:sldId id="2147474658" r:id="rId26"/>
    <p:sldId id="2147474635" r:id="rId27"/>
    <p:sldId id="2147474631" r:id="rId28"/>
    <p:sldId id="2147474638" r:id="rId29"/>
    <p:sldId id="287" r:id="rId30"/>
    <p:sldId id="2147474636" r:id="rId31"/>
    <p:sldId id="322" r:id="rId32"/>
    <p:sldId id="2147474661" r:id="rId33"/>
    <p:sldId id="2147474639" r:id="rId34"/>
    <p:sldId id="2147474643" r:id="rId35"/>
    <p:sldId id="2147474659" r:id="rId36"/>
    <p:sldId id="332" r:id="rId37"/>
    <p:sldId id="338" r:id="rId38"/>
    <p:sldId id="337" r:id="rId39"/>
  </p:sldIdLst>
  <p:sldSz cx="9144000" cy="5143500" type="screen16x9"/>
  <p:notesSz cx="7315200" cy="9601200"/>
  <p:defaultTextStyle>
    <a:defPPr>
      <a:defRPr lang="en-US"/>
    </a:defPPr>
    <a:lvl1pPr marL="0" algn="l" defTabSz="457174" rtl="0" eaLnBrk="1" latinLnBrk="0" hangingPunct="1">
      <a:defRPr sz="1800" kern="1200">
        <a:solidFill>
          <a:schemeClr val="tx1"/>
        </a:solidFill>
        <a:latin typeface="+mn-lt"/>
        <a:ea typeface="+mn-ea"/>
        <a:cs typeface="+mn-cs"/>
      </a:defRPr>
    </a:lvl1pPr>
    <a:lvl2pPr marL="457174" algn="l" defTabSz="457174" rtl="0" eaLnBrk="1" latinLnBrk="0" hangingPunct="1">
      <a:defRPr sz="1800" kern="1200">
        <a:solidFill>
          <a:schemeClr val="tx1"/>
        </a:solidFill>
        <a:latin typeface="+mn-lt"/>
        <a:ea typeface="+mn-ea"/>
        <a:cs typeface="+mn-cs"/>
      </a:defRPr>
    </a:lvl2pPr>
    <a:lvl3pPr marL="914348" algn="l" defTabSz="457174" rtl="0" eaLnBrk="1" latinLnBrk="0" hangingPunct="1">
      <a:defRPr sz="1800" kern="1200">
        <a:solidFill>
          <a:schemeClr val="tx1"/>
        </a:solidFill>
        <a:latin typeface="+mn-lt"/>
        <a:ea typeface="+mn-ea"/>
        <a:cs typeface="+mn-cs"/>
      </a:defRPr>
    </a:lvl3pPr>
    <a:lvl4pPr marL="1371523" algn="l" defTabSz="457174" rtl="0" eaLnBrk="1" latinLnBrk="0" hangingPunct="1">
      <a:defRPr sz="1800" kern="1200">
        <a:solidFill>
          <a:schemeClr val="tx1"/>
        </a:solidFill>
        <a:latin typeface="+mn-lt"/>
        <a:ea typeface="+mn-ea"/>
        <a:cs typeface="+mn-cs"/>
      </a:defRPr>
    </a:lvl4pPr>
    <a:lvl5pPr marL="1828698" algn="l" defTabSz="457174" rtl="0" eaLnBrk="1" latinLnBrk="0" hangingPunct="1">
      <a:defRPr sz="1800" kern="1200">
        <a:solidFill>
          <a:schemeClr val="tx1"/>
        </a:solidFill>
        <a:latin typeface="+mn-lt"/>
        <a:ea typeface="+mn-ea"/>
        <a:cs typeface="+mn-cs"/>
      </a:defRPr>
    </a:lvl5pPr>
    <a:lvl6pPr marL="2285872" algn="l" defTabSz="457174" rtl="0" eaLnBrk="1" latinLnBrk="0" hangingPunct="1">
      <a:defRPr sz="1800" kern="1200">
        <a:solidFill>
          <a:schemeClr val="tx1"/>
        </a:solidFill>
        <a:latin typeface="+mn-lt"/>
        <a:ea typeface="+mn-ea"/>
        <a:cs typeface="+mn-cs"/>
      </a:defRPr>
    </a:lvl6pPr>
    <a:lvl7pPr marL="2743046" algn="l" defTabSz="457174" rtl="0" eaLnBrk="1" latinLnBrk="0" hangingPunct="1">
      <a:defRPr sz="1800" kern="1200">
        <a:solidFill>
          <a:schemeClr val="tx1"/>
        </a:solidFill>
        <a:latin typeface="+mn-lt"/>
        <a:ea typeface="+mn-ea"/>
        <a:cs typeface="+mn-cs"/>
      </a:defRPr>
    </a:lvl7pPr>
    <a:lvl8pPr marL="3200220" algn="l" defTabSz="457174" rtl="0" eaLnBrk="1" latinLnBrk="0" hangingPunct="1">
      <a:defRPr sz="1800" kern="1200">
        <a:solidFill>
          <a:schemeClr val="tx1"/>
        </a:solidFill>
        <a:latin typeface="+mn-lt"/>
        <a:ea typeface="+mn-ea"/>
        <a:cs typeface="+mn-cs"/>
      </a:defRPr>
    </a:lvl8pPr>
    <a:lvl9pPr marL="3657394" algn="l" defTabSz="45717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st Be Presented" id="{BA149635-ED1D-4C3A-A867-E5C34C5068B4}">
          <p14:sldIdLst>
            <p14:sldId id="319"/>
            <p14:sldId id="2147479047"/>
            <p14:sldId id="2147479048"/>
            <p14:sldId id="2147478933"/>
            <p14:sldId id="326"/>
            <p14:sldId id="327"/>
            <p14:sldId id="2147474644"/>
            <p14:sldId id="331"/>
            <p14:sldId id="333"/>
            <p14:sldId id="334"/>
            <p14:sldId id="2147474657"/>
            <p14:sldId id="2147474642"/>
          </p14:sldIdLst>
        </p14:section>
        <p14:section name="Only Present If Required" id="{33653FD0-824E-492D-AEF9-0053D3175C55}">
          <p14:sldIdLst>
            <p14:sldId id="2147474662"/>
            <p14:sldId id="346"/>
            <p14:sldId id="345"/>
            <p14:sldId id="2147474634"/>
            <p14:sldId id="336"/>
            <p14:sldId id="330"/>
            <p14:sldId id="2147474658"/>
            <p14:sldId id="2147474635"/>
            <p14:sldId id="2147474631"/>
            <p14:sldId id="2147474638"/>
            <p14:sldId id="287"/>
            <p14:sldId id="2147474636"/>
            <p14:sldId id="322"/>
          </p14:sldIdLst>
        </p14:section>
        <p14:section name="Pre-Read Only" id="{63F2FA23-EFC8-4044-87F5-9E982666A890}">
          <p14:sldIdLst>
            <p14:sldId id="2147474661"/>
            <p14:sldId id="2147474639"/>
            <p14:sldId id="2147474643"/>
            <p14:sldId id="2147474659"/>
            <p14:sldId id="332"/>
            <p14:sldId id="338"/>
            <p14:sldId id="33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F8F098-5C42-0E82-D34D-3A85093823E2}" name="Kang Guan Guy" initials="KGG" userId="S-1-5-21-592541541-3038525560-1254390659-4226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i Bravo" initials="AB" lastIdx="19" clrIdx="0">
    <p:extLst>
      <p:ext uri="{19B8F6BF-5375-455C-9EA6-DF929625EA0E}">
        <p15:presenceInfo xmlns:p15="http://schemas.microsoft.com/office/powerpoint/2012/main" userId="S::ali.bravo@ni.com::e81d3dd2-3d75-436e-af54-77084de9b142" providerId="AD"/>
      </p:ext>
    </p:extLst>
  </p:cmAuthor>
  <p:cmAuthor id="2" name="Komal Buyo" initials="KB" lastIdx="1" clrIdx="1">
    <p:extLst>
      <p:ext uri="{19B8F6BF-5375-455C-9EA6-DF929625EA0E}">
        <p15:presenceInfo xmlns:p15="http://schemas.microsoft.com/office/powerpoint/2012/main" userId="S::komal.buyo@ni.com::28b0ae8f-5cc4-481e-923b-ce59735e572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5B77D"/>
    <a:srgbClr val="D9D9D9"/>
    <a:srgbClr val="00B777"/>
    <a:srgbClr val="009B65"/>
    <a:srgbClr val="BCBFC1"/>
    <a:srgbClr val="444344"/>
    <a:srgbClr val="089970"/>
    <a:srgbClr val="7F7F7F"/>
    <a:srgbClr val="00B978"/>
    <a:srgbClr val="56B8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EEA91B-3996-414D-D47F-981EF622FEBA}" v="7" dt="2026-06-18T14:56:24.619"/>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9" d="100"/>
          <a:sy n="189" d="100"/>
        </p:scale>
        <p:origin x="174"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ffman, Ian" userId="S::ian.hoffman@emerson.com::2e7e4e21-8c00-480f-a358-c20ea88b8731" providerId="AD" clId="Web-{92EEA91B-3996-414D-D47F-981EF622FEBA}"/>
    <pc:docChg chg="modSld">
      <pc:chgData name="Hoffman, Ian" userId="S::ian.hoffman@emerson.com::2e7e4e21-8c00-480f-a358-c20ea88b8731" providerId="AD" clId="Web-{92EEA91B-3996-414D-D47F-981EF622FEBA}" dt="2026-06-18T14:56:24.619" v="3" actId="1076"/>
      <pc:docMkLst>
        <pc:docMk/>
      </pc:docMkLst>
      <pc:sldChg chg="modSp">
        <pc:chgData name="Hoffman, Ian" userId="S::ian.hoffman@emerson.com::2e7e4e21-8c00-480f-a358-c20ea88b8731" providerId="AD" clId="Web-{92EEA91B-3996-414D-D47F-981EF622FEBA}" dt="2026-06-18T14:56:24.619" v="3" actId="1076"/>
        <pc:sldMkLst>
          <pc:docMk/>
          <pc:sldMk cId="1425845523" sldId="319"/>
        </pc:sldMkLst>
        <pc:spChg chg="mod">
          <ac:chgData name="Hoffman, Ian" userId="S::ian.hoffman@emerson.com::2e7e4e21-8c00-480f-a358-c20ea88b8731" providerId="AD" clId="Web-{92EEA91B-3996-414D-D47F-981EF622FEBA}" dt="2026-06-18T14:56:24.619" v="3" actId="1076"/>
          <ac:spMkLst>
            <pc:docMk/>
            <pc:sldMk cId="1425845523" sldId="319"/>
            <ac:spMk id="2" creationId="{BFABC2A6-3086-0690-9B72-60A6C5389D0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a:t>541116B-00 test station utilization with transferred products (IFT and FVT)</a:t>
            </a:r>
          </a:p>
        </c:rich>
      </c:tx>
      <c:layout>
        <c:manualLayout>
          <c:xMode val="edge"/>
          <c:yMode val="edge"/>
          <c:x val="0.16776476787615413"/>
          <c:y val="2.0682961148604632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hu-HU"/>
        </a:p>
      </c:txPr>
    </c:title>
    <c:autoTitleDeleted val="0"/>
    <c:plotArea>
      <c:layout>
        <c:manualLayout>
          <c:layoutTarget val="inner"/>
          <c:xMode val="edge"/>
          <c:yMode val="edge"/>
          <c:x val="9.8189727618415157E-2"/>
          <c:y val="0.13202791785193649"/>
          <c:w val="0.88620566002603951"/>
          <c:h val="0.5359631117961362"/>
        </c:manualLayout>
      </c:layout>
      <c:barChart>
        <c:barDir val="col"/>
        <c:grouping val="stacked"/>
        <c:varyColors val="0"/>
        <c:ser>
          <c:idx val="0"/>
          <c:order val="2"/>
          <c:tx>
            <c:strRef>
              <c:f>Munka1!$B$21</c:f>
              <c:strCache>
                <c:ptCount val="1"/>
                <c:pt idx="0">
                  <c:v>Transactional load</c:v>
                </c:pt>
              </c:strCache>
            </c:strRef>
          </c:tx>
          <c:spPr>
            <a:solidFill>
              <a:schemeClr val="accent1"/>
            </a:solidFill>
            <a:ln>
              <a:noFill/>
            </a:ln>
            <a:effectLst/>
          </c:spPr>
          <c:invertIfNegative val="0"/>
          <c:cat>
            <c:strRef>
              <c:f>Munka1!$C$20:$AL$20</c:f>
              <c:strCache>
                <c:ptCount val="36"/>
                <c:pt idx="0">
                  <c:v>25M01</c:v>
                </c:pt>
                <c:pt idx="1">
                  <c:v>25M02</c:v>
                </c:pt>
                <c:pt idx="2">
                  <c:v>25M03</c:v>
                </c:pt>
                <c:pt idx="3">
                  <c:v>25M04</c:v>
                </c:pt>
                <c:pt idx="4">
                  <c:v>25M05</c:v>
                </c:pt>
                <c:pt idx="5">
                  <c:v>25M06</c:v>
                </c:pt>
                <c:pt idx="6">
                  <c:v>25M07</c:v>
                </c:pt>
                <c:pt idx="7">
                  <c:v>25M08</c:v>
                </c:pt>
                <c:pt idx="8">
                  <c:v>25M09</c:v>
                </c:pt>
                <c:pt idx="9">
                  <c:v>25M10</c:v>
                </c:pt>
                <c:pt idx="10">
                  <c:v>25M11</c:v>
                </c:pt>
                <c:pt idx="11">
                  <c:v>25M12</c:v>
                </c:pt>
                <c:pt idx="12">
                  <c:v>26M01</c:v>
                </c:pt>
                <c:pt idx="13">
                  <c:v>26M02</c:v>
                </c:pt>
                <c:pt idx="14">
                  <c:v>26M03</c:v>
                </c:pt>
                <c:pt idx="15">
                  <c:v>26M04</c:v>
                </c:pt>
                <c:pt idx="16">
                  <c:v>26M05</c:v>
                </c:pt>
                <c:pt idx="17">
                  <c:v>26M06</c:v>
                </c:pt>
                <c:pt idx="18">
                  <c:v>26M07</c:v>
                </c:pt>
                <c:pt idx="19">
                  <c:v>26M08</c:v>
                </c:pt>
                <c:pt idx="20">
                  <c:v>26M09</c:v>
                </c:pt>
                <c:pt idx="21">
                  <c:v>26M10</c:v>
                </c:pt>
                <c:pt idx="22">
                  <c:v>26M11</c:v>
                </c:pt>
                <c:pt idx="23">
                  <c:v>26M12</c:v>
                </c:pt>
                <c:pt idx="24">
                  <c:v>27M01</c:v>
                </c:pt>
                <c:pt idx="25">
                  <c:v>27M02</c:v>
                </c:pt>
                <c:pt idx="26">
                  <c:v>27M03</c:v>
                </c:pt>
                <c:pt idx="27">
                  <c:v>27M04</c:v>
                </c:pt>
                <c:pt idx="28">
                  <c:v>27M05</c:v>
                </c:pt>
                <c:pt idx="29">
                  <c:v>27M06</c:v>
                </c:pt>
                <c:pt idx="30">
                  <c:v>27M07</c:v>
                </c:pt>
                <c:pt idx="31">
                  <c:v>27M08</c:v>
                </c:pt>
                <c:pt idx="32">
                  <c:v>27M09</c:v>
                </c:pt>
                <c:pt idx="33">
                  <c:v>27M10</c:v>
                </c:pt>
                <c:pt idx="34">
                  <c:v>27M11</c:v>
                </c:pt>
                <c:pt idx="35">
                  <c:v>27M12</c:v>
                </c:pt>
              </c:strCache>
            </c:strRef>
          </c:cat>
          <c:val>
            <c:numRef>
              <c:f>Munka1!$C$21:$AL$21</c:f>
              <c:numCache>
                <c:formatCode>0%</c:formatCode>
                <c:ptCount val="36"/>
                <c:pt idx="0">
                  <c:v>0.1081</c:v>
                </c:pt>
                <c:pt idx="1">
                  <c:v>0.1431</c:v>
                </c:pt>
                <c:pt idx="2">
                  <c:v>9.5399999999999999E-2</c:v>
                </c:pt>
                <c:pt idx="3">
                  <c:v>0.1535</c:v>
                </c:pt>
                <c:pt idx="4">
                  <c:v>0.20200000000000001</c:v>
                </c:pt>
                <c:pt idx="5">
                  <c:v>6.8900000000000003E-2</c:v>
                </c:pt>
                <c:pt idx="6">
                  <c:v>0.17</c:v>
                </c:pt>
                <c:pt idx="7">
                  <c:v>0.193</c:v>
                </c:pt>
                <c:pt idx="8">
                  <c:v>8.5000000000000006E-2</c:v>
                </c:pt>
                <c:pt idx="9">
                  <c:v>0.1812</c:v>
                </c:pt>
                <c:pt idx="10">
                  <c:v>0.13689999999999999</c:v>
                </c:pt>
                <c:pt idx="11">
                  <c:v>0.17460000000000001</c:v>
                </c:pt>
                <c:pt idx="12">
                  <c:v>0.13400000000000001</c:v>
                </c:pt>
                <c:pt idx="13">
                  <c:v>0.12989999999999999</c:v>
                </c:pt>
                <c:pt idx="14">
                  <c:v>0.14849999999999999</c:v>
                </c:pt>
                <c:pt idx="15">
                  <c:v>0.12790000000000001</c:v>
                </c:pt>
                <c:pt idx="16">
                  <c:v>0.12989999999999999</c:v>
                </c:pt>
                <c:pt idx="17">
                  <c:v>0.1147</c:v>
                </c:pt>
                <c:pt idx="18">
                  <c:v>0.15440000000000001</c:v>
                </c:pt>
                <c:pt idx="19">
                  <c:v>0.13070000000000001</c:v>
                </c:pt>
                <c:pt idx="20">
                  <c:v>0.13250000000000001</c:v>
                </c:pt>
                <c:pt idx="21">
                  <c:v>0.1305</c:v>
                </c:pt>
                <c:pt idx="22">
                  <c:v>0.12720000000000001</c:v>
                </c:pt>
                <c:pt idx="23">
                  <c:v>0</c:v>
                </c:pt>
                <c:pt idx="24">
                  <c:v>0.14070000000000002</c:v>
                </c:pt>
                <c:pt idx="25">
                  <c:v>0.13639499999999999</c:v>
                </c:pt>
                <c:pt idx="26">
                  <c:v>0.15592500000000001</c:v>
                </c:pt>
                <c:pt idx="27">
                  <c:v>0.13429500000000003</c:v>
                </c:pt>
                <c:pt idx="28">
                  <c:v>0.13639499999999999</c:v>
                </c:pt>
                <c:pt idx="29">
                  <c:v>0.120435</c:v>
                </c:pt>
                <c:pt idx="30">
                  <c:v>0.16212000000000001</c:v>
                </c:pt>
                <c:pt idx="31">
                  <c:v>0.13723500000000002</c:v>
                </c:pt>
                <c:pt idx="32">
                  <c:v>0.13912500000000003</c:v>
                </c:pt>
                <c:pt idx="33">
                  <c:v>0.13702500000000001</c:v>
                </c:pt>
                <c:pt idx="34">
                  <c:v>0.13356000000000001</c:v>
                </c:pt>
                <c:pt idx="35">
                  <c:v>0</c:v>
                </c:pt>
              </c:numCache>
            </c:numRef>
          </c:val>
          <c:extLst>
            <c:ext xmlns:c16="http://schemas.microsoft.com/office/drawing/2014/chart" uri="{C3380CC4-5D6E-409C-BE32-E72D297353CC}">
              <c16:uniqueId val="{00000000-D5A1-41FD-B219-B7BDF79F8B6F}"/>
            </c:ext>
          </c:extLst>
        </c:ser>
        <c:ser>
          <c:idx val="1"/>
          <c:order val="3"/>
          <c:tx>
            <c:strRef>
              <c:f>Munka1!$B$29</c:f>
              <c:strCache>
                <c:ptCount val="1"/>
                <c:pt idx="0">
                  <c:v>AED ASA ML</c:v>
                </c:pt>
              </c:strCache>
            </c:strRef>
          </c:tx>
          <c:spPr>
            <a:solidFill>
              <a:srgbClr val="8ED973"/>
            </a:solidFill>
            <a:ln>
              <a:noFill/>
            </a:ln>
            <a:effectLst/>
          </c:spPr>
          <c:invertIfNegative val="0"/>
          <c:val>
            <c:numRef>
              <c:f>Munka1!$C$29:$AL$29</c:f>
              <c:numCache>
                <c:formatCode>0.0%</c:formatCode>
                <c:ptCount val="36"/>
                <c:pt idx="0">
                  <c:v>0</c:v>
                </c:pt>
                <c:pt idx="1">
                  <c:v>0</c:v>
                </c:pt>
                <c:pt idx="2">
                  <c:v>0</c:v>
                </c:pt>
                <c:pt idx="3">
                  <c:v>0</c:v>
                </c:pt>
                <c:pt idx="4">
                  <c:v>0</c:v>
                </c:pt>
                <c:pt idx="5">
                  <c:v>0</c:v>
                </c:pt>
                <c:pt idx="6">
                  <c:v>0</c:v>
                </c:pt>
                <c:pt idx="7">
                  <c:v>0</c:v>
                </c:pt>
                <c:pt idx="8">
                  <c:v>0</c:v>
                </c:pt>
                <c:pt idx="9">
                  <c:v>5.207738095238096E-3</c:v>
                </c:pt>
                <c:pt idx="10">
                  <c:v>4.9597222222222221E-3</c:v>
                </c:pt>
                <c:pt idx="11">
                  <c:v>5.207738095238096E-3</c:v>
                </c:pt>
                <c:pt idx="12">
                  <c:v>4.9597222222222221E-3</c:v>
                </c:pt>
                <c:pt idx="13">
                  <c:v>5.207738095238096E-3</c:v>
                </c:pt>
                <c:pt idx="14">
                  <c:v>4.9597222222222221E-3</c:v>
                </c:pt>
                <c:pt idx="15">
                  <c:v>5.207738095238096E-3</c:v>
                </c:pt>
                <c:pt idx="16">
                  <c:v>4.9597222222222221E-3</c:v>
                </c:pt>
                <c:pt idx="17">
                  <c:v>5.207738095238096E-3</c:v>
                </c:pt>
                <c:pt idx="18">
                  <c:v>4.9597222222222221E-3</c:v>
                </c:pt>
                <c:pt idx="19">
                  <c:v>5.207738095238096E-3</c:v>
                </c:pt>
                <c:pt idx="20">
                  <c:v>4.9597222222222221E-3</c:v>
                </c:pt>
                <c:pt idx="21">
                  <c:v>5.207738095238096E-3</c:v>
                </c:pt>
                <c:pt idx="22">
                  <c:v>4.9597222222222221E-3</c:v>
                </c:pt>
                <c:pt idx="23">
                  <c:v>5.207738095238096E-3</c:v>
                </c:pt>
                <c:pt idx="24" formatCode="0%">
                  <c:v>4.9597222222222221E-3</c:v>
                </c:pt>
                <c:pt idx="25" formatCode="0%">
                  <c:v>5.207738095238096E-3</c:v>
                </c:pt>
                <c:pt idx="26" formatCode="0%">
                  <c:v>4.9597222222222221E-3</c:v>
                </c:pt>
                <c:pt idx="27" formatCode="0%">
                  <c:v>5.207738095238096E-3</c:v>
                </c:pt>
                <c:pt idx="28" formatCode="0%">
                  <c:v>4.9597222222222221E-3</c:v>
                </c:pt>
                <c:pt idx="29" formatCode="0%">
                  <c:v>5.207738095238096E-3</c:v>
                </c:pt>
                <c:pt idx="30" formatCode="0%">
                  <c:v>4.9597222222222221E-3</c:v>
                </c:pt>
                <c:pt idx="31" formatCode="0%">
                  <c:v>5.207738095238096E-3</c:v>
                </c:pt>
                <c:pt idx="32" formatCode="0%">
                  <c:v>4.9597222222222221E-3</c:v>
                </c:pt>
                <c:pt idx="33" formatCode="0%">
                  <c:v>5.207738095238096E-3</c:v>
                </c:pt>
                <c:pt idx="34" formatCode="0%">
                  <c:v>4.9597222222222221E-3</c:v>
                </c:pt>
                <c:pt idx="35" formatCode="0%">
                  <c:v>5.207738095238096E-3</c:v>
                </c:pt>
              </c:numCache>
            </c:numRef>
          </c:val>
          <c:extLst>
            <c:ext xmlns:c16="http://schemas.microsoft.com/office/drawing/2014/chart" uri="{C3380CC4-5D6E-409C-BE32-E72D297353CC}">
              <c16:uniqueId val="{00000001-D5A1-41FD-B219-B7BDF79F8B6F}"/>
            </c:ext>
          </c:extLst>
        </c:ser>
        <c:ser>
          <c:idx val="4"/>
          <c:order val="4"/>
          <c:tx>
            <c:strRef>
              <c:f>Munka1!$B$36</c:f>
              <c:strCache>
                <c:ptCount val="1"/>
                <c:pt idx="0">
                  <c:v>Basilisk</c:v>
                </c:pt>
              </c:strCache>
            </c:strRef>
          </c:tx>
          <c:spPr>
            <a:solidFill>
              <a:schemeClr val="accent4">
                <a:lumMod val="60000"/>
                <a:lumOff val="40000"/>
              </a:schemeClr>
            </a:solidFill>
            <a:ln>
              <a:noFill/>
            </a:ln>
            <a:effectLst/>
          </c:spPr>
          <c:invertIfNegative val="0"/>
          <c:val>
            <c:numRef>
              <c:f>Munka1!$C$36:$AL$36</c:f>
              <c:numCache>
                <c:formatCode>0.0%</c:formatCode>
                <c:ptCount val="36"/>
                <c:pt idx="0">
                  <c:v>0</c:v>
                </c:pt>
                <c:pt idx="1">
                  <c:v>0</c:v>
                </c:pt>
                <c:pt idx="2">
                  <c:v>0</c:v>
                </c:pt>
                <c:pt idx="3">
                  <c:v>0</c:v>
                </c:pt>
                <c:pt idx="4">
                  <c:v>0</c:v>
                </c:pt>
                <c:pt idx="5">
                  <c:v>0</c:v>
                </c:pt>
                <c:pt idx="6">
                  <c:v>0</c:v>
                </c:pt>
                <c:pt idx="7">
                  <c:v>0</c:v>
                </c:pt>
                <c:pt idx="8">
                  <c:v>0</c:v>
                </c:pt>
                <c:pt idx="9">
                  <c:v>5.9517857142857141E-3</c:v>
                </c:pt>
                <c:pt idx="10">
                  <c:v>6.1998015873015871E-3</c:v>
                </c:pt>
                <c:pt idx="11">
                  <c:v>5.9517857142857141E-3</c:v>
                </c:pt>
                <c:pt idx="12">
                  <c:v>6.1998015873015871E-3</c:v>
                </c:pt>
                <c:pt idx="13">
                  <c:v>5.9517857142857141E-3</c:v>
                </c:pt>
                <c:pt idx="14">
                  <c:v>6.1998015873015871E-3</c:v>
                </c:pt>
                <c:pt idx="15">
                  <c:v>5.9517857142857141E-3</c:v>
                </c:pt>
                <c:pt idx="16">
                  <c:v>6.1998015873015871E-3</c:v>
                </c:pt>
                <c:pt idx="17">
                  <c:v>5.9517857142857141E-3</c:v>
                </c:pt>
                <c:pt idx="18">
                  <c:v>6.1998015873015871E-3</c:v>
                </c:pt>
                <c:pt idx="19">
                  <c:v>5.9517857142857141E-3</c:v>
                </c:pt>
                <c:pt idx="20">
                  <c:v>6.1998015873015871E-3</c:v>
                </c:pt>
                <c:pt idx="21">
                  <c:v>5.9517857142857141E-3</c:v>
                </c:pt>
                <c:pt idx="22">
                  <c:v>6.1998015873015871E-3</c:v>
                </c:pt>
                <c:pt idx="23">
                  <c:v>5.9517857142857141E-3</c:v>
                </c:pt>
                <c:pt idx="24" formatCode="0%">
                  <c:v>6.1998015873015871E-3</c:v>
                </c:pt>
                <c:pt idx="25" formatCode="0%">
                  <c:v>5.9517857142857141E-3</c:v>
                </c:pt>
                <c:pt idx="26" formatCode="0%">
                  <c:v>6.1998015873015871E-3</c:v>
                </c:pt>
                <c:pt idx="27" formatCode="0%">
                  <c:v>5.9517857142857141E-3</c:v>
                </c:pt>
                <c:pt idx="28" formatCode="0%">
                  <c:v>6.1998015873015871E-3</c:v>
                </c:pt>
                <c:pt idx="29" formatCode="0%">
                  <c:v>5.9517857142857141E-3</c:v>
                </c:pt>
                <c:pt idx="30" formatCode="0%">
                  <c:v>6.1998015873015871E-3</c:v>
                </c:pt>
                <c:pt idx="31" formatCode="0%">
                  <c:v>5.9517857142857141E-3</c:v>
                </c:pt>
                <c:pt idx="32" formatCode="0%">
                  <c:v>6.1998015873015871E-3</c:v>
                </c:pt>
                <c:pt idx="33" formatCode="0%">
                  <c:v>5.9517857142857141E-3</c:v>
                </c:pt>
                <c:pt idx="34" formatCode="0%">
                  <c:v>6.1998015873015871E-3</c:v>
                </c:pt>
                <c:pt idx="35" formatCode="0%">
                  <c:v>5.9517857142857141E-3</c:v>
                </c:pt>
              </c:numCache>
            </c:numRef>
          </c:val>
          <c:extLst>
            <c:ext xmlns:c16="http://schemas.microsoft.com/office/drawing/2014/chart" uri="{C3380CC4-5D6E-409C-BE32-E72D297353CC}">
              <c16:uniqueId val="{00000002-D5A1-41FD-B219-B7BDF79F8B6F}"/>
            </c:ext>
          </c:extLst>
        </c:ser>
        <c:dLbls>
          <c:showLegendKey val="0"/>
          <c:showVal val="0"/>
          <c:showCatName val="0"/>
          <c:showSerName val="0"/>
          <c:showPercent val="0"/>
          <c:showBubbleSize val="0"/>
        </c:dLbls>
        <c:gapWidth val="150"/>
        <c:overlap val="100"/>
        <c:axId val="415335407"/>
        <c:axId val="771572655"/>
      </c:barChart>
      <c:lineChart>
        <c:grouping val="standard"/>
        <c:varyColors val="0"/>
        <c:ser>
          <c:idx val="2"/>
          <c:order val="0"/>
          <c:tx>
            <c:strRef>
              <c:f>Munka1!$B$12</c:f>
              <c:strCache>
                <c:ptCount val="1"/>
                <c:pt idx="0">
                  <c:v>2 shift/5 days (70% availability) AH limit</c:v>
                </c:pt>
              </c:strCache>
            </c:strRef>
          </c:tx>
          <c:spPr>
            <a:ln w="19050" cap="rnd">
              <a:solidFill>
                <a:schemeClr val="accent3"/>
              </a:solidFill>
              <a:round/>
            </a:ln>
            <a:effectLst/>
          </c:spPr>
          <c:marker>
            <c:symbol val="none"/>
          </c:marker>
          <c:val>
            <c:numRef>
              <c:f>Munka1!$C$12:$AL$12</c:f>
              <c:numCache>
                <c:formatCode>0%</c:formatCode>
                <c:ptCount val="36"/>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numCache>
            </c:numRef>
          </c:val>
          <c:smooth val="0"/>
          <c:extLst>
            <c:ext xmlns:c16="http://schemas.microsoft.com/office/drawing/2014/chart" uri="{C3380CC4-5D6E-409C-BE32-E72D297353CC}">
              <c16:uniqueId val="{00000003-D5A1-41FD-B219-B7BDF79F8B6F}"/>
            </c:ext>
          </c:extLst>
        </c:ser>
        <c:ser>
          <c:idx val="3"/>
          <c:order val="1"/>
          <c:tx>
            <c:strRef>
              <c:f>Munka1!$B$13</c:f>
              <c:strCache>
                <c:ptCount val="1"/>
                <c:pt idx="0">
                  <c:v>2 shift/6 days (70% availability) AH limit</c:v>
                </c:pt>
              </c:strCache>
            </c:strRef>
          </c:tx>
          <c:spPr>
            <a:ln w="19050" cap="rnd">
              <a:solidFill>
                <a:schemeClr val="accent4"/>
              </a:solidFill>
              <a:round/>
            </a:ln>
            <a:effectLst/>
          </c:spPr>
          <c:marker>
            <c:symbol val="none"/>
          </c:marker>
          <c:val>
            <c:numRef>
              <c:f>Munka1!$C$13:$AL$13</c:f>
              <c:numCache>
                <c:formatCode>0%</c:formatCode>
                <c:ptCount val="36"/>
                <c:pt idx="0">
                  <c:v>1.2</c:v>
                </c:pt>
                <c:pt idx="1">
                  <c:v>1.2</c:v>
                </c:pt>
                <c:pt idx="2">
                  <c:v>1.2</c:v>
                </c:pt>
                <c:pt idx="3">
                  <c:v>1.2</c:v>
                </c:pt>
                <c:pt idx="4">
                  <c:v>1.2</c:v>
                </c:pt>
                <c:pt idx="5">
                  <c:v>1.2</c:v>
                </c:pt>
                <c:pt idx="6">
                  <c:v>1.2</c:v>
                </c:pt>
                <c:pt idx="7">
                  <c:v>1.2</c:v>
                </c:pt>
                <c:pt idx="8">
                  <c:v>1.2</c:v>
                </c:pt>
                <c:pt idx="9">
                  <c:v>1.2</c:v>
                </c:pt>
                <c:pt idx="10">
                  <c:v>1.2</c:v>
                </c:pt>
                <c:pt idx="11">
                  <c:v>1.2</c:v>
                </c:pt>
                <c:pt idx="12">
                  <c:v>1.2</c:v>
                </c:pt>
                <c:pt idx="13">
                  <c:v>1.2</c:v>
                </c:pt>
                <c:pt idx="14">
                  <c:v>1.2</c:v>
                </c:pt>
                <c:pt idx="15">
                  <c:v>1.2</c:v>
                </c:pt>
                <c:pt idx="16">
                  <c:v>1.2</c:v>
                </c:pt>
                <c:pt idx="17">
                  <c:v>1.2</c:v>
                </c:pt>
                <c:pt idx="18">
                  <c:v>1.2</c:v>
                </c:pt>
                <c:pt idx="19">
                  <c:v>1.2</c:v>
                </c:pt>
                <c:pt idx="20">
                  <c:v>1.2</c:v>
                </c:pt>
                <c:pt idx="21">
                  <c:v>1.2</c:v>
                </c:pt>
                <c:pt idx="22">
                  <c:v>1.2</c:v>
                </c:pt>
                <c:pt idx="23">
                  <c:v>1.2</c:v>
                </c:pt>
                <c:pt idx="24">
                  <c:v>1.2</c:v>
                </c:pt>
                <c:pt idx="25">
                  <c:v>1.2</c:v>
                </c:pt>
                <c:pt idx="26">
                  <c:v>1.2</c:v>
                </c:pt>
                <c:pt idx="27">
                  <c:v>1.2</c:v>
                </c:pt>
                <c:pt idx="28">
                  <c:v>1.2</c:v>
                </c:pt>
                <c:pt idx="29">
                  <c:v>1.2</c:v>
                </c:pt>
                <c:pt idx="30">
                  <c:v>1.2</c:v>
                </c:pt>
                <c:pt idx="31">
                  <c:v>1.2</c:v>
                </c:pt>
                <c:pt idx="32">
                  <c:v>1.2</c:v>
                </c:pt>
                <c:pt idx="33">
                  <c:v>1.2</c:v>
                </c:pt>
                <c:pt idx="34">
                  <c:v>1.2</c:v>
                </c:pt>
                <c:pt idx="35">
                  <c:v>1.2</c:v>
                </c:pt>
              </c:numCache>
            </c:numRef>
          </c:val>
          <c:smooth val="0"/>
          <c:extLst>
            <c:ext xmlns:c16="http://schemas.microsoft.com/office/drawing/2014/chart" uri="{C3380CC4-5D6E-409C-BE32-E72D297353CC}">
              <c16:uniqueId val="{00000004-D5A1-41FD-B219-B7BDF79F8B6F}"/>
            </c:ext>
          </c:extLst>
        </c:ser>
        <c:dLbls>
          <c:showLegendKey val="0"/>
          <c:showVal val="0"/>
          <c:showCatName val="0"/>
          <c:showSerName val="0"/>
          <c:showPercent val="0"/>
          <c:showBubbleSize val="0"/>
        </c:dLbls>
        <c:marker val="1"/>
        <c:smooth val="0"/>
        <c:axId val="415335407"/>
        <c:axId val="771572655"/>
      </c:lineChart>
      <c:catAx>
        <c:axId val="4153354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u-HU"/>
          </a:p>
        </c:txPr>
        <c:crossAx val="771572655"/>
        <c:crosses val="autoZero"/>
        <c:auto val="1"/>
        <c:lblAlgn val="ctr"/>
        <c:lblOffset val="100"/>
        <c:noMultiLvlLbl val="0"/>
      </c:catAx>
      <c:valAx>
        <c:axId val="771572655"/>
        <c:scaling>
          <c:orientation val="minMax"/>
          <c:max val="0.2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hu-HU"/>
                  <a:t>Utilization (%)</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hu-HU"/>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hu-HU"/>
          </a:p>
        </c:txPr>
        <c:crossAx val="4153354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hu-H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1"/>
      </a:solidFill>
      <a:round/>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ED95_84F7A703.xml><?xml version="1.0" encoding="utf-8"?>
<p188:cmLst xmlns:a="http://schemas.openxmlformats.org/drawingml/2006/main" xmlns:r="http://schemas.openxmlformats.org/officeDocument/2006/relationships" xmlns:p188="http://schemas.microsoft.com/office/powerpoint/2018/8/main">
  <p188:cm id="{8F2605E0-2A62-4A26-8720-112890E1F196}" authorId="{F2F8F098-5C42-0E82-D34D-3A85093823E2}" created="2026-08-05T07:35:52.052">
    <ac:txMkLst xmlns:ac="http://schemas.microsoft.com/office/drawing/2013/main/command">
      <pc:docMk xmlns:pc="http://schemas.microsoft.com/office/powerpoint/2013/main/command"/>
      <pc:sldMk xmlns:pc="http://schemas.microsoft.com/office/powerpoint/2013/main/command" cId="2230822659" sldId="2147478933"/>
      <ac:graphicFrameMk id="7" creationId="{4A5F7375-A2B9-C565-E7BB-A43663B1B1D1}"/>
      <ac:tblMk/>
      <ac:tcMk rowId="3273174724" colId="2499996021"/>
      <ac:txMk cp="0" len="10">
        <ac:context len="11" hash="427271019"/>
      </ac:txMk>
    </ac:txMkLst>
    <p188:pos x="652899" y="376319"/>
    <p188:txBody>
      <a:bodyPr/>
      <a:lstStyle/>
      <a:p>
        <a:r>
          <a:rPr lang="en-MY"/>
          <a:t>Will it need Driver Update? 
InsCal, Universal Driver and etc? 
(TE) Whether TE need to update the driver on the test image?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5C068D-F996-1645-A9E8-65BA99BAA7A5}"/>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8D73313-6D10-204F-A1E4-2C21D064B257}"/>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A76A8CA6-AC93-1A45-968B-5E561F851A1E}" type="datetimeFigureOut">
              <a:rPr lang="en-US" smtClean="0"/>
              <a:t>8/5/2026</a:t>
            </a:fld>
            <a:endParaRPr lang="en-US"/>
          </a:p>
        </p:txBody>
      </p:sp>
      <p:sp>
        <p:nvSpPr>
          <p:cNvPr id="4" name="Footer Placeholder 3">
            <a:extLst>
              <a:ext uri="{FF2B5EF4-FFF2-40B4-BE49-F238E27FC236}">
                <a16:creationId xmlns:a16="http://schemas.microsoft.com/office/drawing/2014/main" id="{F03A0D98-29E5-9948-9272-4FB2490DACF3}"/>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CD319E-B77A-AE40-B11E-113EE661CE83}"/>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9A8F2F64-3531-F444-BE8E-4BEB92BA5603}" type="slidenum">
              <a:rPr lang="en-US" smtClean="0"/>
              <a:t>‹#›</a:t>
            </a:fld>
            <a:endParaRPr lang="en-US"/>
          </a:p>
        </p:txBody>
      </p:sp>
    </p:spTree>
    <p:extLst>
      <p:ext uri="{BB962C8B-B14F-4D97-AF65-F5344CB8AC3E}">
        <p14:creationId xmlns:p14="http://schemas.microsoft.com/office/powerpoint/2010/main" val="8780848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59BDC0DA-3244-F74F-BE9A-A91C3A1A5798}" type="datetimeFigureOut">
              <a:rPr lang="en-US" smtClean="0"/>
              <a:t>8/5/2026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8F89D540-4D23-2A47-B174-D2FEEAC0865F}" type="slidenum">
              <a:rPr lang="en-US" smtClean="0"/>
              <a:t>‹#›</a:t>
            </a:fld>
            <a:endParaRPr lang="en-US"/>
          </a:p>
        </p:txBody>
      </p:sp>
    </p:spTree>
    <p:extLst>
      <p:ext uri="{BB962C8B-B14F-4D97-AF65-F5344CB8AC3E}">
        <p14:creationId xmlns:p14="http://schemas.microsoft.com/office/powerpoint/2010/main" val="80299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merson.sharepoint.com/sites/TM-ManufacturingTest/SitePages/Manufacturing-Test-Property-of-Test-(POT)-Units.aspx?xsdata=MDV8MDJ8fDYwNjY4Nzg5YWU5NTRmOTEwMDUwMDhkZGNlYzdkMDhmfGViMDY5ODVkMDZjYTRhMTc4MWRhNjI5YWI5OWY2NTA1fDB8MHw2Mzg4OTQwNzk3NDkzMjQ4ODB8VW5rbm93bnxWR1ZoYlhOVFpXTjFjbWwwZVZObGNuWnBZMlY4ZXlKRFFTSTZJbFJsWVcxelgwRlVVRk5sY25acFkyVmZVMUJQVEU5R0lpd2lWaUk2SWpBdU1DNHdNREF3SWl3aVVDSTZJbGRwYmpNeUlpd2lRVTRpT2lKUGRHaGxjaUlzSWxkVUlqb3hNWDA9fDF8TDJOb1lYUnpMekU1T2pKbE4yVTBaVEl4TFRoak1EQXRORGd3WmkxaE16VTRMV015TUdWaE9EaGlPRGN6TVY5bE0yWXhPVEprTXkwNU5qaG1MVFJqWTJVdE9EZzNPUzB6TURoall6SmxNVFU1T1RGQWRXNXhMbWRpYkM1emNHRmpaWE12YldWemMyRm5aWE12TVRjMU16Z3hNVEUzTkRZMU1RPT18ZDQ2MzE2ZmM0MWIxNDg5ODc3NDcwOGRkY2VjN2QwOGV8NjUyNzk5YWFhNjQwNGNmYmI5ODg4N2NjNzI3MGQ5MjI%3D&amp;sdata=M0ZsNWJNampVUUV4T2poME1TMXA1N2JCRDdqK085c2FoVUpteVpNTkJZUT0%3D&amp;ovuser=eb06985d-06ca-4a17-81da-629ab99f6505%2Cian.hoffman%40emerson.com#purchasing-pot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forms.office.com/r/79QqY2E3iE"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niecho.natinst.com/part/attachments/380800175/380800177"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ev.azure.com/ni/DevCentral/_workitems/edit/3044261"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dev.azure.com/ni/DevCentral/_workitems/edit/3044250" TargetMode="External"/><Relationship Id="rId4" Type="http://schemas.openxmlformats.org/officeDocument/2006/relationships/hyperlink" Target="https://dev.azure.com/ni/DevCentral/_workitems/edit/3044254"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mn-lt"/>
                <a:ea typeface="+mn-ea"/>
                <a:cs typeface="+mn-cs"/>
              </a:rPr>
              <a:t>This may take multiple slides and should be pulled from content created by the design team / product planning. Focus on the aspects impacting Mfg.</a:t>
            </a:r>
          </a:p>
          <a:p>
            <a:endParaRPr lang="en-US"/>
          </a:p>
        </p:txBody>
      </p:sp>
      <p:sp>
        <p:nvSpPr>
          <p:cNvPr id="4" name="Slide Number Placeholder 3"/>
          <p:cNvSpPr>
            <a:spLocks noGrp="1"/>
          </p:cNvSpPr>
          <p:nvPr>
            <p:ph type="sldNum" sz="quarter" idx="5"/>
          </p:nvPr>
        </p:nvSpPr>
        <p:spPr/>
        <p:txBody>
          <a:bodyPr/>
          <a:lstStyle/>
          <a:p>
            <a:fld id="{8F89D540-4D23-2A47-B174-D2FEEAC0865F}" type="slidenum">
              <a:rPr lang="en-US" smtClean="0"/>
              <a:t>3</a:t>
            </a:fld>
            <a:endParaRPr lang="en-US"/>
          </a:p>
        </p:txBody>
      </p:sp>
    </p:spTree>
    <p:extLst>
      <p:ext uri="{BB962C8B-B14F-4D97-AF65-F5344CB8AC3E}">
        <p14:creationId xmlns:p14="http://schemas.microsoft.com/office/powerpoint/2010/main" val="2068530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US" sz="2000"/>
              <a:t>Think about safe mode</a:t>
            </a:r>
          </a:p>
          <a:p>
            <a:r>
              <a:rPr lang="en-US" sz="2000"/>
              <a:t>Expired password may not work? </a:t>
            </a:r>
          </a:p>
          <a:p>
            <a:r>
              <a:rPr lang="en-US" sz="2000"/>
              <a:t>Set via serial console Jörg</a:t>
            </a:r>
          </a:p>
          <a:p>
            <a:r>
              <a:rPr lang="en-US" sz="2000"/>
              <a:t>Also console secured by password?</a:t>
            </a:r>
          </a:p>
          <a:p>
            <a:r>
              <a:rPr lang="en-US" sz="2000"/>
              <a:t>USRP is not usable until password set?</a:t>
            </a:r>
          </a:p>
          <a:p>
            <a:r>
              <a:rPr lang="en-US" sz="2000"/>
              <a:t>User management root user?</a:t>
            </a:r>
          </a:p>
          <a:p>
            <a:endParaRPr lang="en-US"/>
          </a:p>
        </p:txBody>
      </p:sp>
      <p:sp>
        <p:nvSpPr>
          <p:cNvPr id="4" name="Slide Number Placeholder 3"/>
          <p:cNvSpPr>
            <a:spLocks noGrp="1"/>
          </p:cNvSpPr>
          <p:nvPr>
            <p:ph type="sldNum" sz="quarter" idx="5"/>
          </p:nvPr>
        </p:nvSpPr>
        <p:spPr/>
        <p:txBody>
          <a:bodyPr/>
          <a:lstStyle/>
          <a:p>
            <a:fld id="{D06B116C-1CAD-49E2-B44E-AB4A995DEB2E}" type="slidenum">
              <a:rPr lang="en-US" smtClean="0"/>
              <a:pPr/>
              <a:t>4</a:t>
            </a:fld>
            <a:endParaRPr lang="en-US"/>
          </a:p>
        </p:txBody>
      </p:sp>
    </p:spTree>
    <p:extLst>
      <p:ext uri="{BB962C8B-B14F-4D97-AF65-F5344CB8AC3E}">
        <p14:creationId xmlns:p14="http://schemas.microsoft.com/office/powerpoint/2010/main" val="2797004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mn-lt"/>
                <a:ea typeface="+mn-ea"/>
                <a:cs typeface="+mn-cs"/>
              </a:rPr>
              <a:t>This is copied from the HW Features Proposal NPD document and is highly recommended you use the exact same table here for clear communication</a:t>
            </a:r>
          </a:p>
        </p:txBody>
      </p:sp>
      <p:sp>
        <p:nvSpPr>
          <p:cNvPr id="4" name="Slide Number Placeholder 3"/>
          <p:cNvSpPr>
            <a:spLocks noGrp="1"/>
          </p:cNvSpPr>
          <p:nvPr>
            <p:ph type="sldNum" sz="quarter" idx="5"/>
          </p:nvPr>
        </p:nvSpPr>
        <p:spPr/>
        <p:txBody>
          <a:bodyPr/>
          <a:lstStyle/>
          <a:p>
            <a:fld id="{8F89D540-4D23-2A47-B174-D2FEEAC0865F}" type="slidenum">
              <a:rPr lang="en-US" smtClean="0"/>
              <a:t>5</a:t>
            </a:fld>
            <a:endParaRPr lang="en-US"/>
          </a:p>
        </p:txBody>
      </p:sp>
    </p:spTree>
    <p:extLst>
      <p:ext uri="{BB962C8B-B14F-4D97-AF65-F5344CB8AC3E}">
        <p14:creationId xmlns:p14="http://schemas.microsoft.com/office/powerpoint/2010/main" val="4127956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mn-lt"/>
                <a:ea typeface="+mn-ea"/>
                <a:cs typeface="+mn-cs"/>
              </a:rPr>
              <a:t>This may take multiple slides</a:t>
            </a:r>
          </a:p>
          <a:p>
            <a:endParaRPr lang="en-US" sz="1800" b="0" i="0" u="none" strike="noStrike">
              <a:solidFill>
                <a:srgbClr val="000000"/>
              </a:solidFill>
              <a:effectLst/>
              <a:latin typeface="Calibri" panose="020F0502020204030204" pitchFamily="34" charset="0"/>
            </a:endParaRPr>
          </a:p>
          <a:p>
            <a:r>
              <a:rPr lang="en-US" sz="1800" b="1" i="0" u="sng" strike="noStrike">
                <a:solidFill>
                  <a:srgbClr val="000000"/>
                </a:solidFill>
                <a:effectLst/>
                <a:latin typeface="Calibri" panose="020F0502020204030204" pitchFamily="34" charset="0"/>
              </a:rPr>
              <a:t>Key Requirements</a:t>
            </a:r>
          </a:p>
          <a:p>
            <a:r>
              <a:rPr lang="en-US" sz="1800" b="0" i="0" u="none" strike="noStrike">
                <a:solidFill>
                  <a:srgbClr val="000000"/>
                </a:solidFill>
                <a:effectLst/>
                <a:latin typeface="Calibri" panose="020F0502020204030204" pitchFamily="34" charset="0"/>
              </a:rPr>
              <a:t>If we are leveraging an existing test solution (HW, SW) it's reliability discussed and agreed that it's OK to use for future products. Review the following items:</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Failure rates/Failures</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Manufacturing issues</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IQE</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CAR</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Users (test operators, techs) feedback</a:t>
            </a:r>
          </a:p>
          <a:p>
            <a:endParaRPr lang="en-US" sz="18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List of new equipment, instruments plan to be used.</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Be sure the lifecycle is released for all of the equipment planned to be used for the design.</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If it is EOL, </a:t>
            </a:r>
            <a:r>
              <a:rPr lang="en-US" sz="1800" b="0" i="0" u="none" strike="noStrike" err="1">
                <a:solidFill>
                  <a:srgbClr val="000000"/>
                </a:solidFill>
                <a:effectLst/>
                <a:latin typeface="Calibri" panose="020F0502020204030204" pitchFamily="34" charset="0"/>
              </a:rPr>
              <a:t>PhaseOut</a:t>
            </a:r>
            <a:r>
              <a:rPr lang="en-US" sz="1800" b="0" i="0" u="none" strike="noStrike">
                <a:solidFill>
                  <a:srgbClr val="000000"/>
                </a:solidFill>
                <a:effectLst/>
                <a:latin typeface="Calibri" panose="020F0502020204030204" pitchFamily="34" charset="0"/>
              </a:rPr>
              <a:t>, LTB or Obsolete, detail a mitigation plan for replacement with owner, dates and cost.</a:t>
            </a:r>
          </a:p>
          <a:p>
            <a:endParaRPr lang="en-US" sz="18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Understanding test solution's infrastructure need. If it requires any extra beside of the existing one on the MFG floors, actions are defined for MFG Test Engineer with timeline to be sure it will be set up by the TVR.</a:t>
            </a:r>
            <a:endParaRPr lang="en-US" sz="4000" b="0" i="0" u="none" strike="noStrike">
              <a:solidFill>
                <a:srgbClr val="000000"/>
              </a:solidFill>
              <a:effectLst/>
              <a:latin typeface="Calibri" panose="020F0502020204030204" pitchFamily="34" charset="0"/>
            </a:endParaRPr>
          </a:p>
          <a:p>
            <a:endParaRPr lang="en-US" sz="40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Understand if test solution requires any special knowledge which need to be adopted by MFG Test Engineer before TVR. List in training need section (row 54)</a:t>
            </a:r>
          </a:p>
          <a:p>
            <a:endParaRPr lang="en-US" sz="1800" b="0" i="0" u="none" strike="noStrike">
              <a:solidFill>
                <a:srgbClr val="00000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Calibri" panose="020F0502020204030204" pitchFamily="34" charset="0"/>
              </a:rPr>
              <a:t>If the product is composed of multiple CCAs, the CCA Test Coverage Plan must be agreed upon by all parties</a:t>
            </a:r>
          </a:p>
          <a:p>
            <a:endParaRPr lang="en-US" sz="40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Level and complexity of test operator involvement during the test are understood</a:t>
            </a:r>
          </a:p>
          <a:p>
            <a:endParaRPr lang="en-US" sz="18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Calibration cycles and calibration capabilities understood (inhouse vs. 3rd party calibration)</a:t>
            </a:r>
            <a:r>
              <a:rPr lang="en-US" sz="2800"/>
              <a:t> </a:t>
            </a:r>
            <a:endParaRPr lang="en-US" sz="18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Share all possible test design options</a:t>
            </a:r>
            <a:endParaRPr lang="en-US" sz="2800" b="0" i="0" u="none" strike="noStrike">
              <a:solidFill>
                <a:srgbClr val="000000"/>
              </a:solidFill>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8F89D540-4D23-2A47-B174-D2FEEAC0865F}" type="slidenum">
              <a:rPr lang="en-US" smtClean="0"/>
              <a:t>6</a:t>
            </a:fld>
            <a:endParaRPr lang="en-US"/>
          </a:p>
        </p:txBody>
      </p:sp>
    </p:spTree>
    <p:extLst>
      <p:ext uri="{BB962C8B-B14F-4D97-AF65-F5344CB8AC3E}">
        <p14:creationId xmlns:p14="http://schemas.microsoft.com/office/powerpoint/2010/main" val="2456381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 / All product forecasts should use the “Unconstrained Upside” scenario. This will come from the Planning Team.</a:t>
            </a:r>
          </a:p>
          <a:p>
            <a:r>
              <a:rPr lang="en-US"/>
              <a:t>Forward-looking station capacity should include:</a:t>
            </a:r>
          </a:p>
          <a:p>
            <a:pPr marL="685800" lvl="1" indent="-228600">
              <a:buFont typeface="+mj-lt"/>
              <a:buAutoNum type="arabicPeriod"/>
            </a:pPr>
            <a:r>
              <a:rPr lang="en-US"/>
              <a:t>Expected capacity at project release (for each asset) with delta due to the new product(s)</a:t>
            </a:r>
          </a:p>
          <a:p>
            <a:pPr marL="685800" lvl="1" indent="-228600">
              <a:buFont typeface="+mj-lt"/>
              <a:buAutoNum type="arabicPeriod"/>
            </a:pPr>
            <a:r>
              <a:rPr lang="en-US"/>
              <a:t>Expected capacity at Ship &amp; Ramp exit (for each asset) with delta due to the new product(s)</a:t>
            </a:r>
          </a:p>
          <a:p>
            <a:endParaRPr lang="en-US"/>
          </a:p>
          <a:p>
            <a:r>
              <a:rPr lang="en-US"/>
              <a:t>Provide an additional visualization for station utilization with the y-axis at 100% if necessary to communicate risk.</a:t>
            </a:r>
          </a:p>
          <a:p>
            <a:endParaRPr lang="en-US"/>
          </a:p>
          <a:p>
            <a:r>
              <a:rPr lang="en-US"/>
              <a:t>Product's forecast, Test time &amp; Failure rate estimations provided</a:t>
            </a:r>
          </a:p>
          <a:p>
            <a:r>
              <a:rPr lang="en-US"/>
              <a:t>Test capacity is adequate to process the projected forecasts. This includes test station, test kits, and any related equipment. (Be sure that calculation contain all existing volume running on test equipment and the possibility of product cannibalization)</a:t>
            </a:r>
          </a:p>
          <a:p>
            <a:r>
              <a:rPr lang="en-US"/>
              <a:t>If test capacity not enough duplication plan provided, including cost, timeline, and resources</a:t>
            </a:r>
          </a:p>
          <a:p>
            <a:r>
              <a:rPr lang="en-US"/>
              <a:t>Plan to have a debug solution (separate from Test solution) for product debugging purposes discussed</a:t>
            </a:r>
          </a:p>
          <a:p>
            <a:r>
              <a:rPr lang="en-US"/>
              <a:t>Plan to have test solution debugging tools (including HW, SW) discussed</a:t>
            </a:r>
          </a:p>
        </p:txBody>
      </p:sp>
      <p:sp>
        <p:nvSpPr>
          <p:cNvPr id="4" name="Slide Number Placeholder 3"/>
          <p:cNvSpPr>
            <a:spLocks noGrp="1"/>
          </p:cNvSpPr>
          <p:nvPr>
            <p:ph type="sldNum" sz="quarter" idx="5"/>
          </p:nvPr>
        </p:nvSpPr>
        <p:spPr/>
        <p:txBody>
          <a:bodyPr/>
          <a:lstStyle/>
          <a:p>
            <a:fld id="{8F89D540-4D23-2A47-B174-D2FEEAC0865F}" type="slidenum">
              <a:rPr lang="en-US" smtClean="0"/>
              <a:t>7</a:t>
            </a:fld>
            <a:endParaRPr lang="en-US"/>
          </a:p>
        </p:txBody>
      </p:sp>
    </p:spTree>
    <p:extLst>
      <p:ext uri="{BB962C8B-B14F-4D97-AF65-F5344CB8AC3E}">
        <p14:creationId xmlns:p14="http://schemas.microsoft.com/office/powerpoint/2010/main" val="2856197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Work with Project Manager on the Debug equipment and POT costs.</a:t>
            </a:r>
          </a:p>
          <a:p>
            <a:r>
              <a:rPr lang="en-US" sz="1200" kern="1200">
                <a:solidFill>
                  <a:schemeClr val="tx1"/>
                </a:solidFill>
                <a:latin typeface="+mn-lt"/>
                <a:ea typeface="+mn-ea"/>
                <a:cs typeface="+mn-cs"/>
              </a:rPr>
              <a:t>Work with </a:t>
            </a:r>
            <a:r>
              <a:rPr lang="en-US" sz="1200" kern="1200" err="1">
                <a:solidFill>
                  <a:schemeClr val="tx1"/>
                </a:solidFill>
                <a:latin typeface="+mn-lt"/>
                <a:ea typeface="+mn-ea"/>
                <a:cs typeface="+mn-cs"/>
              </a:rPr>
              <a:t>Mfg</a:t>
            </a:r>
            <a:r>
              <a:rPr lang="en-US" sz="1200" kern="1200">
                <a:solidFill>
                  <a:schemeClr val="tx1"/>
                </a:solidFill>
                <a:latin typeface="+mn-lt"/>
                <a:ea typeface="+mn-ea"/>
                <a:cs typeface="+mn-cs"/>
              </a:rPr>
              <a:t> counterpart on infrastructure costs.</a:t>
            </a:r>
            <a:endParaRPr lang="en-US" sz="1200" kern="1200">
              <a:solidFill>
                <a:schemeClr val="tx1"/>
              </a:solidFill>
              <a:latin typeface="+mn-lt"/>
              <a:ea typeface="Calibri"/>
              <a:cs typeface="Calibri"/>
            </a:endParaRPr>
          </a:p>
          <a:p>
            <a:endParaRPr lang="en-US"/>
          </a:p>
          <a:p>
            <a:r>
              <a:rPr lang="en-US" b="1" i="0" u="sng"/>
              <a:t>Key Requirements</a:t>
            </a:r>
            <a:endParaRPr lang="en-US" b="1" i="0" u="sng">
              <a:ea typeface="Calibri"/>
              <a:cs typeface="Calibri"/>
            </a:endParaRPr>
          </a:p>
          <a:p>
            <a:r>
              <a:rPr lang="en-US" sz="1800" b="0" i="0" u="none" strike="noStrike">
                <a:solidFill>
                  <a:srgbClr val="000000"/>
                </a:solidFill>
                <a:effectLst/>
                <a:latin typeface="Calibri"/>
                <a:ea typeface="Calibri"/>
                <a:cs typeface="Calibri"/>
              </a:rPr>
              <a:t>Capital equipment cost is captured in the TSDR slides.</a:t>
            </a:r>
            <a:r>
              <a:rPr lang="en-US"/>
              <a:t> </a:t>
            </a:r>
            <a:endParaRPr lang="en-US">
              <a:ea typeface="Calibri"/>
              <a:cs typeface="Calibri"/>
            </a:endParaRPr>
          </a:p>
          <a:p>
            <a:r>
              <a:rPr lang="en-US"/>
              <a:t>CAPN request(s) have been created in TETRA and are content-complete.</a:t>
            </a:r>
            <a:endParaRPr lang="en-US">
              <a:cs typeface="Calibri" panose="020F0502020204030204"/>
            </a:endParaRPr>
          </a:p>
          <a:p>
            <a:pPr marL="742950" lvl="1" indent="-285750">
              <a:buFont typeface="Courier New"/>
              <a:buChar char="o"/>
            </a:pPr>
            <a:r>
              <a:rPr lang="en-US"/>
              <a:t>All CAPNs have been reviewed by R&amp;D Test and </a:t>
            </a:r>
            <a:r>
              <a:rPr lang="en-US" err="1"/>
              <a:t>Mfg</a:t>
            </a:r>
            <a:r>
              <a:rPr lang="en-US"/>
              <a:t> Test.</a:t>
            </a:r>
          </a:p>
          <a:p>
            <a:pPr marL="742950" lvl="1" indent="-285750">
              <a:buFont typeface="Courier New"/>
              <a:buChar char="o"/>
            </a:pPr>
            <a:r>
              <a:rPr lang="en-US"/>
              <a:t>CAPN(s) should be ready for final approval prior to TSDR meeting.</a:t>
            </a:r>
            <a:endParaRPr lang="en-US">
              <a:cs typeface="Calibri" panose="020F0502020204030204"/>
            </a:endParaRPr>
          </a:p>
          <a:p>
            <a:r>
              <a:rPr lang="en-US" b="0" i="0" u="none"/>
              <a:t>Document all CAPN numbers and project numbers within the slides</a:t>
            </a:r>
            <a:endParaRPr lang="en-US" b="0" i="0" u="none">
              <a:cs typeface="Calibri"/>
            </a:endParaRPr>
          </a:p>
          <a:p>
            <a:r>
              <a:rPr lang="en-US" sz="1800" b="0" i="0" u="none" strike="noStrike">
                <a:solidFill>
                  <a:srgbClr val="000000"/>
                </a:solidFill>
                <a:effectLst/>
                <a:latin typeface="Calibri" panose="020F0502020204030204" pitchFamily="34" charset="0"/>
              </a:rPr>
              <a:t>Estimation for annual maintenance cost (including calibration, spares)</a:t>
            </a:r>
          </a:p>
          <a:p>
            <a:r>
              <a:rPr lang="en-US">
                <a:solidFill>
                  <a:srgbClr val="323130"/>
                </a:solidFill>
                <a:hlinkClick r:id="rId3"/>
              </a:rPr>
              <a:t>Purchasing POTs for use in Manufacturing Production is </a:t>
            </a:r>
            <a:r>
              <a:rPr lang="en-US" b="0" i="0" u="none" strike="noStrike">
                <a:solidFill>
                  <a:srgbClr val="323130"/>
                </a:solidFill>
                <a:effectLst/>
                <a:hlinkClick r:id="rId3"/>
              </a:rPr>
              <a:t>the </a:t>
            </a:r>
            <a:r>
              <a:rPr lang="en-US">
                <a:solidFill>
                  <a:srgbClr val="323130"/>
                </a:solidFill>
                <a:hlinkClick r:id="rId3"/>
              </a:rPr>
              <a:t>responsibility of </a:t>
            </a:r>
            <a:r>
              <a:rPr lang="en-US" b="0" i="0" u="none" strike="noStrike">
                <a:solidFill>
                  <a:srgbClr val="323130"/>
                </a:solidFill>
                <a:effectLst/>
                <a:hlinkClick r:id="rId3"/>
              </a:rPr>
              <a:t>the </a:t>
            </a:r>
            <a:r>
              <a:rPr lang="en-US">
                <a:solidFill>
                  <a:srgbClr val="323130"/>
                </a:solidFill>
                <a:hlinkClick r:id="rId3"/>
              </a:rPr>
              <a:t>Manufacturing Test organization</a:t>
            </a:r>
            <a:r>
              <a:rPr lang="en-US">
                <a:solidFill>
                  <a:srgbClr val="323130"/>
                </a:solidFill>
              </a:rPr>
              <a:t>.</a:t>
            </a:r>
            <a:endParaRPr lang="en-US"/>
          </a:p>
          <a:p>
            <a:r>
              <a:rPr lang="en-US" sz="1800" b="0" i="0" u="none" strike="noStrike">
                <a:solidFill>
                  <a:srgbClr val="000000"/>
                </a:solidFill>
                <a:effectLst/>
                <a:latin typeface="Calibri"/>
                <a:ea typeface="Calibri"/>
                <a:cs typeface="Calibri"/>
              </a:rPr>
              <a:t>If test solution requires upgrade globally, cost is understood and approved by all affected site (including MFG services). Cost must be captured in TSDR slides.</a:t>
            </a:r>
            <a:r>
              <a:rPr lang="en-US"/>
              <a:t> </a:t>
            </a:r>
            <a:endParaRPr lang="en-US" b="0" i="0" u="none">
              <a:ea typeface="Calibri"/>
              <a:cs typeface="Calibri"/>
            </a:endParaRPr>
          </a:p>
          <a:p>
            <a:r>
              <a:rPr lang="en-US" sz="1800" b="0" i="0" u="none" strike="noStrike">
                <a:solidFill>
                  <a:srgbClr val="000000"/>
                </a:solidFill>
                <a:effectLst/>
                <a:latin typeface="Calibri"/>
                <a:ea typeface="Calibri"/>
                <a:cs typeface="Calibri"/>
              </a:rPr>
              <a:t>Debug equipment cost is captured in the TSDR slides.</a:t>
            </a:r>
            <a:r>
              <a:rPr lang="en-US"/>
              <a:t> </a:t>
            </a:r>
            <a:endParaRPr lang="en-US" b="0" i="0" u="none">
              <a:ea typeface="Calibri"/>
              <a:cs typeface="Calibri"/>
            </a:endParaRPr>
          </a:p>
        </p:txBody>
      </p:sp>
      <p:sp>
        <p:nvSpPr>
          <p:cNvPr id="4" name="Slide Number Placeholder 3"/>
          <p:cNvSpPr>
            <a:spLocks noGrp="1"/>
          </p:cNvSpPr>
          <p:nvPr>
            <p:ph type="sldNum" sz="quarter" idx="5"/>
          </p:nvPr>
        </p:nvSpPr>
        <p:spPr/>
        <p:txBody>
          <a:bodyPr/>
          <a:lstStyle/>
          <a:p>
            <a:fld id="{8F89D540-4D23-2A47-B174-D2FEEAC0865F}" type="slidenum">
              <a:rPr lang="en-US" smtClean="0"/>
              <a:t>8</a:t>
            </a:fld>
            <a:endParaRPr lang="en-US"/>
          </a:p>
        </p:txBody>
      </p:sp>
    </p:spTree>
    <p:extLst>
      <p:ext uri="{BB962C8B-B14F-4D97-AF65-F5344CB8AC3E}">
        <p14:creationId xmlns:p14="http://schemas.microsoft.com/office/powerpoint/2010/main" val="37670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Key Requirements</a:t>
            </a:r>
          </a:p>
          <a:p>
            <a:r>
              <a:rPr lang="en-US" sz="1800" b="0" i="0" u="none" strike="noStrike">
                <a:solidFill>
                  <a:srgbClr val="000000"/>
                </a:solidFill>
                <a:effectLst/>
                <a:latin typeface="Calibri" panose="020F0502020204030204" pitchFamily="34" charset="0"/>
              </a:rPr>
              <a:t>GR&amp;R requirements defined (# runs, # test equipment to compare), risks understood</a:t>
            </a:r>
          </a:p>
          <a:p>
            <a:endParaRPr lang="en-US" sz="18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Products for GR&amp;R provided by:</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 HW Team  </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 Units from MVR job</a:t>
            </a:r>
            <a:r>
              <a:rPr lang="en-US"/>
              <a:t> </a:t>
            </a:r>
          </a:p>
          <a:p>
            <a:endParaRPr lang="en-US"/>
          </a:p>
          <a:p>
            <a:r>
              <a:rPr lang="en-US" sz="1800" b="0" i="0" u="none" strike="noStrike">
                <a:solidFill>
                  <a:srgbClr val="000000"/>
                </a:solidFill>
                <a:effectLst/>
                <a:latin typeface="Calibri" panose="020F0502020204030204" pitchFamily="34" charset="0"/>
              </a:rPr>
              <a:t>Validation plan affect on production discussed (downtime when test equipment not available for production)</a:t>
            </a:r>
            <a:r>
              <a:rPr lang="en-US"/>
              <a:t> </a:t>
            </a:r>
          </a:p>
        </p:txBody>
      </p:sp>
      <p:sp>
        <p:nvSpPr>
          <p:cNvPr id="4" name="Slide Number Placeholder 3"/>
          <p:cNvSpPr>
            <a:spLocks noGrp="1"/>
          </p:cNvSpPr>
          <p:nvPr>
            <p:ph type="sldNum" sz="quarter" idx="5"/>
          </p:nvPr>
        </p:nvSpPr>
        <p:spPr/>
        <p:txBody>
          <a:bodyPr/>
          <a:lstStyle/>
          <a:p>
            <a:fld id="{8F89D540-4D23-2A47-B174-D2FEEAC0865F}" type="slidenum">
              <a:rPr lang="en-US" smtClean="0"/>
              <a:t>9</a:t>
            </a:fld>
            <a:endParaRPr lang="en-US"/>
          </a:p>
        </p:txBody>
      </p:sp>
    </p:spTree>
    <p:extLst>
      <p:ext uri="{BB962C8B-B14F-4D97-AF65-F5344CB8AC3E}">
        <p14:creationId xmlns:p14="http://schemas.microsoft.com/office/powerpoint/2010/main" val="200450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Work with project manager to learn if CSC support is required or PEN/NIH RM</a:t>
            </a:r>
          </a:p>
          <a:p>
            <a:endParaRPr lang="en-US"/>
          </a:p>
          <a:p>
            <a:r>
              <a:rPr lang="en-US" sz="1800" b="1" i="0" u="sng" strike="noStrike">
                <a:solidFill>
                  <a:srgbClr val="000000"/>
                </a:solidFill>
                <a:effectLst/>
                <a:latin typeface="Calibri" panose="020F0502020204030204" pitchFamily="34" charset="0"/>
              </a:rPr>
              <a:t>Key Requirements</a:t>
            </a:r>
          </a:p>
          <a:p>
            <a:r>
              <a:rPr lang="en-US" sz="1800" b="0" i="0" u="none" strike="noStrike">
                <a:solidFill>
                  <a:srgbClr val="000000"/>
                </a:solidFill>
                <a:effectLst/>
                <a:latin typeface="Calibri" panose="020F0502020204030204" pitchFamily="34" charset="0"/>
              </a:rPr>
              <a:t>RMA test routing is defined for the product and verified to match in all source locations.</a:t>
            </a:r>
          </a:p>
          <a:p>
            <a:r>
              <a:rPr lang="en-US" sz="1800" b="0" i="0" u="none" strike="noStrike">
                <a:solidFill>
                  <a:srgbClr val="000000"/>
                </a:solidFill>
                <a:effectLst/>
                <a:latin typeface="Calibri" panose="020F0502020204030204" pitchFamily="34" charset="0"/>
              </a:rPr>
              <a:t>All possible special instructions for RMA discussed</a:t>
            </a:r>
          </a:p>
          <a:p>
            <a:r>
              <a:rPr lang="en-US" sz="1800" b="0" i="0" u="none" strike="noStrike">
                <a:solidFill>
                  <a:srgbClr val="000000"/>
                </a:solidFill>
                <a:effectLst/>
                <a:latin typeface="Calibri" panose="020F0502020204030204" pitchFamily="34" charset="0"/>
              </a:rPr>
              <a:t>Roll out plan discussed for RMA test at satellite sites (not the build site) </a:t>
            </a:r>
            <a:endParaRPr lang="en-US"/>
          </a:p>
        </p:txBody>
      </p:sp>
      <p:sp>
        <p:nvSpPr>
          <p:cNvPr id="4" name="Slide Number Placeholder 3"/>
          <p:cNvSpPr>
            <a:spLocks noGrp="1"/>
          </p:cNvSpPr>
          <p:nvPr>
            <p:ph type="sldNum" sz="quarter" idx="5"/>
          </p:nvPr>
        </p:nvSpPr>
        <p:spPr/>
        <p:txBody>
          <a:bodyPr/>
          <a:lstStyle/>
          <a:p>
            <a:fld id="{8F89D540-4D23-2A47-B174-D2FEEAC0865F}" type="slidenum">
              <a:rPr lang="en-US" smtClean="0"/>
              <a:t>10</a:t>
            </a:fld>
            <a:endParaRPr lang="en-US"/>
          </a:p>
        </p:txBody>
      </p:sp>
    </p:spTree>
    <p:extLst>
      <p:ext uri="{BB962C8B-B14F-4D97-AF65-F5344CB8AC3E}">
        <p14:creationId xmlns:p14="http://schemas.microsoft.com/office/powerpoint/2010/main" val="669381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5E309-2245-7A37-51CE-66DE38D8F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1D3A1-1639-9B75-9C14-C46319C38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E7396-27D8-E8F3-47F4-1C5DC6531228}"/>
              </a:ext>
            </a:extLst>
          </p:cNvPr>
          <p:cNvSpPr>
            <a:spLocks noGrp="1"/>
          </p:cNvSpPr>
          <p:nvPr>
            <p:ph type="body" idx="1"/>
          </p:nvPr>
        </p:nvSpPr>
        <p:spPr/>
        <p:txBody>
          <a:bodyPr/>
          <a:lstStyle/>
          <a:p>
            <a:r>
              <a:rPr lang="en-US" b="1" u="sng"/>
              <a:t>Key Requirements</a:t>
            </a:r>
          </a:p>
          <a:p>
            <a:pPr marL="285750" indent="-285750">
              <a:buFont typeface="Arial" panose="020B0604020202020204" pitchFamily="34" charset="0"/>
              <a:buChar char="•"/>
            </a:pPr>
            <a:r>
              <a:rPr lang="en-US" sz="1800" b="0" i="0" u="none" strike="noStrike">
                <a:solidFill>
                  <a:srgbClr val="000000"/>
                </a:solidFill>
                <a:effectLst/>
                <a:latin typeface="Calibri"/>
                <a:ea typeface="Calibri"/>
                <a:cs typeface="Calibri"/>
              </a:rPr>
              <a:t>For </a:t>
            </a:r>
            <a:r>
              <a:rPr lang="en-US" sz="1800" b="1" i="0" u="none" strike="noStrike">
                <a:solidFill>
                  <a:srgbClr val="000000"/>
                </a:solidFill>
                <a:effectLst/>
                <a:latin typeface="Calibri"/>
                <a:ea typeface="Calibri"/>
                <a:cs typeface="Calibri"/>
              </a:rPr>
              <a:t>every</a:t>
            </a:r>
            <a:r>
              <a:rPr lang="en-US" sz="1800" b="0" i="0" u="none" strike="noStrike">
                <a:solidFill>
                  <a:srgbClr val="000000"/>
                </a:solidFill>
                <a:effectLst/>
                <a:latin typeface="Calibri"/>
                <a:ea typeface="Calibri"/>
                <a:cs typeface="Calibri"/>
              </a:rPr>
              <a:t> new Test Asset proposed at TSDR (Stations, ITAs, Fixtures, CCAs, </a:t>
            </a:r>
            <a:r>
              <a:rPr lang="en-US" sz="1800" b="0" i="0" u="none" strike="noStrike" err="1">
                <a:solidFill>
                  <a:srgbClr val="000000"/>
                </a:solidFill>
                <a:effectLst/>
                <a:latin typeface="Calibri"/>
                <a:ea typeface="Calibri"/>
                <a:cs typeface="Calibri"/>
              </a:rPr>
              <a:t>etc</a:t>
            </a:r>
            <a:r>
              <a:rPr lang="en-US" sz="1800" b="0" i="0" u="none" strike="noStrike">
                <a:solidFill>
                  <a:srgbClr val="000000"/>
                </a:solidFill>
                <a:effectLst/>
                <a:latin typeface="Calibri"/>
                <a:ea typeface="Calibri"/>
                <a:cs typeface="Calibri"/>
              </a:rPr>
              <a:t>) the following must be complete:</a:t>
            </a:r>
          </a:p>
          <a:p>
            <a:pPr marL="742950" lvl="1" indent="-285750">
              <a:buFont typeface="Arial" panose="020B0604020202020204" pitchFamily="34" charset="0"/>
              <a:buChar char="•"/>
            </a:pPr>
            <a:r>
              <a:rPr lang="en-US" sz="1800" b="0" i="0" u="none" strike="noStrike">
                <a:solidFill>
                  <a:srgbClr val="000000"/>
                </a:solidFill>
                <a:effectLst/>
                <a:latin typeface="Calibri"/>
                <a:ea typeface="Calibri"/>
                <a:cs typeface="Calibri"/>
              </a:rPr>
              <a:t>A </a:t>
            </a:r>
            <a:r>
              <a:rPr lang="en-US" sz="1800" b="1" i="0" u="none" strike="noStrike">
                <a:solidFill>
                  <a:srgbClr val="000000"/>
                </a:solidFill>
                <a:effectLst/>
                <a:latin typeface="Calibri"/>
                <a:ea typeface="Calibri"/>
                <a:cs typeface="Calibri"/>
              </a:rPr>
              <a:t>Safety Ticket</a:t>
            </a:r>
            <a:r>
              <a:rPr lang="en-US" sz="1800" b="0" i="0" u="none" strike="noStrike">
                <a:solidFill>
                  <a:srgbClr val="000000"/>
                </a:solidFill>
                <a:effectLst/>
                <a:latin typeface="Calibri"/>
                <a:ea typeface="Calibri"/>
                <a:cs typeface="Calibri"/>
              </a:rPr>
              <a:t> has been generated</a:t>
            </a:r>
          </a:p>
          <a:p>
            <a:pPr marL="1200150" lvl="2" indent="-285750">
              <a:buFont typeface="Arial" panose="020B0604020202020204" pitchFamily="34" charset="0"/>
              <a:buChar char="•"/>
            </a:pPr>
            <a:r>
              <a:rPr lang="en-US" sz="1800" b="0" i="0" u="none" strike="noStrike">
                <a:solidFill>
                  <a:srgbClr val="000000"/>
                </a:solidFill>
                <a:effectLst/>
                <a:latin typeface="Calibri"/>
                <a:ea typeface="Calibri"/>
                <a:cs typeface="Calibri"/>
              </a:rPr>
              <a:t>Use the Test Asset Safety Ticket generation form: </a:t>
            </a:r>
            <a:r>
              <a:rPr lang="en-US"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hlinkClick r:id="rId3"/>
              </a:rPr>
              <a:t>https://forms.office.com/r/79QqY2E3iE</a:t>
            </a:r>
            <a:endParaRPr lang="en-US" sz="1200" b="0" i="0" kern="1200">
              <a:solidFill>
                <a:schemeClr val="tx1"/>
              </a:solidFill>
              <a:effectLst/>
              <a:latin typeface="+mn-lt"/>
              <a:ea typeface="+mn-ea"/>
              <a:cs typeface="+mn-cs"/>
            </a:endParaRPr>
          </a:p>
          <a:p>
            <a:pPr marL="742950" lvl="1" indent="-285750">
              <a:buFont typeface="Arial" panose="020B0604020202020204" pitchFamily="34" charset="0"/>
              <a:buChar char="•"/>
            </a:pPr>
            <a:r>
              <a:rPr lang="en-US" sz="1200" b="0" i="0" u="none" strike="noStrike" kern="1200">
                <a:solidFill>
                  <a:schemeClr val="tx1"/>
                </a:solidFill>
                <a:effectLst/>
                <a:latin typeface="+mn-lt"/>
                <a:ea typeface="+mn-ea"/>
                <a:cs typeface="+mn-cs"/>
              </a:rPr>
              <a:t>A </a:t>
            </a:r>
            <a:r>
              <a:rPr lang="en-US" sz="1200" b="1" i="0" u="none" strike="noStrike" kern="1200">
                <a:solidFill>
                  <a:schemeClr val="tx1"/>
                </a:solidFill>
                <a:effectLst/>
                <a:latin typeface="+mn-lt"/>
                <a:ea typeface="+mn-ea"/>
                <a:cs typeface="+mn-cs"/>
              </a:rPr>
              <a:t>Hazardous Asset Checklist</a:t>
            </a:r>
            <a:r>
              <a:rPr lang="en-US" sz="1200" b="0" i="0" u="none" strike="noStrike" kern="1200">
                <a:solidFill>
                  <a:schemeClr val="tx1"/>
                </a:solidFill>
                <a:effectLst/>
                <a:latin typeface="+mn-lt"/>
                <a:ea typeface="+mn-ea"/>
                <a:cs typeface="+mn-cs"/>
              </a:rPr>
              <a:t> is complete &amp; attached to the Safety Ticket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kern="1200">
                <a:solidFill>
                  <a:schemeClr val="tx1"/>
                </a:solidFill>
                <a:effectLst/>
                <a:latin typeface="+mn-lt"/>
                <a:ea typeface="+mn-ea"/>
                <a:cs typeface="+mn-cs"/>
              </a:rPr>
              <a:t>The Checklist is attached to Agile Part Number ‘DQP-0153’: </a:t>
            </a:r>
            <a:r>
              <a:rPr lang="en-US" sz="1800" b="0" i="0" kern="1200">
                <a:solidFill>
                  <a:schemeClr val="tx1"/>
                </a:solidFill>
                <a:effectLst/>
                <a:latin typeface="+mn-lt"/>
                <a:ea typeface="+mn-ea"/>
                <a:cs typeface="+mn-cs"/>
                <a:hlinkClick r:id="rId4"/>
              </a:rPr>
              <a:t>https://niecho.natinst.com/part/attachments/380800175/380800177</a:t>
            </a:r>
            <a:endParaRPr lang="en-US" sz="1800" b="0" i="0" kern="1200">
              <a:solidFill>
                <a:schemeClr val="tx1"/>
              </a:solidFill>
              <a:effectLst/>
              <a:latin typeface="+mn-lt"/>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A </a:t>
            </a:r>
            <a:r>
              <a:rPr lang="en-US" sz="1800" b="1" i="0" u="none" strike="noStrike">
                <a:solidFill>
                  <a:srgbClr val="000000"/>
                </a:solidFill>
                <a:effectLst/>
                <a:latin typeface="Calibri"/>
                <a:ea typeface="Calibri"/>
                <a:cs typeface="Calibri"/>
              </a:rPr>
              <a:t>HLD Safety Review</a:t>
            </a:r>
            <a:r>
              <a:rPr lang="en-US" sz="1800" b="0" i="0" u="none" strike="noStrike">
                <a:solidFill>
                  <a:srgbClr val="000000"/>
                </a:solidFill>
                <a:effectLst/>
                <a:latin typeface="Calibri"/>
                <a:ea typeface="Calibri"/>
                <a:cs typeface="Calibri"/>
              </a:rPr>
              <a:t> has occurred with the Safety Team</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High Level Design files are discussed with the Safety Team in a meeting-format</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Safety identifies Risks as well as a “Go”, “Conditional Go”, or “No Go” decision</a:t>
            </a:r>
            <a:br>
              <a:rPr lang="en-US" sz="1800" b="0" i="0" u="none" strike="noStrike">
                <a:solidFill>
                  <a:srgbClr val="000000"/>
                </a:solidFill>
                <a:effectLst/>
                <a:latin typeface="Calibri"/>
                <a:ea typeface="Calibri"/>
                <a:cs typeface="Calibri"/>
              </a:rPr>
            </a:br>
            <a:endParaRPr lang="en-US" sz="1800" b="0" i="0" u="none" strike="noStrike">
              <a:solidFill>
                <a:srgbClr val="000000"/>
              </a:solidFill>
              <a:effectLst/>
              <a:latin typeface="Calibri"/>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HLD Safety Review(s) Outcomes: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“No Go” decision - TSDR must not be held until a redesign has occurred.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Either “Go” or “Conditional Go” decision – TSDR can move forward with Safety Risks captured in </a:t>
            </a:r>
            <a:r>
              <a:rPr lang="en-US" sz="1800" b="0" i="0" u="none" strike="noStrike">
                <a:solidFill>
                  <a:srgbClr val="000000"/>
                </a:solidFill>
                <a:effectLst/>
                <a:latin typeface="+mn-lt"/>
                <a:ea typeface="Calibri"/>
                <a:cs typeface="Calibri"/>
              </a:rPr>
              <a:t>the Safety Risks Matrix on the next Slide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mn-lt"/>
                <a:ea typeface="Calibri"/>
                <a:cs typeface="Calibri"/>
              </a:rPr>
              <a:t>Safety Risks captured need </a:t>
            </a:r>
            <a:r>
              <a:rPr lang="en-US" sz="1800" b="0" i="0" u="none" strike="noStrike" err="1">
                <a:solidFill>
                  <a:srgbClr val="000000"/>
                </a:solidFill>
                <a:effectLst/>
                <a:latin typeface="+mn-lt"/>
                <a:ea typeface="Calibri"/>
                <a:cs typeface="Calibri"/>
              </a:rPr>
              <a:t>Azdo</a:t>
            </a:r>
            <a:r>
              <a:rPr lang="en-US" sz="1800" b="0" i="0" u="none" strike="noStrike">
                <a:solidFill>
                  <a:srgbClr val="000000"/>
                </a:solidFill>
                <a:effectLst/>
                <a:latin typeface="+mn-lt"/>
                <a:ea typeface="Calibri"/>
                <a:cs typeface="Calibri"/>
              </a:rPr>
              <a:t> items for tracking, with </a:t>
            </a:r>
            <a:r>
              <a:rPr lang="en-US" sz="1800" b="0" i="0" u="none" strike="noStrike" err="1">
                <a:solidFill>
                  <a:srgbClr val="000000"/>
                </a:solidFill>
                <a:effectLst/>
                <a:latin typeface="+mn-lt"/>
                <a:ea typeface="Calibri"/>
                <a:cs typeface="Calibri"/>
              </a:rPr>
              <a:t>Azdo</a:t>
            </a:r>
            <a:r>
              <a:rPr lang="en-US" sz="1800" b="0" i="0" u="none" strike="noStrike">
                <a:solidFill>
                  <a:srgbClr val="000000"/>
                </a:solidFill>
                <a:effectLst/>
                <a:latin typeface="+mn-lt"/>
                <a:ea typeface="Calibri"/>
                <a:cs typeface="Calibri"/>
              </a:rPr>
              <a:t> items captured in the Notes of the Safety Risks Matrix on the next Slide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mn-lt"/>
                <a:ea typeface="Calibri"/>
                <a:cs typeface="Calibri"/>
              </a:rPr>
              <a:t>Recommended to link the </a:t>
            </a:r>
            <a:r>
              <a:rPr lang="en-US" sz="1800" b="0" i="0" u="none" strike="noStrike" err="1">
                <a:solidFill>
                  <a:srgbClr val="000000"/>
                </a:solidFill>
                <a:effectLst/>
                <a:latin typeface="+mn-lt"/>
                <a:ea typeface="Calibri"/>
                <a:cs typeface="Calibri"/>
              </a:rPr>
              <a:t>Azdo</a:t>
            </a:r>
            <a:r>
              <a:rPr lang="en-US" sz="1800" b="0" i="0" u="none" strike="noStrike">
                <a:solidFill>
                  <a:srgbClr val="000000"/>
                </a:solidFill>
                <a:effectLst/>
                <a:latin typeface="+mn-lt"/>
                <a:ea typeface="Calibri"/>
                <a:cs typeface="Calibri"/>
              </a:rPr>
              <a:t> Risk items to the matching Safety Ticket as “Related” to increase their visibility during Execution.</a:t>
            </a:r>
            <a:br>
              <a:rPr lang="en-US" sz="1800" b="0" i="0" u="none" strike="noStrike">
                <a:solidFill>
                  <a:srgbClr val="000000"/>
                </a:solidFill>
                <a:effectLst/>
                <a:latin typeface="Calibri"/>
                <a:ea typeface="Calibri"/>
                <a:cs typeface="Calibri"/>
              </a:rPr>
            </a:br>
            <a:endParaRPr lang="en-US" sz="1800" b="0" i="0" u="none" strike="noStrike">
              <a:solidFill>
                <a:srgbClr val="000000"/>
              </a:solidFill>
              <a:effectLst/>
              <a:latin typeface="Calibri"/>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cs typeface="Calibri"/>
              </a:rPr>
              <a:t>Considerations during Execution: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Safety requirements &amp; instructions are followed during test design (</a:t>
            </a:r>
            <a:r>
              <a:rPr lang="en-US" b="0" i="0" u="none" strike="noStrike">
                <a:solidFill>
                  <a:srgbClr val="000000"/>
                </a:solidFill>
                <a:effectLst/>
              </a:rPr>
              <a:t>Reference: 270531A-01 section </a:t>
            </a:r>
            <a:r>
              <a:rPr lang="en-US">
                <a:solidFill>
                  <a:srgbClr val="000000"/>
                </a:solidFill>
              </a:rPr>
              <a:t>10.6</a:t>
            </a:r>
            <a:r>
              <a:rPr lang="en-US" sz="1800" b="0" i="0" u="none" strike="noStrike">
                <a:solidFill>
                  <a:srgbClr val="000000"/>
                </a:solidFill>
                <a:effectLst/>
                <a:latin typeface="Calibri"/>
                <a:ea typeface="Calibri"/>
                <a:cs typeface="Calibri"/>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solidFill>
                  <a:srgbClr val="000000"/>
                </a:solidFill>
                <a:effectLst/>
                <a:latin typeface="Calibri"/>
                <a:ea typeface="Calibri"/>
                <a:cs typeface="Calibri"/>
              </a:rPr>
              <a:t>Ergonomics taken into consideration during Test Solution Design </a:t>
            </a:r>
            <a:r>
              <a:rPr lang="en-US" sz="1800">
                <a:solidFill>
                  <a:srgbClr val="000000"/>
                </a:solidFill>
                <a:latin typeface="Calibri"/>
                <a:ea typeface="Calibri"/>
                <a:cs typeface="Calibri"/>
              </a:rPr>
              <a:t>(</a:t>
            </a:r>
            <a:r>
              <a:rPr lang="en-US">
                <a:solidFill>
                  <a:srgbClr val="000000"/>
                </a:solidFill>
              </a:rPr>
              <a:t>Reference: 270531A-01 section 7.2</a:t>
            </a:r>
            <a:r>
              <a:rPr lang="en-US" sz="1800">
                <a:solidFill>
                  <a:srgbClr val="000000"/>
                </a:solidFill>
                <a:latin typeface="Calibri"/>
                <a:ea typeface="Calibri"/>
                <a:cs typeface="Calibri"/>
              </a:rPr>
              <a:t>)</a:t>
            </a:r>
            <a:endParaRPr lang="en-US"/>
          </a:p>
        </p:txBody>
      </p:sp>
      <p:sp>
        <p:nvSpPr>
          <p:cNvPr id="4" name="Slide Number Placeholder 3">
            <a:extLst>
              <a:ext uri="{FF2B5EF4-FFF2-40B4-BE49-F238E27FC236}">
                <a16:creationId xmlns:a16="http://schemas.microsoft.com/office/drawing/2014/main" id="{267D5C66-8828-D09F-1E4A-33DD6D1C2E37}"/>
              </a:ext>
            </a:extLst>
          </p:cNvPr>
          <p:cNvSpPr>
            <a:spLocks noGrp="1"/>
          </p:cNvSpPr>
          <p:nvPr>
            <p:ph type="sldNum" sz="quarter" idx="5"/>
          </p:nvPr>
        </p:nvSpPr>
        <p:spPr/>
        <p:txBody>
          <a:bodyPr/>
          <a:lstStyle/>
          <a:p>
            <a:fld id="{8F89D540-4D23-2A47-B174-D2FEEAC0865F}" type="slidenum">
              <a:rPr lang="en-US" smtClean="0"/>
              <a:t>11</a:t>
            </a:fld>
            <a:endParaRPr lang="en-US"/>
          </a:p>
        </p:txBody>
      </p:sp>
    </p:spTree>
    <p:extLst>
      <p:ext uri="{BB962C8B-B14F-4D97-AF65-F5344CB8AC3E}">
        <p14:creationId xmlns:p14="http://schemas.microsoft.com/office/powerpoint/2010/main" val="2529564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Add a table of the high-risk items and some examples of what can be done to improve coverage or reduce risk. Show new coverage value if the risk mitigation plan is executed. This is a discussion and negotiation.</a:t>
            </a:r>
          </a:p>
          <a:p>
            <a:r>
              <a:rPr lang="en-US"/>
              <a:t>Adding coverage, not reducing risk.</a:t>
            </a:r>
          </a:p>
        </p:txBody>
      </p:sp>
      <p:sp>
        <p:nvSpPr>
          <p:cNvPr id="4" name="Slide Number Placeholder 3"/>
          <p:cNvSpPr>
            <a:spLocks noGrp="1"/>
          </p:cNvSpPr>
          <p:nvPr>
            <p:ph type="sldNum" sz="quarter" idx="5"/>
          </p:nvPr>
        </p:nvSpPr>
        <p:spPr/>
        <p:txBody>
          <a:bodyPr/>
          <a:lstStyle/>
          <a:p>
            <a:fld id="{D2143BA5-D44A-4568-B57B-729AE4A7A702}" type="slidenum">
              <a:rPr lang="en-US" smtClean="0"/>
              <a:t>15</a:t>
            </a:fld>
            <a:endParaRPr lang="en-US"/>
          </a:p>
        </p:txBody>
      </p:sp>
    </p:spTree>
    <p:extLst>
      <p:ext uri="{BB962C8B-B14F-4D97-AF65-F5344CB8AC3E}">
        <p14:creationId xmlns:p14="http://schemas.microsoft.com/office/powerpoint/2010/main" val="3145864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Long Lead Times are defined to anything requiring &gt;= 3 months to acquire</a:t>
            </a:r>
          </a:p>
        </p:txBody>
      </p:sp>
      <p:sp>
        <p:nvSpPr>
          <p:cNvPr id="4" name="Slide Number Placeholder 3"/>
          <p:cNvSpPr>
            <a:spLocks noGrp="1"/>
          </p:cNvSpPr>
          <p:nvPr>
            <p:ph type="sldNum" sz="quarter" idx="5"/>
          </p:nvPr>
        </p:nvSpPr>
        <p:spPr/>
        <p:txBody>
          <a:bodyPr/>
          <a:lstStyle/>
          <a:p>
            <a:fld id="{8F89D540-4D23-2A47-B174-D2FEEAC0865F}" type="slidenum">
              <a:rPr lang="en-US" smtClean="0"/>
              <a:t>16</a:t>
            </a:fld>
            <a:endParaRPr lang="en-US"/>
          </a:p>
        </p:txBody>
      </p:sp>
    </p:spTree>
    <p:extLst>
      <p:ext uri="{BB962C8B-B14F-4D97-AF65-F5344CB8AC3E}">
        <p14:creationId xmlns:p14="http://schemas.microsoft.com/office/powerpoint/2010/main" val="2642957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latin typeface="+mn-lt"/>
                <a:ea typeface="+mn-ea"/>
                <a:cs typeface="+mn-cs"/>
              </a:rPr>
              <a:t>Are you using unique equipment (not used on any other station)?</a:t>
            </a:r>
          </a:p>
          <a:p>
            <a:r>
              <a:rPr lang="en-US" sz="1200" kern="1200">
                <a:solidFill>
                  <a:schemeClr val="tx1"/>
                </a:solidFill>
                <a:latin typeface="+mn-lt"/>
                <a:ea typeface="+mn-ea"/>
                <a:cs typeface="+mn-cs"/>
              </a:rPr>
              <a:t>Be aware of calibration time remaining once equipment delivered to Mfg. Should R&amp;D rent equipment to ensure re-calibration prior to shipping?</a:t>
            </a:r>
          </a:p>
          <a:p>
            <a:endParaRPr lang="en-US"/>
          </a:p>
          <a:p>
            <a:r>
              <a:rPr lang="en-US" sz="1800" b="0" i="0" u="none" strike="noStrike">
                <a:solidFill>
                  <a:srgbClr val="000000"/>
                </a:solidFill>
                <a:effectLst/>
                <a:latin typeface="Calibri" panose="020F0502020204030204" pitchFamily="34" charset="0"/>
              </a:rPr>
              <a:t>Spare parts list defined (including consumables and instruments)</a:t>
            </a:r>
          </a:p>
          <a:p>
            <a:r>
              <a:rPr lang="en-US" sz="1800" b="0" i="0" u="none" strike="noStrike">
                <a:solidFill>
                  <a:srgbClr val="000000"/>
                </a:solidFill>
                <a:effectLst/>
                <a:latin typeface="Calibri" panose="020F0502020204030204" pitchFamily="34" charset="0"/>
              </a:rPr>
              <a:t>Spares’ suppliers must be verified to be available locally and positively documented within the slides</a:t>
            </a:r>
          </a:p>
          <a:p>
            <a:endParaRPr lang="en-US" sz="1800" b="0" i="0" u="none" strike="noStrike">
              <a:solidFill>
                <a:srgbClr val="000000"/>
              </a:solidFill>
              <a:effectLst/>
              <a:latin typeface="Calibri" panose="020F0502020204030204" pitchFamily="34" charset="0"/>
            </a:endParaRPr>
          </a:p>
          <a:p>
            <a:r>
              <a:rPr lang="en-US" sz="1800" b="0" i="0" u="none" strike="noStrike">
                <a:solidFill>
                  <a:srgbClr val="000000"/>
                </a:solidFill>
                <a:effectLst/>
                <a:latin typeface="Calibri" panose="020F0502020204030204" pitchFamily="34" charset="0"/>
              </a:rPr>
              <a:t>Preliminary Preventive maintenance plan discussed and agreed</a:t>
            </a:r>
            <a:endParaRPr lang="en-US"/>
          </a:p>
        </p:txBody>
      </p:sp>
      <p:sp>
        <p:nvSpPr>
          <p:cNvPr id="4" name="Slide Number Placeholder 3"/>
          <p:cNvSpPr>
            <a:spLocks noGrp="1"/>
          </p:cNvSpPr>
          <p:nvPr>
            <p:ph type="sldNum" sz="quarter" idx="5"/>
          </p:nvPr>
        </p:nvSpPr>
        <p:spPr/>
        <p:txBody>
          <a:bodyPr/>
          <a:lstStyle/>
          <a:p>
            <a:fld id="{8F89D540-4D23-2A47-B174-D2FEEAC0865F}" type="slidenum">
              <a:rPr lang="en-US" smtClean="0"/>
              <a:t>18</a:t>
            </a:fld>
            <a:endParaRPr lang="en-US"/>
          </a:p>
        </p:txBody>
      </p:sp>
    </p:spTree>
    <p:extLst>
      <p:ext uri="{BB962C8B-B14F-4D97-AF65-F5344CB8AC3E}">
        <p14:creationId xmlns:p14="http://schemas.microsoft.com/office/powerpoint/2010/main" val="3892102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1C93-44C7-72FA-8FA1-A4CD1EEBD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E10A3-01BC-8CD6-350E-C8073E8D2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D9CF0-086F-B3B9-0848-56A086B8C990}"/>
              </a:ext>
            </a:extLst>
          </p:cNvPr>
          <p:cNvSpPr>
            <a:spLocks noGrp="1"/>
          </p:cNvSpPr>
          <p:nvPr>
            <p:ph type="body" idx="1"/>
          </p:nvPr>
        </p:nvSpPr>
        <p:spPr/>
        <p:txBody>
          <a:bodyPr/>
          <a:lstStyle/>
          <a:p>
            <a:r>
              <a:rPr lang="en-US"/>
              <a:t>-If MDR assessment complete</a:t>
            </a:r>
          </a:p>
          <a:p>
            <a:r>
              <a:rPr lang="en-US"/>
              <a:t>	-may be superset of what is needed to modernize a station (i.e. includes modernization for multiple products)</a:t>
            </a:r>
          </a:p>
          <a:p>
            <a:r>
              <a:rPr lang="en-US"/>
              <a:t>	-identify subset that would be needed for NPD modernization support</a:t>
            </a:r>
          </a:p>
          <a:p>
            <a:r>
              <a:rPr lang="en-US"/>
              <a:t>-work with MDR and HW Leads/Station owners to determine appropriate approach/scope for modernization</a:t>
            </a:r>
          </a:p>
          <a:p>
            <a:endParaRPr lang="en-US">
              <a:ea typeface="Calibri" panose="020F0502020204030204"/>
              <a:cs typeface="Calibri" panose="020F0502020204030204"/>
            </a:endParaRPr>
          </a:p>
          <a:p>
            <a:r>
              <a:rPr lang="en-US">
                <a:ea typeface="Calibri" panose="020F0502020204030204"/>
                <a:cs typeface="Calibri" panose="020F0502020204030204"/>
              </a:rPr>
              <a:t>The table is used to capture all Test Assets which either:</a:t>
            </a:r>
          </a:p>
          <a:p>
            <a:r>
              <a:rPr lang="en-US">
                <a:ea typeface="Calibri" panose="020F0502020204030204"/>
                <a:cs typeface="Calibri" panose="020F0502020204030204"/>
              </a:rPr>
              <a:t>  * Require Modernization</a:t>
            </a:r>
          </a:p>
          <a:p>
            <a:r>
              <a:rPr lang="en-US">
                <a:ea typeface="Calibri" panose="020F0502020204030204"/>
                <a:cs typeface="Calibri" panose="020F0502020204030204"/>
              </a:rPr>
              <a:t>  * Would require Modernization but has been granted an Exception</a:t>
            </a:r>
          </a:p>
          <a:p>
            <a:r>
              <a:rPr lang="en-US">
                <a:ea typeface="Calibri" panose="020F0502020204030204"/>
                <a:cs typeface="Calibri" panose="020F0502020204030204"/>
              </a:rPr>
              <a:t>The full list of Test Assets is captured in the following slide</a:t>
            </a:r>
          </a:p>
          <a:p>
            <a:endParaRPr lang="en-US">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62CBE62A-A3CB-A14D-2F96-637E2351D6F1}"/>
              </a:ext>
            </a:extLst>
          </p:cNvPr>
          <p:cNvSpPr>
            <a:spLocks noGrp="1"/>
          </p:cNvSpPr>
          <p:nvPr>
            <p:ph type="sldNum" sz="quarter" idx="5"/>
          </p:nvPr>
        </p:nvSpPr>
        <p:spPr/>
        <p:txBody>
          <a:bodyPr/>
          <a:lstStyle/>
          <a:p>
            <a:fld id="{8F89D540-4D23-2A47-B174-D2FEEAC0865F}" type="slidenum">
              <a:rPr lang="en-US" smtClean="0"/>
              <a:t>19</a:t>
            </a:fld>
            <a:endParaRPr lang="en-US"/>
          </a:p>
        </p:txBody>
      </p:sp>
    </p:spTree>
    <p:extLst>
      <p:ext uri="{BB962C8B-B14F-4D97-AF65-F5344CB8AC3E}">
        <p14:creationId xmlns:p14="http://schemas.microsoft.com/office/powerpoint/2010/main" val="767707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High Cost Spares are defined as equipment that must be capitalized (e.g. requires a CAPN)</a:t>
            </a:r>
          </a:p>
        </p:txBody>
      </p:sp>
      <p:sp>
        <p:nvSpPr>
          <p:cNvPr id="4" name="Slide Number Placeholder 3"/>
          <p:cNvSpPr>
            <a:spLocks noGrp="1"/>
          </p:cNvSpPr>
          <p:nvPr>
            <p:ph type="sldNum" sz="quarter" idx="5"/>
          </p:nvPr>
        </p:nvSpPr>
        <p:spPr/>
        <p:txBody>
          <a:bodyPr/>
          <a:lstStyle/>
          <a:p>
            <a:fld id="{8F89D540-4D23-2A47-B174-D2FEEAC0865F}" type="slidenum">
              <a:rPr lang="en-US" smtClean="0"/>
              <a:t>20</a:t>
            </a:fld>
            <a:endParaRPr lang="en-US"/>
          </a:p>
        </p:txBody>
      </p:sp>
    </p:spTree>
    <p:extLst>
      <p:ext uri="{BB962C8B-B14F-4D97-AF65-F5344CB8AC3E}">
        <p14:creationId xmlns:p14="http://schemas.microsoft.com/office/powerpoint/2010/main" val="2749073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All project expenses over $1k, including </a:t>
            </a:r>
            <a:r>
              <a:rPr lang="en-US" err="1"/>
              <a:t>OpEx</a:t>
            </a:r>
            <a:r>
              <a:rPr lang="en-US"/>
              <a:t> (equipment between $1k and $1.5k, software, NREs, etc.) must be listed here for inclusion in the overall project AR.</a:t>
            </a:r>
          </a:p>
          <a:p>
            <a:r>
              <a:rPr lang="en-US"/>
              <a:t>If a line-item is </a:t>
            </a:r>
            <a:r>
              <a:rPr lang="en-US" err="1"/>
              <a:t>OpEx</a:t>
            </a:r>
            <a:r>
              <a:rPr lang="en-US"/>
              <a:t>, list `NA – </a:t>
            </a:r>
            <a:r>
              <a:rPr lang="en-US" err="1"/>
              <a:t>OpEx</a:t>
            </a:r>
            <a:r>
              <a:rPr lang="en-US"/>
              <a:t>` in the Depreciation column.</a:t>
            </a:r>
          </a:p>
          <a:p>
            <a:pPr marL="0" indent="0">
              <a:buNone/>
            </a:pPr>
            <a:endParaRPr lang="en-US"/>
          </a:p>
          <a:p>
            <a:pPr marL="0" indent="0">
              <a:buNone/>
            </a:pPr>
            <a:r>
              <a:rPr lang="en-US" err="1"/>
              <a:t>CapEx</a:t>
            </a:r>
            <a:r>
              <a:rPr lang="en-US"/>
              <a:t> is any equipment with $1.5k minimum cost with useful life of 3 yrs or greater (equipment between $1k and $1.5k is </a:t>
            </a:r>
            <a:r>
              <a:rPr lang="en-US" err="1"/>
              <a:t>OpEx</a:t>
            </a:r>
            <a:r>
              <a:rPr lang="en-US"/>
              <a:t> but should also be included in the list).</a:t>
            </a:r>
          </a:p>
          <a:p>
            <a:r>
              <a:rPr lang="en-US"/>
              <a:t>-   </a:t>
            </a:r>
            <a:r>
              <a:rPr lang="en-US" err="1"/>
              <a:t>CapEx</a:t>
            </a:r>
            <a:r>
              <a:rPr lang="en-US"/>
              <a:t> cashflow occurs during the Purchase Fiscal Quarter</a:t>
            </a:r>
          </a:p>
          <a:p>
            <a:r>
              <a:rPr lang="en-US"/>
              <a:t>-   Monthly depreciation starts in the In-Service Fiscal Quarter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If Capex is &gt; $100K, work with PR&amp;D project team to complete an Economic Evaluation (ROI) with Finance</a:t>
            </a:r>
          </a:p>
          <a:p>
            <a:endParaRPr lang="en-US"/>
          </a:p>
          <a:p>
            <a:r>
              <a:rPr lang="en-US"/>
              <a:t>*Note - “Safety Verification Test Equipment” line item is intended to cover HW needed to perform Safety Verification Testing on new test assets.</a:t>
            </a:r>
          </a:p>
          <a:p>
            <a:r>
              <a:rPr lang="en-US"/>
              <a:t> - Expenses for safety testing under $1k are </a:t>
            </a:r>
            <a:r>
              <a:rPr lang="en-US" err="1"/>
              <a:t>OpEx</a:t>
            </a:r>
            <a:r>
              <a:rPr lang="en-US"/>
              <a:t> expenses that don't need to be captured here.</a:t>
            </a:r>
          </a:p>
          <a:p>
            <a:r>
              <a:rPr lang="en-US"/>
              <a:t> - Expenses over $1k should be listed here and included in the project AR.</a:t>
            </a:r>
          </a:p>
          <a:p>
            <a:r>
              <a:rPr lang="en-US"/>
              <a:t> - Individual items over $1.5K are depreciating </a:t>
            </a:r>
            <a:r>
              <a:rPr lang="en-US" err="1"/>
              <a:t>CapEx</a:t>
            </a:r>
            <a:r>
              <a:rPr lang="en-US"/>
              <a:t> expenses and should be listed as such above.</a:t>
            </a:r>
          </a:p>
        </p:txBody>
      </p:sp>
      <p:sp>
        <p:nvSpPr>
          <p:cNvPr id="4" name="Slide Number Placeholder 3"/>
          <p:cNvSpPr>
            <a:spLocks noGrp="1"/>
          </p:cNvSpPr>
          <p:nvPr>
            <p:ph type="sldNum" sz="quarter" idx="5"/>
          </p:nvPr>
        </p:nvSpPr>
        <p:spPr/>
        <p:txBody>
          <a:bodyPr/>
          <a:lstStyle/>
          <a:p>
            <a:fld id="{D06B116C-1CAD-49E2-B44E-AB4A995DEB2E}" type="slidenum">
              <a:rPr lang="en-US" smtClean="0"/>
              <a:pPr/>
              <a:t>21</a:t>
            </a:fld>
            <a:endParaRPr lang="en-US"/>
          </a:p>
        </p:txBody>
      </p:sp>
    </p:spTree>
    <p:extLst>
      <p:ext uri="{BB962C8B-B14F-4D97-AF65-F5344CB8AC3E}">
        <p14:creationId xmlns:p14="http://schemas.microsoft.com/office/powerpoint/2010/main" val="1612321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All project expenses over $1k, including </a:t>
            </a:r>
            <a:r>
              <a:rPr lang="en-US" err="1"/>
              <a:t>OpEx</a:t>
            </a:r>
            <a:r>
              <a:rPr lang="en-US"/>
              <a:t> (equipment between $1k and $1.5k, software, NREs, etc.) must be listed here for inclusion in the overall project AR.</a:t>
            </a:r>
          </a:p>
          <a:p>
            <a:r>
              <a:rPr lang="en-US"/>
              <a:t>If a line-item is </a:t>
            </a:r>
            <a:r>
              <a:rPr lang="en-US" err="1"/>
              <a:t>OpEx</a:t>
            </a:r>
            <a:r>
              <a:rPr lang="en-US"/>
              <a:t>, list `NA – </a:t>
            </a:r>
            <a:r>
              <a:rPr lang="en-US" err="1"/>
              <a:t>OpEx</a:t>
            </a:r>
            <a:r>
              <a:rPr lang="en-US"/>
              <a:t>` in the Depreciation column.</a:t>
            </a:r>
          </a:p>
          <a:p>
            <a:pPr marL="0" indent="0">
              <a:buNone/>
            </a:pPr>
            <a:endParaRPr lang="en-US">
              <a:ea typeface="Calibri" panose="020F0502020204030204"/>
              <a:cs typeface="Calibri" panose="020F0502020204030204"/>
            </a:endParaRPr>
          </a:p>
          <a:p>
            <a:r>
              <a:rPr lang="en-US">
                <a:ea typeface="Calibri" panose="020F0502020204030204"/>
                <a:cs typeface="Calibri" panose="020F0502020204030204"/>
              </a:rPr>
              <a:t>Cost Center / Account Guidance:</a:t>
            </a:r>
          </a:p>
          <a:p>
            <a:r>
              <a:rPr lang="en-US">
                <a:ea typeface="Calibri" panose="020F0502020204030204"/>
                <a:cs typeface="Calibri" panose="020F0502020204030204"/>
              </a:rPr>
              <a:t> - POTs for </a:t>
            </a:r>
            <a:r>
              <a:rPr lang="en-US" err="1">
                <a:ea typeface="Calibri" panose="020F0502020204030204"/>
                <a:cs typeface="Calibri" panose="020F0502020204030204"/>
              </a:rPr>
              <a:t>Mfg</a:t>
            </a:r>
            <a:r>
              <a:rPr lang="en-US">
                <a:ea typeface="Calibri" panose="020F0502020204030204"/>
                <a:cs typeface="Calibri" panose="020F0502020204030204"/>
              </a:rPr>
              <a:t> should use CC 1070, Acct 780000</a:t>
            </a:r>
          </a:p>
          <a:p>
            <a:r>
              <a:rPr lang="en-US">
                <a:ea typeface="Calibri" panose="020F0502020204030204"/>
                <a:cs typeface="Calibri" panose="020F0502020204030204"/>
              </a:rPr>
              <a:t> - Spares should use CC 1070, Acct 780001</a:t>
            </a:r>
          </a:p>
          <a:p>
            <a:r>
              <a:rPr lang="en-US">
                <a:ea typeface="Calibri" panose="020F0502020204030204"/>
                <a:cs typeface="Calibri" panose="020F0502020204030204"/>
              </a:rPr>
              <a:t> - Debug Solutions should use CC 1051</a:t>
            </a:r>
          </a:p>
          <a:p>
            <a:endParaRPr lang="en-US"/>
          </a:p>
          <a:p>
            <a:pPr marL="0" indent="0">
              <a:buNone/>
            </a:pPr>
            <a:r>
              <a:rPr lang="en-US" err="1"/>
              <a:t>CapEx</a:t>
            </a:r>
            <a:r>
              <a:rPr lang="en-US"/>
              <a:t> is any equipment with $1.5k minimum cost with useful life of 3 yrs or greater (equipment between $1k and $1.5k is </a:t>
            </a:r>
            <a:r>
              <a:rPr lang="en-US" err="1"/>
              <a:t>OpEx</a:t>
            </a:r>
            <a:r>
              <a:rPr lang="en-US"/>
              <a:t> but should also be included in the list).</a:t>
            </a:r>
          </a:p>
          <a:p>
            <a:r>
              <a:rPr lang="en-US"/>
              <a:t>-   </a:t>
            </a:r>
            <a:r>
              <a:rPr lang="en-US" err="1"/>
              <a:t>CapEx</a:t>
            </a:r>
            <a:r>
              <a:rPr lang="en-US"/>
              <a:t> cashflow occurs during the Purchase Fiscal Quarter</a:t>
            </a:r>
          </a:p>
          <a:p>
            <a:r>
              <a:rPr lang="en-US"/>
              <a:t>-   Monthly depreciation starts in the In-Service Fiscal Quarter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If Capex is &gt; $100K, work with PR&amp;D project team to complete an Economic Evaluation (ROI) with Finance</a:t>
            </a:r>
          </a:p>
        </p:txBody>
      </p:sp>
      <p:sp>
        <p:nvSpPr>
          <p:cNvPr id="4" name="Slide Number Placeholder 3"/>
          <p:cNvSpPr>
            <a:spLocks noGrp="1"/>
          </p:cNvSpPr>
          <p:nvPr>
            <p:ph type="sldNum" sz="quarter" idx="5"/>
          </p:nvPr>
        </p:nvSpPr>
        <p:spPr/>
        <p:txBody>
          <a:bodyPr/>
          <a:lstStyle/>
          <a:p>
            <a:fld id="{D06B116C-1CAD-49E2-B44E-AB4A995DEB2E}" type="slidenum">
              <a:rPr lang="en-US" smtClean="0"/>
              <a:pPr/>
              <a:t>22</a:t>
            </a:fld>
            <a:endParaRPr lang="en-US"/>
          </a:p>
        </p:txBody>
      </p:sp>
    </p:spTree>
    <p:extLst>
      <p:ext uri="{BB962C8B-B14F-4D97-AF65-F5344CB8AC3E}">
        <p14:creationId xmlns:p14="http://schemas.microsoft.com/office/powerpoint/2010/main" val="2919171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Risk </a:t>
            </a:r>
            <a:r>
              <a:rPr lang="en-US" err="1"/>
              <a:t>AzDO</a:t>
            </a:r>
            <a:r>
              <a:rPr lang="en-US"/>
              <a:t> Items:</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lang="en-US" b="1" u="sng"/>
              <a:t>Risk #1: AC Power through VPC</a:t>
            </a:r>
            <a:r>
              <a:rPr lang="en-US"/>
              <a:t>- </a:t>
            </a:r>
            <a:r>
              <a:rPr lang="en-US" err="1">
                <a:hlinkClick r:id="rId3"/>
              </a:rPr>
              <a:t>AzDO</a:t>
            </a:r>
            <a:r>
              <a:rPr lang="en-US">
                <a:hlinkClick r:id="rId3"/>
              </a:rPr>
              <a:t> #&lt;XXXXX&gt;</a:t>
            </a:r>
            <a:endParaRPr lang="en-US" b="1" u="sng"/>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lang="en-US" b="1" u="sng"/>
              <a:t>Risk #2: Instrumentation Missing Safety Certification </a:t>
            </a:r>
            <a:r>
              <a:rPr lang="en-US"/>
              <a:t>- </a:t>
            </a:r>
            <a:r>
              <a:rPr lang="en-US" err="1">
                <a:hlinkClick r:id="rId4"/>
              </a:rPr>
              <a:t>AzDO</a:t>
            </a:r>
            <a:r>
              <a:rPr lang="en-US">
                <a:hlinkClick r:id="rId4"/>
              </a:rPr>
              <a:t> #</a:t>
            </a:r>
            <a:r>
              <a:rPr lang="en-US">
                <a:hlinkClick r:id="rId3"/>
              </a:rPr>
              <a:t>&lt;XXXXX&gt;</a:t>
            </a:r>
            <a:endParaRPr lang="en-US">
              <a:ea typeface="Calibri"/>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lang="en-US" b="1" u="sng"/>
              <a:t>Risk #3: Fixture Design includes Pinch Points</a:t>
            </a:r>
            <a:r>
              <a:rPr lang="en-US"/>
              <a:t>– </a:t>
            </a:r>
            <a:r>
              <a:rPr lang="en-US" err="1">
                <a:hlinkClick r:id="rId5"/>
              </a:rPr>
              <a:t>AzDO</a:t>
            </a:r>
            <a:r>
              <a:rPr lang="en-US">
                <a:hlinkClick r:id="rId5"/>
              </a:rPr>
              <a:t> </a:t>
            </a:r>
            <a:r>
              <a:rPr lang="en-US">
                <a:hlinkClick r:id="rId3"/>
              </a:rPr>
              <a:t>#&lt;XXXXX&gt;</a:t>
            </a:r>
            <a:endParaRPr lang="en-US" u="sng">
              <a:latin typeface="Segoe UI VSS (Regular)"/>
              <a:ea typeface="Calibri"/>
              <a:cs typeface="Calibri"/>
            </a:endParaRPr>
          </a:p>
          <a:p>
            <a:endParaRPr lang="en-US">
              <a:ea typeface="Calibri"/>
              <a:cs typeface="Calibri"/>
            </a:endParaRPr>
          </a:p>
          <a:p>
            <a:r>
              <a:rPr lang="en-US">
                <a:ea typeface="Calibri"/>
                <a:cs typeface="Calibri"/>
              </a:rPr>
              <a:t>Severity Classifications</a:t>
            </a:r>
          </a:p>
          <a:p>
            <a:r>
              <a:rPr lang="en-US">
                <a:ea typeface="Calibri"/>
                <a:cs typeface="Calibri"/>
              </a:rPr>
              <a:t>     1: Very Low</a:t>
            </a:r>
          </a:p>
          <a:p>
            <a:r>
              <a:rPr lang="en-US">
                <a:ea typeface="Calibri"/>
                <a:cs typeface="Calibri"/>
              </a:rPr>
              <a:t>     2: Low</a:t>
            </a:r>
          </a:p>
          <a:p>
            <a:r>
              <a:rPr lang="en-US">
                <a:ea typeface="Calibri"/>
                <a:cs typeface="Calibri"/>
              </a:rPr>
              <a:t>     3: Medium*</a:t>
            </a:r>
          </a:p>
          <a:p>
            <a:r>
              <a:rPr lang="en-US">
                <a:ea typeface="Calibri"/>
                <a:cs typeface="Calibri"/>
              </a:rPr>
              <a:t>     4: High</a:t>
            </a:r>
          </a:p>
          <a:p>
            <a:r>
              <a:rPr lang="en-US">
                <a:ea typeface="Calibri"/>
                <a:cs typeface="Calibri"/>
              </a:rPr>
              <a:t>     5: Very High</a:t>
            </a:r>
          </a:p>
          <a:p>
            <a:endParaRPr lang="en-US">
              <a:ea typeface="Calibri"/>
              <a:cs typeface="Calibri"/>
            </a:endParaRPr>
          </a:p>
          <a:p>
            <a:r>
              <a:rPr lang="en-US">
                <a:ea typeface="Calibri"/>
                <a:cs typeface="Calibri"/>
              </a:rPr>
              <a:t>Likelihood of Mitigation Failure:</a:t>
            </a:r>
          </a:p>
          <a:p>
            <a:r>
              <a:rPr lang="en-US">
                <a:ea typeface="Calibri"/>
                <a:cs typeface="Calibri"/>
              </a:rPr>
              <a:t>     1: Rare</a:t>
            </a:r>
          </a:p>
          <a:p>
            <a:r>
              <a:rPr lang="en-US">
                <a:ea typeface="Calibri"/>
                <a:cs typeface="Calibri"/>
              </a:rPr>
              <a:t>     2: Unlikely</a:t>
            </a:r>
          </a:p>
          <a:p>
            <a:r>
              <a:rPr lang="en-US">
                <a:ea typeface="Calibri"/>
                <a:cs typeface="Calibri"/>
              </a:rPr>
              <a:t>     3: Possible</a:t>
            </a:r>
          </a:p>
          <a:p>
            <a:r>
              <a:rPr lang="en-US">
                <a:ea typeface="Calibri"/>
                <a:cs typeface="Calibri"/>
              </a:rPr>
              <a:t>     4: Likely*</a:t>
            </a:r>
          </a:p>
          <a:p>
            <a:r>
              <a:rPr lang="en-US">
                <a:ea typeface="Calibri"/>
                <a:cs typeface="Calibri"/>
              </a:rPr>
              <a:t>     5: Almost Certain</a:t>
            </a:r>
          </a:p>
          <a:p>
            <a:r>
              <a:rPr lang="en-US">
                <a:ea typeface="Calibri"/>
                <a:cs typeface="Calibri"/>
              </a:rPr>
              <a:t>     6: Certain</a:t>
            </a:r>
          </a:p>
          <a:p>
            <a:endParaRPr lang="en-US">
              <a:ea typeface="Calibri"/>
              <a:cs typeface="Calibri"/>
            </a:endParaRPr>
          </a:p>
          <a:p>
            <a:r>
              <a:rPr lang="en-US">
                <a:ea typeface="Calibri"/>
                <a:cs typeface="Calibri"/>
              </a:rPr>
              <a:t>*Note – Risk items with Severity below 3 (Medium) or Likelihood of Mitigation Failure below 4 (Likely) should be captured as </a:t>
            </a:r>
            <a:r>
              <a:rPr lang="en-US" err="1">
                <a:ea typeface="Calibri"/>
                <a:cs typeface="Calibri"/>
              </a:rPr>
              <a:t>Azdo</a:t>
            </a:r>
            <a:r>
              <a:rPr lang="en-US">
                <a:ea typeface="Calibri"/>
                <a:cs typeface="Calibri"/>
              </a:rPr>
              <a:t> work items and addressed during the project, but do not need to be discussed during the TSDR.</a:t>
            </a:r>
          </a:p>
        </p:txBody>
      </p:sp>
      <p:sp>
        <p:nvSpPr>
          <p:cNvPr id="4" name="Slide Number Placeholder 3"/>
          <p:cNvSpPr>
            <a:spLocks noGrp="1"/>
          </p:cNvSpPr>
          <p:nvPr>
            <p:ph type="sldNum" sz="quarter" idx="5"/>
          </p:nvPr>
        </p:nvSpPr>
        <p:spPr/>
        <p:txBody>
          <a:bodyPr/>
          <a:lstStyle/>
          <a:p>
            <a:fld id="{8F89D540-4D23-2A47-B174-D2FEEAC0865F}" type="slidenum">
              <a:rPr lang="en-US" smtClean="0"/>
              <a:t>23</a:t>
            </a:fld>
            <a:endParaRPr lang="en-US"/>
          </a:p>
        </p:txBody>
      </p:sp>
    </p:spTree>
    <p:extLst>
      <p:ext uri="{BB962C8B-B14F-4D97-AF65-F5344CB8AC3E}">
        <p14:creationId xmlns:p14="http://schemas.microsoft.com/office/powerpoint/2010/main" val="859127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List out **all** test assets (defined below) which will be utilized by the proposed solution (examples include Stations, ITAs, Fixtures, CCAs, etc.) on their own row and indicate whether they require Modernization, filling out the table as needed.</a:t>
            </a:r>
          </a:p>
          <a:p>
            <a:r>
              <a:rPr lang="en-US">
                <a:ea typeface="Calibri"/>
                <a:cs typeface="Calibri"/>
              </a:rPr>
              <a:t>For any assets that list 'Yes' in the 'Requires Modernization?' Column (even if they were granted an exception), include those in the previous Modernization slide.</a:t>
            </a:r>
          </a:p>
          <a:p>
            <a:endParaRPr lang="en-US">
              <a:ea typeface="Calibri"/>
              <a:cs typeface="Calibri"/>
            </a:endParaRPr>
          </a:p>
          <a:p>
            <a:r>
              <a:rPr lang="en-US">
                <a:ea typeface="Calibri"/>
                <a:cs typeface="Calibri"/>
              </a:rPr>
              <a:t>Definition:</a:t>
            </a:r>
          </a:p>
          <a:p>
            <a:r>
              <a:rPr lang="en-US"/>
              <a:t>  * A test asset is any station, fixture, ITA, or other piece of test equipment or hardware used to test the products in this TSDR.</a:t>
            </a:r>
            <a:endParaRPr lang="en-US">
              <a:ea typeface="Calibri"/>
              <a:cs typeface="Calibri"/>
            </a:endParaRPr>
          </a:p>
          <a:p>
            <a:r>
              <a:rPr lang="en-US"/>
              <a:t>  * Multiple pieces of hardware in one logical grouping can be covered by one line (e.g. if multiple custom CCAs in a fixture have EOL components, those issues can be covered by a line item for the fixture.</a:t>
            </a:r>
            <a:endParaRPr lang="en-US">
              <a:ea typeface="Calibri"/>
              <a:cs typeface="Calibri"/>
            </a:endParaRPr>
          </a:p>
          <a:p>
            <a:r>
              <a:rPr lang="en-US"/>
              <a:t>  * At the TE's discretion, items can be listed on separate lines if those items warrant specific consideration.</a:t>
            </a:r>
            <a:endParaRPr lang="en-US">
              <a:ea typeface="Calibri"/>
              <a:cs typeface="Calibri"/>
            </a:endParaRPr>
          </a:p>
        </p:txBody>
      </p:sp>
      <p:sp>
        <p:nvSpPr>
          <p:cNvPr id="4" name="Slide Number Placeholder 3"/>
          <p:cNvSpPr>
            <a:spLocks noGrp="1"/>
          </p:cNvSpPr>
          <p:nvPr>
            <p:ph type="sldNum" sz="quarter" idx="5"/>
          </p:nvPr>
        </p:nvSpPr>
        <p:spPr/>
        <p:txBody>
          <a:bodyPr/>
          <a:lstStyle/>
          <a:p>
            <a:fld id="{8F89D540-4D23-2A47-B174-D2FEEAC0865F}" type="slidenum">
              <a:rPr lang="en-US" smtClean="0"/>
              <a:t>29</a:t>
            </a:fld>
            <a:endParaRPr lang="en-US"/>
          </a:p>
        </p:txBody>
      </p:sp>
    </p:spTree>
    <p:extLst>
      <p:ext uri="{BB962C8B-B14F-4D97-AF65-F5344CB8AC3E}">
        <p14:creationId xmlns:p14="http://schemas.microsoft.com/office/powerpoint/2010/main" val="4107057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Key Requirements</a:t>
            </a:r>
          </a:p>
          <a:p>
            <a:r>
              <a:rPr lang="en-US"/>
              <a:t>Detail regression plan if using an existing image</a:t>
            </a:r>
          </a:p>
          <a:p>
            <a:r>
              <a:rPr lang="en-US" sz="1800" b="0" i="0" u="none" strike="noStrike">
                <a:solidFill>
                  <a:srgbClr val="000000"/>
                </a:solidFill>
                <a:effectLst/>
                <a:latin typeface="Calibri" panose="020F0502020204030204" pitchFamily="34" charset="0"/>
              </a:rPr>
              <a:t>New software license requirement understood. Software maintenance process and cost approved, captured in TSDR slides.</a:t>
            </a:r>
            <a:r>
              <a:rPr lang="en-US"/>
              <a:t> </a:t>
            </a:r>
          </a:p>
        </p:txBody>
      </p:sp>
      <p:sp>
        <p:nvSpPr>
          <p:cNvPr id="4" name="Slide Number Placeholder 3"/>
          <p:cNvSpPr>
            <a:spLocks noGrp="1"/>
          </p:cNvSpPr>
          <p:nvPr>
            <p:ph type="sldNum" sz="quarter" idx="5"/>
          </p:nvPr>
        </p:nvSpPr>
        <p:spPr/>
        <p:txBody>
          <a:bodyPr/>
          <a:lstStyle/>
          <a:p>
            <a:fld id="{8F89D540-4D23-2A47-B174-D2FEEAC0865F}" type="slidenum">
              <a:rPr lang="en-US" smtClean="0"/>
              <a:t>30</a:t>
            </a:fld>
            <a:endParaRPr lang="en-US"/>
          </a:p>
        </p:txBody>
      </p:sp>
    </p:spTree>
    <p:extLst>
      <p:ext uri="{BB962C8B-B14F-4D97-AF65-F5344CB8AC3E}">
        <p14:creationId xmlns:p14="http://schemas.microsoft.com/office/powerpoint/2010/main" val="1667339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Key Requirements</a:t>
            </a:r>
          </a:p>
          <a:p>
            <a:r>
              <a:rPr lang="en-US" sz="1800" b="0" i="0" u="none" strike="noStrike">
                <a:solidFill>
                  <a:srgbClr val="000000"/>
                </a:solidFill>
                <a:effectLst/>
                <a:latin typeface="Calibri" panose="020F0502020204030204" pitchFamily="34" charset="0"/>
              </a:rPr>
              <a:t>MFG training needs are listed in order to be able to sustain the test solution on a long term.</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Topic and content</a:t>
            </a:r>
            <a:br>
              <a:rPr lang="en-US" sz="1800" b="0" i="0" u="none" strike="noStrike">
                <a:solidFill>
                  <a:srgbClr val="000000"/>
                </a:solidFill>
                <a:effectLst/>
                <a:latin typeface="Calibri" panose="020F0502020204030204" pitchFamily="34" charset="0"/>
              </a:rPr>
            </a:br>
            <a:r>
              <a:rPr lang="en-US" sz="1800" b="0" i="0" u="none" strike="noStrike">
                <a:solidFill>
                  <a:srgbClr val="000000"/>
                </a:solidFill>
                <a:effectLst/>
                <a:latin typeface="Calibri" panose="020F0502020204030204" pitchFamily="34" charset="0"/>
              </a:rPr>
              <a:t>• Trainer</a:t>
            </a:r>
            <a:r>
              <a:rPr lang="en-US"/>
              <a:t> </a:t>
            </a:r>
          </a:p>
        </p:txBody>
      </p:sp>
      <p:sp>
        <p:nvSpPr>
          <p:cNvPr id="4" name="Slide Number Placeholder 3"/>
          <p:cNvSpPr>
            <a:spLocks noGrp="1"/>
          </p:cNvSpPr>
          <p:nvPr>
            <p:ph type="sldNum" sz="quarter" idx="5"/>
          </p:nvPr>
        </p:nvSpPr>
        <p:spPr/>
        <p:txBody>
          <a:bodyPr/>
          <a:lstStyle/>
          <a:p>
            <a:fld id="{8F89D540-4D23-2A47-B174-D2FEEAC0865F}" type="slidenum">
              <a:rPr lang="en-US" smtClean="0"/>
              <a:t>32</a:t>
            </a:fld>
            <a:endParaRPr lang="en-US"/>
          </a:p>
        </p:txBody>
      </p:sp>
    </p:spTree>
    <p:extLst>
      <p:ext uri="{BB962C8B-B14F-4D97-AF65-F5344CB8AC3E}">
        <p14:creationId xmlns:p14="http://schemas.microsoft.com/office/powerpoint/2010/main" val="19233793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Master" Target="../slideMasters/slideMaster3.xml"/><Relationship Id="rId4" Type="http://schemas.openxmlformats.org/officeDocument/2006/relationships/image" Target="../media/image7.emf"/></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3.xml"/><Relationship Id="rId4" Type="http://schemas.openxmlformats.org/officeDocument/2006/relationships/image" Target="../media/image3.emf"/></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rgbClr val="00B777"/>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69" y="3422512"/>
            <a:ext cx="6362693"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69" y="3757999"/>
            <a:ext cx="6362693"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1" name="Rectangle 10">
            <a:extLst>
              <a:ext uri="{FF2B5EF4-FFF2-40B4-BE49-F238E27FC236}">
                <a16:creationId xmlns:a16="http://schemas.microsoft.com/office/drawing/2014/main" id="{CD9D7B3D-7C1B-4A6A-9B09-6E1ECBECB7D7}"/>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817660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1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rgbClr val="00B777"/>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70" y="3422512"/>
            <a:ext cx="2940310"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70" y="3757999"/>
            <a:ext cx="2940310"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1" name="Text Placeholder 2">
            <a:extLst>
              <a:ext uri="{FF2B5EF4-FFF2-40B4-BE49-F238E27FC236}">
                <a16:creationId xmlns:a16="http://schemas.microsoft.com/office/drawing/2014/main" id="{C62988D4-D1C1-1A41-8427-2DC3A0F25244}"/>
              </a:ext>
            </a:extLst>
          </p:cNvPr>
          <p:cNvSpPr>
            <a:spLocks noGrp="1"/>
          </p:cNvSpPr>
          <p:nvPr>
            <p:ph type="body" sz="quarter" idx="17" hasCustomPrompt="1"/>
          </p:nvPr>
        </p:nvSpPr>
        <p:spPr>
          <a:xfrm>
            <a:off x="5380730" y="3422512"/>
            <a:ext cx="2940310"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4" name="Text Placeholder 2">
            <a:extLst>
              <a:ext uri="{FF2B5EF4-FFF2-40B4-BE49-F238E27FC236}">
                <a16:creationId xmlns:a16="http://schemas.microsoft.com/office/drawing/2014/main" id="{BCF940C5-CE1A-6A44-BDAA-6603B2A849B5}"/>
              </a:ext>
            </a:extLst>
          </p:cNvPr>
          <p:cNvSpPr>
            <a:spLocks noGrp="1"/>
          </p:cNvSpPr>
          <p:nvPr>
            <p:ph type="body" sz="quarter" idx="18" hasCustomPrompt="1"/>
          </p:nvPr>
        </p:nvSpPr>
        <p:spPr>
          <a:xfrm>
            <a:off x="5380730" y="3757999"/>
            <a:ext cx="2940310"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8" name="Rectangle 17">
            <a:extLst>
              <a:ext uri="{FF2B5EF4-FFF2-40B4-BE49-F238E27FC236}">
                <a16:creationId xmlns:a16="http://schemas.microsoft.com/office/drawing/2014/main" id="{CED370A5-2CFF-454B-A117-20873166BDD3}"/>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103199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6" name="Picture 15">
            <a:extLst>
              <a:ext uri="{FF2B5EF4-FFF2-40B4-BE49-F238E27FC236}">
                <a16:creationId xmlns:a16="http://schemas.microsoft.com/office/drawing/2014/main" id="{65656CE9-0040-A34F-8C4D-2091C9CAA70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971550" y="0"/>
            <a:ext cx="2825750" cy="5143500"/>
          </a:xfrm>
          <a:prstGeom prst="rect">
            <a:avLst/>
          </a:prstGeom>
        </p:spPr>
      </p:pic>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062740" y="2415441"/>
            <a:ext cx="4824896"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bg1"/>
                </a:solidFill>
                <a:latin typeface="+mn-lt"/>
                <a:ea typeface="Arial" charset="0"/>
                <a:cs typeface="Arial" charset="0"/>
              </a:defRPr>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070735" y="1235365"/>
            <a:ext cx="4819265" cy="997196"/>
          </a:xfrm>
          <a:prstGeom prst="rect">
            <a:avLst/>
          </a:prstGeom>
        </p:spPr>
        <p:txBody>
          <a:bodyPr vert="horz" wrap="square" lIns="0" tIns="0" rIns="0" bIns="0" rtlCol="0" anchor="t">
            <a:noAutofit/>
          </a:bodyPr>
          <a:lstStyle>
            <a:lvl1pPr>
              <a:defRPr sz="3600">
                <a:solidFill>
                  <a:schemeClr val="bg1"/>
                </a:solidFill>
              </a:defRPr>
            </a:lvl1pPr>
          </a:lstStyle>
          <a:p>
            <a:r>
              <a:rPr lang="en-US"/>
              <a:t>Presentation Title</a:t>
            </a:r>
            <a:br>
              <a:rPr lang="en-US"/>
            </a:br>
            <a:r>
              <a:rPr lang="en-US"/>
              <a:t>Presentation Title</a:t>
            </a:r>
          </a:p>
        </p:txBody>
      </p:sp>
      <p:sp>
        <p:nvSpPr>
          <p:cNvPr id="13" name="Text Placeholder 2">
            <a:extLst>
              <a:ext uri="{FF2B5EF4-FFF2-40B4-BE49-F238E27FC236}">
                <a16:creationId xmlns:a16="http://schemas.microsoft.com/office/drawing/2014/main" id="{DB56DA04-C94C-7D4C-850E-73A6ADC441D9}"/>
              </a:ext>
            </a:extLst>
          </p:cNvPr>
          <p:cNvSpPr>
            <a:spLocks noGrp="1"/>
          </p:cNvSpPr>
          <p:nvPr>
            <p:ph type="body" sz="quarter" idx="15" hasCustomPrompt="1"/>
          </p:nvPr>
        </p:nvSpPr>
        <p:spPr>
          <a:xfrm>
            <a:off x="4062741" y="3422512"/>
            <a:ext cx="4824894"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pic>
        <p:nvPicPr>
          <p:cNvPr id="12" name="Image">
            <a:extLst>
              <a:ext uri="{FF2B5EF4-FFF2-40B4-BE49-F238E27FC236}">
                <a16:creationId xmlns:a16="http://schemas.microsoft.com/office/drawing/2014/main" id="{7427F21E-3609-7943-AE05-8CAE39A3A873}"/>
              </a:ext>
            </a:extLst>
          </p:cNvPr>
          <p:cNvPicPr>
            <a:picLocks noChangeAspect="1"/>
          </p:cNvPicPr>
          <p:nvPr userDrawn="1"/>
        </p:nvPicPr>
        <p:blipFill>
          <a:blip r:embed="rId3"/>
          <a:srcRect/>
          <a:stretch/>
        </p:blipFill>
        <p:spPr>
          <a:xfrm>
            <a:off x="246990" y="250462"/>
            <a:ext cx="489607" cy="327631"/>
          </a:xfrm>
          <a:prstGeom prst="rect">
            <a:avLst/>
          </a:prstGeom>
          <a:ln w="12700">
            <a:miter lim="400000"/>
          </a:ln>
        </p:spPr>
      </p:pic>
      <p:sp>
        <p:nvSpPr>
          <p:cNvPr id="10" name="Rectangle 9">
            <a:extLst>
              <a:ext uri="{FF2B5EF4-FFF2-40B4-BE49-F238E27FC236}">
                <a16:creationId xmlns:a16="http://schemas.microsoft.com/office/drawing/2014/main" id="{30D660A3-5027-7045-8F6D-B7A3E56EEF1E}"/>
              </a:ext>
            </a:extLst>
          </p:cNvPr>
          <p:cNvSpPr/>
          <p:nvPr userDrawn="1"/>
        </p:nvSpPr>
        <p:spPr>
          <a:xfrm>
            <a:off x="246991" y="4667627"/>
            <a:ext cx="724560" cy="276999"/>
          </a:xfrm>
          <a:prstGeom prst="rect">
            <a:avLst/>
          </a:prstGeom>
        </p:spPr>
        <p:txBody>
          <a:bodyPr wrap="none" lIns="0" tIns="0" rIns="0" bIns="0" anchor="b">
            <a:noAutofit/>
          </a:bodyPr>
          <a:lstStyle/>
          <a:p>
            <a:pPr lvl="0"/>
            <a:r>
              <a:rPr lang="en-US" sz="1000" spc="-20" baseline="0">
                <a:solidFill>
                  <a:schemeClr val="tx2"/>
                </a:solidFill>
              </a:rPr>
              <a:t>ni.com</a:t>
            </a:r>
          </a:p>
        </p:txBody>
      </p:sp>
      <p:sp>
        <p:nvSpPr>
          <p:cNvPr id="15" name="Text Placeholder 2">
            <a:extLst>
              <a:ext uri="{FF2B5EF4-FFF2-40B4-BE49-F238E27FC236}">
                <a16:creationId xmlns:a16="http://schemas.microsoft.com/office/drawing/2014/main" id="{58899CD4-D773-0A4B-A456-E6BBF46A3C00}"/>
              </a:ext>
            </a:extLst>
          </p:cNvPr>
          <p:cNvSpPr>
            <a:spLocks noGrp="1"/>
          </p:cNvSpPr>
          <p:nvPr>
            <p:ph type="body" sz="quarter" idx="16" hasCustomPrompt="1"/>
          </p:nvPr>
        </p:nvSpPr>
        <p:spPr>
          <a:xfrm>
            <a:off x="4062740" y="3757999"/>
            <a:ext cx="4824896"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1" name="Rectangle 10">
            <a:extLst>
              <a:ext uri="{FF2B5EF4-FFF2-40B4-BE49-F238E27FC236}">
                <a16:creationId xmlns:a16="http://schemas.microsoft.com/office/drawing/2014/main" id="{81F3ABA0-DC64-4E84-98B9-732FB05A8B73}"/>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562650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Slide 2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6" name="Picture 15">
            <a:extLst>
              <a:ext uri="{FF2B5EF4-FFF2-40B4-BE49-F238E27FC236}">
                <a16:creationId xmlns:a16="http://schemas.microsoft.com/office/drawing/2014/main" id="{65656CE9-0040-A34F-8C4D-2091C9CAA70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971550" y="0"/>
            <a:ext cx="2825750" cy="5143500"/>
          </a:xfrm>
          <a:prstGeom prst="rect">
            <a:avLst/>
          </a:prstGeom>
        </p:spPr>
      </p:pic>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062740" y="2415441"/>
            <a:ext cx="4824896"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bg1"/>
                </a:solidFill>
                <a:latin typeface="+mn-lt"/>
                <a:ea typeface="Arial" charset="0"/>
                <a:cs typeface="Arial" charset="0"/>
              </a:defRPr>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070735" y="1235365"/>
            <a:ext cx="4819265" cy="997196"/>
          </a:xfrm>
          <a:prstGeom prst="rect">
            <a:avLst/>
          </a:prstGeom>
        </p:spPr>
        <p:txBody>
          <a:bodyPr vert="horz" wrap="square" lIns="0" tIns="0" rIns="0" bIns="0" rtlCol="0" anchor="t">
            <a:noAutofit/>
          </a:bodyPr>
          <a:lstStyle>
            <a:lvl1pPr>
              <a:defRPr sz="3600">
                <a:solidFill>
                  <a:schemeClr val="bg1"/>
                </a:solidFill>
              </a:defRPr>
            </a:lvl1pPr>
          </a:lstStyle>
          <a:p>
            <a:r>
              <a:rPr lang="en-US"/>
              <a:t>Presentation Title</a:t>
            </a:r>
            <a:br>
              <a:rPr lang="en-US"/>
            </a:br>
            <a:r>
              <a:rPr lang="en-US"/>
              <a:t>Presentation Title</a:t>
            </a:r>
          </a:p>
        </p:txBody>
      </p:sp>
      <p:sp>
        <p:nvSpPr>
          <p:cNvPr id="13" name="Text Placeholder 2">
            <a:extLst>
              <a:ext uri="{FF2B5EF4-FFF2-40B4-BE49-F238E27FC236}">
                <a16:creationId xmlns:a16="http://schemas.microsoft.com/office/drawing/2014/main" id="{DB56DA04-C94C-7D4C-850E-73A6ADC441D9}"/>
              </a:ext>
            </a:extLst>
          </p:cNvPr>
          <p:cNvSpPr>
            <a:spLocks noGrp="1"/>
          </p:cNvSpPr>
          <p:nvPr>
            <p:ph type="body" sz="quarter" idx="15" hasCustomPrompt="1"/>
          </p:nvPr>
        </p:nvSpPr>
        <p:spPr>
          <a:xfrm>
            <a:off x="4062741" y="3422512"/>
            <a:ext cx="2230469"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pic>
        <p:nvPicPr>
          <p:cNvPr id="12" name="Image">
            <a:extLst>
              <a:ext uri="{FF2B5EF4-FFF2-40B4-BE49-F238E27FC236}">
                <a16:creationId xmlns:a16="http://schemas.microsoft.com/office/drawing/2014/main" id="{7427F21E-3609-7943-AE05-8CAE39A3A873}"/>
              </a:ext>
            </a:extLst>
          </p:cNvPr>
          <p:cNvPicPr>
            <a:picLocks noChangeAspect="1"/>
          </p:cNvPicPr>
          <p:nvPr userDrawn="1"/>
        </p:nvPicPr>
        <p:blipFill>
          <a:blip r:embed="rId3"/>
          <a:srcRect/>
          <a:stretch/>
        </p:blipFill>
        <p:spPr>
          <a:xfrm>
            <a:off x="246990" y="250462"/>
            <a:ext cx="489607" cy="327631"/>
          </a:xfrm>
          <a:prstGeom prst="rect">
            <a:avLst/>
          </a:prstGeom>
          <a:ln w="12700">
            <a:miter lim="400000"/>
          </a:ln>
        </p:spPr>
      </p:pic>
      <p:sp>
        <p:nvSpPr>
          <p:cNvPr id="10" name="Rectangle 9">
            <a:extLst>
              <a:ext uri="{FF2B5EF4-FFF2-40B4-BE49-F238E27FC236}">
                <a16:creationId xmlns:a16="http://schemas.microsoft.com/office/drawing/2014/main" id="{30D660A3-5027-7045-8F6D-B7A3E56EEF1E}"/>
              </a:ext>
            </a:extLst>
          </p:cNvPr>
          <p:cNvSpPr/>
          <p:nvPr userDrawn="1"/>
        </p:nvSpPr>
        <p:spPr>
          <a:xfrm>
            <a:off x="246991" y="4667627"/>
            <a:ext cx="724560" cy="276999"/>
          </a:xfrm>
          <a:prstGeom prst="rect">
            <a:avLst/>
          </a:prstGeom>
        </p:spPr>
        <p:txBody>
          <a:bodyPr wrap="none" lIns="0" tIns="0" rIns="0" bIns="0" anchor="b">
            <a:noAutofit/>
          </a:bodyPr>
          <a:lstStyle/>
          <a:p>
            <a:pPr lvl="0"/>
            <a:r>
              <a:rPr lang="en-US" sz="1000" spc="-20" baseline="0">
                <a:solidFill>
                  <a:schemeClr val="tx2"/>
                </a:solidFill>
              </a:rPr>
              <a:t>ni.com</a:t>
            </a:r>
          </a:p>
        </p:txBody>
      </p:sp>
      <p:sp>
        <p:nvSpPr>
          <p:cNvPr id="15" name="Text Placeholder 2">
            <a:extLst>
              <a:ext uri="{FF2B5EF4-FFF2-40B4-BE49-F238E27FC236}">
                <a16:creationId xmlns:a16="http://schemas.microsoft.com/office/drawing/2014/main" id="{58899CD4-D773-0A4B-A456-E6BBF46A3C00}"/>
              </a:ext>
            </a:extLst>
          </p:cNvPr>
          <p:cNvSpPr>
            <a:spLocks noGrp="1"/>
          </p:cNvSpPr>
          <p:nvPr>
            <p:ph type="body" sz="quarter" idx="16" hasCustomPrompt="1"/>
          </p:nvPr>
        </p:nvSpPr>
        <p:spPr>
          <a:xfrm>
            <a:off x="4062740" y="3757999"/>
            <a:ext cx="2230470"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1" name="Text Placeholder 2">
            <a:extLst>
              <a:ext uri="{FF2B5EF4-FFF2-40B4-BE49-F238E27FC236}">
                <a16:creationId xmlns:a16="http://schemas.microsoft.com/office/drawing/2014/main" id="{642154EA-E8B3-AA44-A122-ED39A876F1C7}"/>
              </a:ext>
            </a:extLst>
          </p:cNvPr>
          <p:cNvSpPr>
            <a:spLocks noGrp="1"/>
          </p:cNvSpPr>
          <p:nvPr>
            <p:ph type="body" sz="quarter" idx="17" hasCustomPrompt="1"/>
          </p:nvPr>
        </p:nvSpPr>
        <p:spPr>
          <a:xfrm>
            <a:off x="6549575" y="3422512"/>
            <a:ext cx="2338061"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sp>
        <p:nvSpPr>
          <p:cNvPr id="14" name="Text Placeholder 2">
            <a:extLst>
              <a:ext uri="{FF2B5EF4-FFF2-40B4-BE49-F238E27FC236}">
                <a16:creationId xmlns:a16="http://schemas.microsoft.com/office/drawing/2014/main" id="{E2D1A662-941F-1842-8AA2-C52D8699D174}"/>
              </a:ext>
            </a:extLst>
          </p:cNvPr>
          <p:cNvSpPr>
            <a:spLocks noGrp="1"/>
          </p:cNvSpPr>
          <p:nvPr>
            <p:ph type="body" sz="quarter" idx="18" hasCustomPrompt="1"/>
          </p:nvPr>
        </p:nvSpPr>
        <p:spPr>
          <a:xfrm>
            <a:off x="6549574" y="3757999"/>
            <a:ext cx="2338061"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7" name="Rectangle 16">
            <a:extLst>
              <a:ext uri="{FF2B5EF4-FFF2-40B4-BE49-F238E27FC236}">
                <a16:creationId xmlns:a16="http://schemas.microsoft.com/office/drawing/2014/main" id="{82275787-E708-40DE-84FF-CE4EAE9117FD}"/>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12971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rand Update for ending or begining">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58B4DC-CAF3-174A-83C6-A9EAE6D49A61}"/>
              </a:ext>
            </a:extLst>
          </p:cNvPr>
          <p:cNvSpPr/>
          <p:nvPr userDrawn="1"/>
        </p:nvSpPr>
        <p:spPr>
          <a:xfrm rot="10800000">
            <a:off x="0" y="0"/>
            <a:ext cx="9144000" cy="5143500"/>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6" name="Freeform 15">
            <a:extLst>
              <a:ext uri="{FF2B5EF4-FFF2-40B4-BE49-F238E27FC236}">
                <a16:creationId xmlns:a16="http://schemas.microsoft.com/office/drawing/2014/main" id="{4318A853-BC17-0E4F-BD5F-6054F35EDA2B}"/>
              </a:ext>
            </a:extLst>
          </p:cNvPr>
          <p:cNvSpPr/>
          <p:nvPr userDrawn="1"/>
        </p:nvSpPr>
        <p:spPr>
          <a:xfrm rot="10800000" flipH="1">
            <a:off x="0" y="-4"/>
            <a:ext cx="9144001" cy="5143501"/>
          </a:xfrm>
          <a:custGeom>
            <a:avLst/>
            <a:gdLst>
              <a:gd name="connsiteX0" fmla="*/ 5208134 w 9143999"/>
              <a:gd name="connsiteY0" fmla="*/ 0 h 5143500"/>
              <a:gd name="connsiteX1" fmla="*/ 5208136 w 9143999"/>
              <a:gd name="connsiteY1" fmla="*/ 0 h 5143500"/>
              <a:gd name="connsiteX2" fmla="*/ 9143999 w 9143999"/>
              <a:gd name="connsiteY2" fmla="*/ 0 h 5143500"/>
              <a:gd name="connsiteX3" fmla="*/ 9143999 w 9143999"/>
              <a:gd name="connsiteY3" fmla="*/ 5143500 h 5143500"/>
              <a:gd name="connsiteX4" fmla="*/ 5208136 w 9143999"/>
              <a:gd name="connsiteY4" fmla="*/ 5143500 h 5143500"/>
              <a:gd name="connsiteX5" fmla="*/ 0 w 9143999"/>
              <a:gd name="connsiteY5" fmla="*/ 5143500 h 5143500"/>
              <a:gd name="connsiteX6" fmla="*/ 5208134 w 9143999"/>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3999" h="5143500">
                <a:moveTo>
                  <a:pt x="5208134" y="0"/>
                </a:moveTo>
                <a:lnTo>
                  <a:pt x="5208136" y="0"/>
                </a:lnTo>
                <a:lnTo>
                  <a:pt x="9143999" y="0"/>
                </a:lnTo>
                <a:lnTo>
                  <a:pt x="9143999" y="5143500"/>
                </a:lnTo>
                <a:lnTo>
                  <a:pt x="5208136" y="5143500"/>
                </a:lnTo>
                <a:lnTo>
                  <a:pt x="0" y="5143500"/>
                </a:lnTo>
                <a:cubicBezTo>
                  <a:pt x="0" y="2302825"/>
                  <a:pt x="2331762" y="0"/>
                  <a:pt x="5208134" y="0"/>
                </a:cubicBezTo>
                <a:close/>
              </a:path>
            </a:pathLst>
          </a:custGeom>
          <a:solidFill>
            <a:schemeClr val="bg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6" name="Graphic 4">
            <a:extLst>
              <a:ext uri="{FF2B5EF4-FFF2-40B4-BE49-F238E27FC236}">
                <a16:creationId xmlns:a16="http://schemas.microsoft.com/office/drawing/2014/main" id="{7501A2DC-C99D-5B49-99EF-FFB52ED4626F}"/>
              </a:ext>
            </a:extLst>
          </p:cNvPr>
          <p:cNvPicPr>
            <a:picLocks/>
          </p:cNvPicPr>
          <p:nvPr userDrawn="1"/>
        </p:nvPicPr>
        <p:blipFill>
          <a:blip r:embed="rId2"/>
          <a:srcRect/>
          <a:stretch/>
        </p:blipFill>
        <p:spPr>
          <a:xfrm>
            <a:off x="2612164" y="1781945"/>
            <a:ext cx="4741136" cy="1022092"/>
          </a:xfrm>
          <a:prstGeom prst="rect">
            <a:avLst/>
          </a:prstGeom>
        </p:spPr>
      </p:pic>
    </p:spTree>
    <p:extLst>
      <p:ext uri="{BB962C8B-B14F-4D97-AF65-F5344CB8AC3E}">
        <p14:creationId xmlns:p14="http://schemas.microsoft.com/office/powerpoint/2010/main" val="4150998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1"/>
            <a:ext cx="3552825" cy="51434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endParaRPr lang="en-US"/>
          </a:p>
        </p:txBody>
      </p:sp>
      <p:sp>
        <p:nvSpPr>
          <p:cNvPr id="2" name="Title 1"/>
          <p:cNvSpPr>
            <a:spLocks noGrp="1"/>
          </p:cNvSpPr>
          <p:nvPr>
            <p:ph type="ctrTitle" hasCustomPrompt="1"/>
          </p:nvPr>
        </p:nvSpPr>
        <p:spPr>
          <a:xfrm>
            <a:off x="736600" y="829515"/>
            <a:ext cx="2446438" cy="590931"/>
          </a:xfrm>
          <a:prstGeom prst="rect">
            <a:avLst/>
          </a:prstGeom>
        </p:spPr>
        <p:txBody>
          <a:bodyPr wrap="square" lIns="0" rIns="0" anchor="t">
            <a:noAutofit/>
          </a:bodyPr>
          <a:lstStyle>
            <a:lvl1pPr algn="l">
              <a:defRPr sz="3600" baseline="0">
                <a:solidFill>
                  <a:schemeClr val="tx1"/>
                </a:solidFill>
              </a:defRPr>
            </a:lvl1pPr>
          </a:lstStyle>
          <a:p>
            <a:r>
              <a:rPr lang="en-US"/>
              <a:t>Agenda</a:t>
            </a:r>
          </a:p>
        </p:txBody>
      </p:sp>
      <p:sp>
        <p:nvSpPr>
          <p:cNvPr id="5" name="Text Placeholder 4">
            <a:extLst>
              <a:ext uri="{FF2B5EF4-FFF2-40B4-BE49-F238E27FC236}">
                <a16:creationId xmlns:a16="http://schemas.microsoft.com/office/drawing/2014/main" id="{8A08097A-F6BF-584E-9C47-5BC4A6E65785}"/>
              </a:ext>
            </a:extLst>
          </p:cNvPr>
          <p:cNvSpPr>
            <a:spLocks noGrp="1"/>
          </p:cNvSpPr>
          <p:nvPr>
            <p:ph type="body" sz="quarter" idx="10" hasCustomPrompt="1"/>
          </p:nvPr>
        </p:nvSpPr>
        <p:spPr>
          <a:xfrm>
            <a:off x="3797300" y="829515"/>
            <a:ext cx="4599538" cy="1938992"/>
          </a:xfrm>
          <a:prstGeom prst="rect">
            <a:avLst/>
          </a:prstGeom>
        </p:spPr>
        <p:txBody>
          <a:bodyPr wrap="square" lIns="0" tIns="0" rIns="0" anchor="t">
            <a:noAutofit/>
          </a:bodyPr>
          <a:lstStyle>
            <a:lvl1pPr marL="0" marR="0" indent="0" algn="l" defTabSz="914400" rtl="0" eaLnBrk="1" fontAlgn="auto" latinLnBrk="0" hangingPunct="1">
              <a:lnSpc>
                <a:spcPct val="100000"/>
              </a:lnSpc>
              <a:spcBef>
                <a:spcPts val="0"/>
              </a:spcBef>
              <a:spcAft>
                <a:spcPts val="1200"/>
              </a:spcAft>
              <a:buClr>
                <a:schemeClr val="bg2">
                  <a:lumMod val="50000"/>
                </a:schemeClr>
              </a:buClr>
              <a:buSzPct val="70000"/>
              <a:buFont typeface="Wingdings" charset="2"/>
              <a:buNone/>
              <a:tabLst>
                <a:tab pos="182880" algn="l"/>
              </a:tabLst>
              <a:defRPr sz="1600"/>
            </a:lvl1pPr>
          </a:lstStyle>
          <a:p>
            <a:pPr lvl="0"/>
            <a:r>
              <a:rPr lang="en-US"/>
              <a:t>Content Item 1</a:t>
            </a:r>
          </a:p>
          <a:p>
            <a:pPr lvl="0"/>
            <a:r>
              <a:rPr lang="en-US"/>
              <a:t>Content Item 2</a:t>
            </a:r>
          </a:p>
          <a:p>
            <a:pPr lvl="0"/>
            <a:r>
              <a:rPr lang="en-US"/>
              <a:t>Content Item 3</a:t>
            </a:r>
          </a:p>
          <a:p>
            <a:pPr lvl="0"/>
            <a:r>
              <a:rPr lang="en-US"/>
              <a:t>Content Item 4</a:t>
            </a:r>
          </a:p>
          <a:p>
            <a:pPr lvl="0"/>
            <a:r>
              <a:rPr lang="en-US"/>
              <a:t>Content Item 5 </a:t>
            </a:r>
          </a:p>
        </p:txBody>
      </p:sp>
      <p:sp>
        <p:nvSpPr>
          <p:cNvPr id="10" name="Text Placeholder 2">
            <a:extLst>
              <a:ext uri="{FF2B5EF4-FFF2-40B4-BE49-F238E27FC236}">
                <a16:creationId xmlns:a16="http://schemas.microsoft.com/office/drawing/2014/main" id="{80A5EDD0-1CB4-2B41-A679-1B853092C722}"/>
              </a:ext>
            </a:extLst>
          </p:cNvPr>
          <p:cNvSpPr>
            <a:spLocks noGrp="1"/>
          </p:cNvSpPr>
          <p:nvPr>
            <p:ph type="body" sz="quarter" idx="17" hasCustomPrompt="1"/>
          </p:nvPr>
        </p:nvSpPr>
        <p:spPr>
          <a:xfrm>
            <a:off x="3794464" y="340219"/>
            <a:ext cx="4603411"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4" name="Rectangle 13">
            <a:extLst>
              <a:ext uri="{FF2B5EF4-FFF2-40B4-BE49-F238E27FC236}">
                <a16:creationId xmlns:a16="http://schemas.microsoft.com/office/drawing/2014/main" id="{60480955-08E5-A84E-A06C-1ADD27561CB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grpSp>
        <p:nvGrpSpPr>
          <p:cNvPr id="28" name="Group 27">
            <a:extLst>
              <a:ext uri="{FF2B5EF4-FFF2-40B4-BE49-F238E27FC236}">
                <a16:creationId xmlns:a16="http://schemas.microsoft.com/office/drawing/2014/main" id="{0A01A894-262B-F94E-8BD2-DA7CF9CA6D79}"/>
              </a:ext>
            </a:extLst>
          </p:cNvPr>
          <p:cNvGrpSpPr/>
          <p:nvPr userDrawn="1"/>
        </p:nvGrpSpPr>
        <p:grpSpPr>
          <a:xfrm>
            <a:off x="253999" y="259645"/>
            <a:ext cx="8143876" cy="4677479"/>
            <a:chOff x="253999" y="256470"/>
            <a:chExt cx="8143876" cy="4677479"/>
          </a:xfrm>
        </p:grpSpPr>
        <p:grpSp>
          <p:nvGrpSpPr>
            <p:cNvPr id="18" name="Group 17">
              <a:extLst>
                <a:ext uri="{FF2B5EF4-FFF2-40B4-BE49-F238E27FC236}">
                  <a16:creationId xmlns:a16="http://schemas.microsoft.com/office/drawing/2014/main" id="{15F92D2A-1D24-144F-8314-92BA0673621A}"/>
                </a:ext>
              </a:extLst>
            </p:cNvPr>
            <p:cNvGrpSpPr/>
            <p:nvPr userDrawn="1"/>
          </p:nvGrpSpPr>
          <p:grpSpPr>
            <a:xfrm flipH="1" flipV="1">
              <a:off x="253999" y="256470"/>
              <a:ext cx="2929039" cy="4677479"/>
              <a:chOff x="701574" y="218374"/>
              <a:chExt cx="2929039" cy="4677479"/>
            </a:xfrm>
          </p:grpSpPr>
          <p:sp>
            <p:nvSpPr>
              <p:cNvPr id="19" name="Freeform 18">
                <a:extLst>
                  <a:ext uri="{FF2B5EF4-FFF2-40B4-BE49-F238E27FC236}">
                    <a16:creationId xmlns:a16="http://schemas.microsoft.com/office/drawing/2014/main" id="{DB210C0D-B602-A941-AC72-7D0DC7F5AB19}"/>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20" name="Straight Connector 19">
                <a:extLst>
                  <a:ext uri="{FF2B5EF4-FFF2-40B4-BE49-F238E27FC236}">
                    <a16:creationId xmlns:a16="http://schemas.microsoft.com/office/drawing/2014/main" id="{E873A4F4-1A51-6140-8C37-E56751AC7620}"/>
                  </a:ext>
                </a:extLst>
              </p:cNvPr>
              <p:cNvCxnSpPr>
                <a:cxnSpLocks/>
              </p:cNvCxnSpPr>
              <p:nvPr userDrawn="1"/>
            </p:nvCxnSpPr>
            <p:spPr>
              <a:xfrm flipH="1" flipV="1">
                <a:off x="3630613" y="218374"/>
                <a:ext cx="0" cy="329159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8183967-A333-1248-9118-8BE4B63D9CA9}"/>
                  </a:ext>
                </a:extLst>
              </p:cNvPr>
              <p:cNvCxnSpPr>
                <a:cxnSpLocks/>
              </p:cNvCxnSpPr>
              <p:nvPr/>
            </p:nvCxnSpPr>
            <p:spPr>
              <a:xfrm flipH="1" flipV="1">
                <a:off x="701574" y="4895853"/>
                <a:ext cx="1543703"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76C4BB49-F13F-8A4F-8052-DA15D9A94E75}"/>
                </a:ext>
              </a:extLst>
            </p:cNvPr>
            <p:cNvCxnSpPr>
              <a:cxnSpLocks/>
            </p:cNvCxnSpPr>
            <p:nvPr userDrawn="1"/>
          </p:nvCxnSpPr>
          <p:spPr>
            <a:xfrm>
              <a:off x="3183038" y="256470"/>
              <a:ext cx="521483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grpSp>
      <p:pic>
        <p:nvPicPr>
          <p:cNvPr id="29" name="Image">
            <a:extLst>
              <a:ext uri="{FF2B5EF4-FFF2-40B4-BE49-F238E27FC236}">
                <a16:creationId xmlns:a16="http://schemas.microsoft.com/office/drawing/2014/main" id="{1966D446-3E01-7747-9494-656B03576F6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Tree>
    <p:extLst>
      <p:ext uri="{BB962C8B-B14F-4D97-AF65-F5344CB8AC3E}">
        <p14:creationId xmlns:p14="http://schemas.microsoft.com/office/powerpoint/2010/main" val="2266183223"/>
      </p:ext>
    </p:extLst>
  </p:cSld>
  <p:clrMapOvr>
    <a:masterClrMapping/>
  </p:clrMapOvr>
  <p:extLst>
    <p:ext uri="{DCECCB84-F9BA-43D5-87BE-67443E8EF086}">
      <p15:sldGuideLst xmlns:p15="http://schemas.microsoft.com/office/powerpoint/2012/main">
        <p15:guide id="1" pos="268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Layout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3" name="Subtitle 2"/>
          <p:cNvSpPr>
            <a:spLocks noGrp="1"/>
          </p:cNvSpPr>
          <p:nvPr>
            <p:ph type="subTitle" idx="1" hasCustomPrompt="1"/>
          </p:nvPr>
        </p:nvSpPr>
        <p:spPr>
          <a:xfrm>
            <a:off x="731499" y="1278431"/>
            <a:ext cx="7661275"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D5B5601-6668-5F4C-809E-C9F5909FB969}"/>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751588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ayout 1a">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8" name="Text Placeholder 2">
            <a:extLst>
              <a:ext uri="{FF2B5EF4-FFF2-40B4-BE49-F238E27FC236}">
                <a16:creationId xmlns:a16="http://schemas.microsoft.com/office/drawing/2014/main" id="{9D62AF0F-3C4F-704D-BAB1-BDD0EDDB78C7}"/>
              </a:ext>
            </a:extLst>
          </p:cNvPr>
          <p:cNvSpPr>
            <a:spLocks noGrp="1"/>
          </p:cNvSpPr>
          <p:nvPr>
            <p:ph type="body" sz="quarter" idx="18" hasCustomPrompt="1"/>
          </p:nvPr>
        </p:nvSpPr>
        <p:spPr>
          <a:xfrm>
            <a:off x="731499" y="340219"/>
            <a:ext cx="7661275"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1" name="Rectangle 10">
            <a:extLst>
              <a:ext uri="{FF2B5EF4-FFF2-40B4-BE49-F238E27FC236}">
                <a16:creationId xmlns:a16="http://schemas.microsoft.com/office/drawing/2014/main" id="{23B81580-C246-6D46-A232-81815BA42B5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560654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ayout 1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E3A968-F23F-2744-9756-85D653CBC191}"/>
              </a:ext>
            </a:extLst>
          </p:cNvPr>
          <p:cNvSpPr/>
          <p:nvPr userDrawn="1"/>
        </p:nvSpPr>
        <p:spPr>
          <a:xfrm>
            <a:off x="0" y="-1"/>
            <a:ext cx="9143999" cy="5143501"/>
          </a:xfrm>
          <a:prstGeom prst="rect">
            <a:avLst/>
          </a:prstGeom>
          <a:solidFill>
            <a:schemeClr val="bg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3" name="Subtitle 2"/>
          <p:cNvSpPr>
            <a:spLocks noGrp="1"/>
          </p:cNvSpPr>
          <p:nvPr>
            <p:ph type="subTitle" idx="1" hasCustomPrompt="1"/>
          </p:nvPr>
        </p:nvSpPr>
        <p:spPr>
          <a:xfrm>
            <a:off x="731499" y="1278431"/>
            <a:ext cx="7661275"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D5B5601-6668-5F4C-809E-C9F5909FB969}"/>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520560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ayout 1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DF124D-66C2-8241-BF1E-3A8BFC624C38}"/>
              </a:ext>
            </a:extLst>
          </p:cNvPr>
          <p:cNvSpPr/>
          <p:nvPr userDrawn="1"/>
        </p:nvSpPr>
        <p:spPr>
          <a:xfrm>
            <a:off x="0" y="-1"/>
            <a:ext cx="9143999" cy="5143501"/>
          </a:xfrm>
          <a:prstGeom prst="rect">
            <a:avLst/>
          </a:prstGeom>
          <a:solidFill>
            <a:schemeClr val="bg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9" name="Text Placeholder 2">
            <a:extLst>
              <a:ext uri="{FF2B5EF4-FFF2-40B4-BE49-F238E27FC236}">
                <a16:creationId xmlns:a16="http://schemas.microsoft.com/office/drawing/2014/main" id="{CDC304C6-F2A3-FE4C-917C-4F654B14133B}"/>
              </a:ext>
            </a:extLst>
          </p:cNvPr>
          <p:cNvSpPr>
            <a:spLocks noGrp="1"/>
          </p:cNvSpPr>
          <p:nvPr>
            <p:ph type="body" sz="quarter" idx="18" hasCustomPrompt="1"/>
          </p:nvPr>
        </p:nvSpPr>
        <p:spPr>
          <a:xfrm>
            <a:off x="731499" y="340219"/>
            <a:ext cx="7661275"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1" name="Straight Connector 10">
            <a:extLst>
              <a:ext uri="{FF2B5EF4-FFF2-40B4-BE49-F238E27FC236}">
                <a16:creationId xmlns:a16="http://schemas.microsoft.com/office/drawing/2014/main" id="{F3AD1011-073C-FC42-BB61-FFB3D9FD2DD4}"/>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4" name="Rectangle 13">
            <a:extLst>
              <a:ext uri="{FF2B5EF4-FFF2-40B4-BE49-F238E27FC236}">
                <a16:creationId xmlns:a16="http://schemas.microsoft.com/office/drawing/2014/main" id="{1FBF0E51-B095-2946-B9F9-6CC3B19EDC21}"/>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3505089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ayout 2">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966952" y="1278431"/>
            <a:ext cx="7430923"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966952"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8" name="Picture 17">
            <a:extLst>
              <a:ext uri="{FF2B5EF4-FFF2-40B4-BE49-F238E27FC236}">
                <a16:creationId xmlns:a16="http://schemas.microsoft.com/office/drawing/2014/main" id="{37473A60-D842-8041-AF7F-FBA6485D4A1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25" name="Image">
            <a:extLst>
              <a:ext uri="{FF2B5EF4-FFF2-40B4-BE49-F238E27FC236}">
                <a16:creationId xmlns:a16="http://schemas.microsoft.com/office/drawing/2014/main" id="{B810EAB7-1B73-774A-98B9-52A96B505D3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1" name="Rectangle 10">
            <a:extLst>
              <a:ext uri="{FF2B5EF4-FFF2-40B4-BE49-F238E27FC236}">
                <a16:creationId xmlns:a16="http://schemas.microsoft.com/office/drawing/2014/main" id="{990A3163-457C-A44B-983A-F5976641164C}"/>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4" name="Title 1">
            <a:extLst>
              <a:ext uri="{FF2B5EF4-FFF2-40B4-BE49-F238E27FC236}">
                <a16:creationId xmlns:a16="http://schemas.microsoft.com/office/drawing/2014/main" id="{3012EB55-CAF1-B745-A8B8-69DBAEF78A1E}"/>
              </a:ext>
            </a:extLst>
          </p:cNvPr>
          <p:cNvSpPr>
            <a:spLocks noGrp="1"/>
          </p:cNvSpPr>
          <p:nvPr>
            <p:ph type="ctrTitle" hasCustomPrompt="1"/>
          </p:nvPr>
        </p:nvSpPr>
        <p:spPr>
          <a:xfrm>
            <a:off x="966952" y="711561"/>
            <a:ext cx="7430923"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cxnSp>
        <p:nvCxnSpPr>
          <p:cNvPr id="15" name="Straight Connector 14">
            <a:extLst>
              <a:ext uri="{FF2B5EF4-FFF2-40B4-BE49-F238E27FC236}">
                <a16:creationId xmlns:a16="http://schemas.microsoft.com/office/drawing/2014/main" id="{8D94132C-DA23-CF48-915B-BF200FBE561B}"/>
              </a:ext>
            </a:extLst>
          </p:cNvPr>
          <p:cNvCxnSpPr>
            <a:cxnSpLocks/>
          </p:cNvCxnSpPr>
          <p:nvPr userDrawn="1"/>
        </p:nvCxnSpPr>
        <p:spPr>
          <a:xfrm>
            <a:off x="952500" y="259987"/>
            <a:ext cx="74453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248102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ayout 2b">
    <p:bg>
      <p:bgPr>
        <a:solidFill>
          <a:schemeClr val="bg1"/>
        </a:solid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966952" y="1503010"/>
            <a:ext cx="3502163"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4" name="Text Placeholder 2">
            <a:extLst>
              <a:ext uri="{FF2B5EF4-FFF2-40B4-BE49-F238E27FC236}">
                <a16:creationId xmlns:a16="http://schemas.microsoft.com/office/drawing/2014/main" id="{28B9D991-92B2-7541-A773-34C69566F23E}"/>
              </a:ext>
            </a:extLst>
          </p:cNvPr>
          <p:cNvSpPr>
            <a:spLocks noGrp="1"/>
          </p:cNvSpPr>
          <p:nvPr>
            <p:ph type="body" sz="quarter" idx="17" hasCustomPrompt="1"/>
          </p:nvPr>
        </p:nvSpPr>
        <p:spPr>
          <a:xfrm>
            <a:off x="4923155" y="1515954"/>
            <a:ext cx="3474720"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22" name="Title 1">
            <a:extLst>
              <a:ext uri="{FF2B5EF4-FFF2-40B4-BE49-F238E27FC236}">
                <a16:creationId xmlns:a16="http://schemas.microsoft.com/office/drawing/2014/main" id="{D619FD15-00EC-4C49-B5E5-7ABDD257312E}"/>
              </a:ext>
            </a:extLst>
          </p:cNvPr>
          <p:cNvSpPr>
            <a:spLocks noGrp="1"/>
          </p:cNvSpPr>
          <p:nvPr>
            <p:ph type="ctrTitle" hasCustomPrompt="1"/>
          </p:nvPr>
        </p:nvSpPr>
        <p:spPr>
          <a:xfrm>
            <a:off x="966952" y="711561"/>
            <a:ext cx="7430923"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0" name="Text Placeholder 2">
            <a:extLst>
              <a:ext uri="{FF2B5EF4-FFF2-40B4-BE49-F238E27FC236}">
                <a16:creationId xmlns:a16="http://schemas.microsoft.com/office/drawing/2014/main" id="{85570E35-6FDD-4348-9FB0-B5B48333E504}"/>
              </a:ext>
            </a:extLst>
          </p:cNvPr>
          <p:cNvSpPr>
            <a:spLocks noGrp="1"/>
          </p:cNvSpPr>
          <p:nvPr>
            <p:ph type="body" sz="quarter" idx="18" hasCustomPrompt="1"/>
          </p:nvPr>
        </p:nvSpPr>
        <p:spPr>
          <a:xfrm>
            <a:off x="966952" y="340219"/>
            <a:ext cx="7425822"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11" name="Picture 10">
            <a:extLst>
              <a:ext uri="{FF2B5EF4-FFF2-40B4-BE49-F238E27FC236}">
                <a16:creationId xmlns:a16="http://schemas.microsoft.com/office/drawing/2014/main" id="{94272C15-2307-0E49-A587-65D3C4160B0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pic>
        <p:nvPicPr>
          <p:cNvPr id="15" name="Image">
            <a:extLst>
              <a:ext uri="{FF2B5EF4-FFF2-40B4-BE49-F238E27FC236}">
                <a16:creationId xmlns:a16="http://schemas.microsoft.com/office/drawing/2014/main" id="{D3477284-2357-F24F-971B-02159D028821}"/>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8" name="Straight Connector 17">
            <a:extLst>
              <a:ext uri="{FF2B5EF4-FFF2-40B4-BE49-F238E27FC236}">
                <a16:creationId xmlns:a16="http://schemas.microsoft.com/office/drawing/2014/main" id="{D880943D-BC1C-B847-9569-C2B8AA454C59}"/>
              </a:ext>
            </a:extLst>
          </p:cNvPr>
          <p:cNvCxnSpPr>
            <a:cxnSpLocks/>
          </p:cNvCxnSpPr>
          <p:nvPr userDrawn="1"/>
        </p:nvCxnSpPr>
        <p:spPr>
          <a:xfrm>
            <a:off x="952500" y="259987"/>
            <a:ext cx="74453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9" name="Rectangle 18">
            <a:extLst>
              <a:ext uri="{FF2B5EF4-FFF2-40B4-BE49-F238E27FC236}">
                <a16:creationId xmlns:a16="http://schemas.microsoft.com/office/drawing/2014/main" id="{E1B9BBB9-BB6E-EA4A-91BA-515E8808FE4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2481332647"/>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Layout one column image 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B72E2B3-9BF0-1042-A313-B9BB422E1A91}"/>
              </a:ext>
            </a:extLst>
          </p:cNvPr>
          <p:cNvSpPr>
            <a:spLocks noGrp="1"/>
          </p:cNvSpPr>
          <p:nvPr>
            <p:ph type="pic" sz="quarter" idx="15"/>
          </p:nvPr>
        </p:nvSpPr>
        <p:spPr>
          <a:xfrm>
            <a:off x="720776" y="0"/>
            <a:ext cx="1773238"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736899" y="1231201"/>
            <a:ext cx="6159448"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738488" y="711561"/>
            <a:ext cx="61536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2736898" y="1856140"/>
            <a:ext cx="6161037"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31" name="Picture 30">
            <a:extLst>
              <a:ext uri="{FF2B5EF4-FFF2-40B4-BE49-F238E27FC236}">
                <a16:creationId xmlns:a16="http://schemas.microsoft.com/office/drawing/2014/main" id="{1B716C47-908D-D74F-B6CA-344420A58AD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32" name="Image">
            <a:extLst>
              <a:ext uri="{FF2B5EF4-FFF2-40B4-BE49-F238E27FC236}">
                <a16:creationId xmlns:a16="http://schemas.microsoft.com/office/drawing/2014/main" id="{A0349B96-D354-2E42-9CA0-0C84AB238E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0" name="Straight Connector 9">
            <a:extLst>
              <a:ext uri="{FF2B5EF4-FFF2-40B4-BE49-F238E27FC236}">
                <a16:creationId xmlns:a16="http://schemas.microsoft.com/office/drawing/2014/main" id="{3105BDF0-C47A-644A-9BB3-D80DDDA7AB11}"/>
              </a:ext>
            </a:extLst>
          </p:cNvPr>
          <p:cNvCxnSpPr>
            <a:cxnSpLocks/>
          </p:cNvCxnSpPr>
          <p:nvPr userDrawn="1"/>
        </p:nvCxnSpPr>
        <p:spPr>
          <a:xfrm>
            <a:off x="2736898" y="259987"/>
            <a:ext cx="566097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1FD11567-DD40-5840-B632-1C6307D58DDC}"/>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2544162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Layout one column image b">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2725091" y="1506507"/>
            <a:ext cx="6167046"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6" name="Rectangle 15">
            <a:extLst>
              <a:ext uri="{FF2B5EF4-FFF2-40B4-BE49-F238E27FC236}">
                <a16:creationId xmlns:a16="http://schemas.microsoft.com/office/drawing/2014/main" id="{B6FC48D4-4D70-7549-A6A0-74D47EA8F98F}"/>
              </a:ext>
            </a:extLst>
          </p:cNvPr>
          <p:cNvSpPr/>
          <p:nvPr userDrawn="1"/>
        </p:nvSpPr>
        <p:spPr>
          <a:xfrm>
            <a:off x="2033587" y="4660752"/>
            <a:ext cx="490537" cy="276999"/>
          </a:xfrm>
          <a:prstGeom prst="rect">
            <a:avLst/>
          </a:prstGeom>
        </p:spPr>
        <p:txBody>
          <a:bodyPr wrap="none" lIns="0" tIns="0" rIns="0" bIns="0" anchor="b">
            <a:noAutofit/>
          </a:bodyPr>
          <a:lstStyle/>
          <a:p>
            <a:pPr lvl="0"/>
            <a:r>
              <a:rPr lang="en-US" sz="1000" spc="-20" baseline="0"/>
              <a:t>ni.com</a:t>
            </a:r>
          </a:p>
        </p:txBody>
      </p:sp>
      <p:sp>
        <p:nvSpPr>
          <p:cNvPr id="26" name="Text Placeholder 2">
            <a:extLst>
              <a:ext uri="{FF2B5EF4-FFF2-40B4-BE49-F238E27FC236}">
                <a16:creationId xmlns:a16="http://schemas.microsoft.com/office/drawing/2014/main" id="{F4EDBC35-5703-ED48-A5D1-6FEB9AEA986D}"/>
              </a:ext>
            </a:extLst>
          </p:cNvPr>
          <p:cNvSpPr>
            <a:spLocks noGrp="1"/>
          </p:cNvSpPr>
          <p:nvPr>
            <p:ph type="body" sz="quarter" idx="17" hasCustomPrompt="1"/>
          </p:nvPr>
        </p:nvSpPr>
        <p:spPr>
          <a:xfrm>
            <a:off x="2738489" y="340219"/>
            <a:ext cx="5659386" cy="1538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12" name="Image" descr="Image">
            <a:extLst>
              <a:ext uri="{FF2B5EF4-FFF2-40B4-BE49-F238E27FC236}">
                <a16:creationId xmlns:a16="http://schemas.microsoft.com/office/drawing/2014/main" id="{1445D0A4-2B94-C04A-B04A-9932C5E619B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5650" y="252729"/>
            <a:ext cx="254000" cy="169312"/>
          </a:xfrm>
          <a:prstGeom prst="rect">
            <a:avLst/>
          </a:prstGeom>
          <a:ln w="12700">
            <a:miter lim="400000"/>
          </a:ln>
        </p:spPr>
      </p:pic>
      <p:sp>
        <p:nvSpPr>
          <p:cNvPr id="19" name="Picture Placeholder 3">
            <a:extLst>
              <a:ext uri="{FF2B5EF4-FFF2-40B4-BE49-F238E27FC236}">
                <a16:creationId xmlns:a16="http://schemas.microsoft.com/office/drawing/2014/main" id="{1FE6EF93-46C8-6A42-97B8-BE70A204E629}"/>
              </a:ext>
            </a:extLst>
          </p:cNvPr>
          <p:cNvSpPr>
            <a:spLocks noGrp="1"/>
          </p:cNvSpPr>
          <p:nvPr>
            <p:ph type="pic" sz="quarter" idx="15"/>
          </p:nvPr>
        </p:nvSpPr>
        <p:spPr>
          <a:xfrm>
            <a:off x="720776" y="0"/>
            <a:ext cx="1773238"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20" name="Title Placeholder 1">
            <a:extLst>
              <a:ext uri="{FF2B5EF4-FFF2-40B4-BE49-F238E27FC236}">
                <a16:creationId xmlns:a16="http://schemas.microsoft.com/office/drawing/2014/main" id="{3B079713-D13B-DB4D-A0A3-4B69555ACFA7}"/>
              </a:ext>
            </a:extLst>
          </p:cNvPr>
          <p:cNvSpPr>
            <a:spLocks noGrp="1"/>
          </p:cNvSpPr>
          <p:nvPr>
            <p:ph type="title" hasCustomPrompt="1"/>
          </p:nvPr>
        </p:nvSpPr>
        <p:spPr>
          <a:xfrm>
            <a:off x="2738489" y="711561"/>
            <a:ext cx="6151512"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pic>
        <p:nvPicPr>
          <p:cNvPr id="23" name="Picture 22">
            <a:extLst>
              <a:ext uri="{FF2B5EF4-FFF2-40B4-BE49-F238E27FC236}">
                <a16:creationId xmlns:a16="http://schemas.microsoft.com/office/drawing/2014/main" id="{18FAB066-B8F6-DD4C-823D-95ADE8C5DED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24" name="Image">
            <a:extLst>
              <a:ext uri="{FF2B5EF4-FFF2-40B4-BE49-F238E27FC236}">
                <a16:creationId xmlns:a16="http://schemas.microsoft.com/office/drawing/2014/main" id="{7FB7B301-4A9A-314A-BBF5-D6A29791967F}"/>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3" name="Straight Connector 12">
            <a:extLst>
              <a:ext uri="{FF2B5EF4-FFF2-40B4-BE49-F238E27FC236}">
                <a16:creationId xmlns:a16="http://schemas.microsoft.com/office/drawing/2014/main" id="{4A2FBDDF-A14B-BF45-B2E0-D8A4671E5CBF}"/>
              </a:ext>
            </a:extLst>
          </p:cNvPr>
          <p:cNvCxnSpPr>
            <a:cxnSpLocks/>
          </p:cNvCxnSpPr>
          <p:nvPr userDrawn="1"/>
        </p:nvCxnSpPr>
        <p:spPr>
          <a:xfrm>
            <a:off x="2736898" y="259987"/>
            <a:ext cx="566097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25FDCA2B-60DA-4949-A417-120A7E39D605}"/>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25726222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two column image 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495297" y="1231201"/>
            <a:ext cx="4401050"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496886" y="711561"/>
            <a:ext cx="44010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4495750" y="1856140"/>
            <a:ext cx="440218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0" name="Picture Placeholder 3">
            <a:extLst>
              <a:ext uri="{FF2B5EF4-FFF2-40B4-BE49-F238E27FC236}">
                <a16:creationId xmlns:a16="http://schemas.microsoft.com/office/drawing/2014/main" id="{899578E7-23DD-0B4C-93DA-0D4051412B2C}"/>
              </a:ext>
            </a:extLst>
          </p:cNvPr>
          <p:cNvSpPr>
            <a:spLocks noGrp="1"/>
          </p:cNvSpPr>
          <p:nvPr>
            <p:ph type="pic" sz="quarter" idx="15"/>
          </p:nvPr>
        </p:nvSpPr>
        <p:spPr>
          <a:xfrm>
            <a:off x="720776" y="0"/>
            <a:ext cx="3552825"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16" name="Picture 15">
            <a:extLst>
              <a:ext uri="{FF2B5EF4-FFF2-40B4-BE49-F238E27FC236}">
                <a16:creationId xmlns:a16="http://schemas.microsoft.com/office/drawing/2014/main" id="{89B0B760-6A25-6A48-BBB2-1773C040F97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7" name="Image">
            <a:extLst>
              <a:ext uri="{FF2B5EF4-FFF2-40B4-BE49-F238E27FC236}">
                <a16:creationId xmlns:a16="http://schemas.microsoft.com/office/drawing/2014/main" id="{456291A7-B6F5-E24B-838D-1A2D7953BBD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2" name="Straight Connector 11">
            <a:extLst>
              <a:ext uri="{FF2B5EF4-FFF2-40B4-BE49-F238E27FC236}">
                <a16:creationId xmlns:a16="http://schemas.microsoft.com/office/drawing/2014/main" id="{16006D29-95ED-4C42-8356-98F21AE383A0}"/>
              </a:ext>
            </a:extLst>
          </p:cNvPr>
          <p:cNvCxnSpPr>
            <a:cxnSpLocks/>
          </p:cNvCxnSpPr>
          <p:nvPr userDrawn="1"/>
        </p:nvCxnSpPr>
        <p:spPr>
          <a:xfrm>
            <a:off x="4495297" y="259987"/>
            <a:ext cx="3902578"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ED787143-B02B-2146-AE4A-B771C891E23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4176703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ayout two column image b">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496886" y="711561"/>
            <a:ext cx="44010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4495297" y="1502540"/>
            <a:ext cx="440218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0" name="Picture Placeholder 3">
            <a:extLst>
              <a:ext uri="{FF2B5EF4-FFF2-40B4-BE49-F238E27FC236}">
                <a16:creationId xmlns:a16="http://schemas.microsoft.com/office/drawing/2014/main" id="{899578E7-23DD-0B4C-93DA-0D4051412B2C}"/>
              </a:ext>
            </a:extLst>
          </p:cNvPr>
          <p:cNvSpPr>
            <a:spLocks noGrp="1"/>
          </p:cNvSpPr>
          <p:nvPr>
            <p:ph type="pic" sz="quarter" idx="15"/>
          </p:nvPr>
        </p:nvSpPr>
        <p:spPr>
          <a:xfrm>
            <a:off x="720776" y="0"/>
            <a:ext cx="3552825"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15" name="Picture 14">
            <a:extLst>
              <a:ext uri="{FF2B5EF4-FFF2-40B4-BE49-F238E27FC236}">
                <a16:creationId xmlns:a16="http://schemas.microsoft.com/office/drawing/2014/main" id="{20229DA8-0F6C-BB4E-B391-BB921034B5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6" name="Image">
            <a:extLst>
              <a:ext uri="{FF2B5EF4-FFF2-40B4-BE49-F238E27FC236}">
                <a16:creationId xmlns:a16="http://schemas.microsoft.com/office/drawing/2014/main" id="{4A1E96AB-85B9-524C-AFCB-34983C4BCD11}"/>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9" name="Text Placeholder 2">
            <a:extLst>
              <a:ext uri="{FF2B5EF4-FFF2-40B4-BE49-F238E27FC236}">
                <a16:creationId xmlns:a16="http://schemas.microsoft.com/office/drawing/2014/main" id="{C137542F-7CFD-7D46-923C-FBFA81939E27}"/>
              </a:ext>
            </a:extLst>
          </p:cNvPr>
          <p:cNvSpPr>
            <a:spLocks noGrp="1"/>
          </p:cNvSpPr>
          <p:nvPr>
            <p:ph type="body" sz="quarter" idx="18" hasCustomPrompt="1"/>
          </p:nvPr>
        </p:nvSpPr>
        <p:spPr>
          <a:xfrm>
            <a:off x="4495298" y="340219"/>
            <a:ext cx="3902578"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2" name="Straight Connector 11">
            <a:extLst>
              <a:ext uri="{FF2B5EF4-FFF2-40B4-BE49-F238E27FC236}">
                <a16:creationId xmlns:a16="http://schemas.microsoft.com/office/drawing/2014/main" id="{B56C6164-0C4F-BE45-A870-E93D69E7144E}"/>
              </a:ext>
            </a:extLst>
          </p:cNvPr>
          <p:cNvCxnSpPr>
            <a:cxnSpLocks/>
          </p:cNvCxnSpPr>
          <p:nvPr userDrawn="1"/>
        </p:nvCxnSpPr>
        <p:spPr>
          <a:xfrm>
            <a:off x="4495297" y="259987"/>
            <a:ext cx="3902578"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85AE6FDA-4B6A-C84A-B72E-E9DB4B5E5DFE}"/>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823476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Layout three column image a">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6858BE9B-51E6-F84A-9648-A13FF30C5464}"/>
              </a:ext>
            </a:extLst>
          </p:cNvPr>
          <p:cNvSpPr>
            <a:spLocks noGrp="1"/>
          </p:cNvSpPr>
          <p:nvPr>
            <p:ph type="pic" sz="quarter" idx="17"/>
          </p:nvPr>
        </p:nvSpPr>
        <p:spPr>
          <a:xfrm>
            <a:off x="3807812" y="0"/>
            <a:ext cx="5330825" cy="5143501"/>
          </a:xfrm>
          <a:prstGeom prst="rect">
            <a:avLst/>
          </a:pr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959888" y="1231201"/>
            <a:ext cx="2626228"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961477" y="711561"/>
            <a:ext cx="2626227"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960799" y="1856140"/>
            <a:ext cx="262690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3" name="Picture 12">
            <a:extLst>
              <a:ext uri="{FF2B5EF4-FFF2-40B4-BE49-F238E27FC236}">
                <a16:creationId xmlns:a16="http://schemas.microsoft.com/office/drawing/2014/main" id="{11FAA1E8-554F-0944-8425-FFBCE31826E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5" name="Image">
            <a:extLst>
              <a:ext uri="{FF2B5EF4-FFF2-40B4-BE49-F238E27FC236}">
                <a16:creationId xmlns:a16="http://schemas.microsoft.com/office/drawing/2014/main" id="{C4A3EE5B-D545-6548-BB26-FBD79FED1C0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7" name="Straight Connector 16">
            <a:extLst>
              <a:ext uri="{FF2B5EF4-FFF2-40B4-BE49-F238E27FC236}">
                <a16:creationId xmlns:a16="http://schemas.microsoft.com/office/drawing/2014/main" id="{207C9DD0-FCE3-5447-B6FD-C2061D4D7543}"/>
              </a:ext>
            </a:extLst>
          </p:cNvPr>
          <p:cNvCxnSpPr>
            <a:cxnSpLocks/>
          </p:cNvCxnSpPr>
          <p:nvPr userDrawn="1"/>
        </p:nvCxnSpPr>
        <p:spPr>
          <a:xfrm>
            <a:off x="959888" y="259987"/>
            <a:ext cx="209232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AC01DBA1-E3BD-F846-A1B2-F4B1020066A2}"/>
              </a:ext>
            </a:extLst>
          </p:cNvPr>
          <p:cNvSpPr/>
          <p:nvPr userDrawn="1"/>
        </p:nvSpPr>
        <p:spPr>
          <a:xfrm>
            <a:off x="3109363"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2818657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yout three column image b">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3D3A975-61A8-EC4B-8011-05DB72584BD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961477" y="1498582"/>
            <a:ext cx="258729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21" name="Image">
            <a:extLst>
              <a:ext uri="{FF2B5EF4-FFF2-40B4-BE49-F238E27FC236}">
                <a16:creationId xmlns:a16="http://schemas.microsoft.com/office/drawing/2014/main" id="{923B94DB-01B6-3041-B7E4-04333DA22DEC}"/>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9" name="Picture Placeholder 12">
            <a:extLst>
              <a:ext uri="{FF2B5EF4-FFF2-40B4-BE49-F238E27FC236}">
                <a16:creationId xmlns:a16="http://schemas.microsoft.com/office/drawing/2014/main" id="{131E5258-E0D8-1547-A5C1-F359267CCE96}"/>
              </a:ext>
            </a:extLst>
          </p:cNvPr>
          <p:cNvSpPr>
            <a:spLocks noGrp="1"/>
          </p:cNvSpPr>
          <p:nvPr>
            <p:ph type="pic" sz="quarter" idx="17"/>
          </p:nvPr>
        </p:nvSpPr>
        <p:spPr>
          <a:xfrm>
            <a:off x="3807812" y="0"/>
            <a:ext cx="5330825" cy="5143501"/>
          </a:xfrm>
          <a:prstGeom prst="rect">
            <a:avLst/>
          </a:pr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15" name="Title Placeholder 1">
            <a:extLst>
              <a:ext uri="{FF2B5EF4-FFF2-40B4-BE49-F238E27FC236}">
                <a16:creationId xmlns:a16="http://schemas.microsoft.com/office/drawing/2014/main" id="{0B53735B-7F31-A344-8B99-EEA0E20E1216}"/>
              </a:ext>
            </a:extLst>
          </p:cNvPr>
          <p:cNvSpPr>
            <a:spLocks noGrp="1"/>
          </p:cNvSpPr>
          <p:nvPr>
            <p:ph type="title" hasCustomPrompt="1"/>
          </p:nvPr>
        </p:nvSpPr>
        <p:spPr>
          <a:xfrm>
            <a:off x="961477" y="711561"/>
            <a:ext cx="2587295"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0" name="Text Placeholder 2">
            <a:extLst>
              <a:ext uri="{FF2B5EF4-FFF2-40B4-BE49-F238E27FC236}">
                <a16:creationId xmlns:a16="http://schemas.microsoft.com/office/drawing/2014/main" id="{8114D33A-0B45-984B-B04E-FF7BDA27CF22}"/>
              </a:ext>
            </a:extLst>
          </p:cNvPr>
          <p:cNvSpPr>
            <a:spLocks noGrp="1"/>
          </p:cNvSpPr>
          <p:nvPr>
            <p:ph type="body" sz="quarter" idx="18" hasCustomPrompt="1"/>
          </p:nvPr>
        </p:nvSpPr>
        <p:spPr>
          <a:xfrm>
            <a:off x="961477" y="340219"/>
            <a:ext cx="2126167"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1" name="Straight Connector 10">
            <a:extLst>
              <a:ext uri="{FF2B5EF4-FFF2-40B4-BE49-F238E27FC236}">
                <a16:creationId xmlns:a16="http://schemas.microsoft.com/office/drawing/2014/main" id="{38B097F9-28E3-574B-B0E5-5746F63E5E70}"/>
              </a:ext>
            </a:extLst>
          </p:cNvPr>
          <p:cNvCxnSpPr>
            <a:cxnSpLocks/>
          </p:cNvCxnSpPr>
          <p:nvPr userDrawn="1"/>
        </p:nvCxnSpPr>
        <p:spPr>
          <a:xfrm>
            <a:off x="959888" y="259987"/>
            <a:ext cx="209232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8AD27D53-93EB-674B-A6F2-15363FB558E0}"/>
              </a:ext>
            </a:extLst>
          </p:cNvPr>
          <p:cNvSpPr/>
          <p:nvPr userDrawn="1"/>
        </p:nvSpPr>
        <p:spPr>
          <a:xfrm>
            <a:off x="3109363"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37791981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Layout Custom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7010A8C-51DA-E548-8EAF-301699457CEF}"/>
              </a:ext>
            </a:extLst>
          </p:cNvPr>
          <p:cNvSpPr/>
          <p:nvPr userDrawn="1"/>
        </p:nvSpPr>
        <p:spPr>
          <a:xfrm>
            <a:off x="492126" y="-1"/>
            <a:ext cx="4089607" cy="5143501"/>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4" name="Rectangle 13">
            <a:extLst>
              <a:ext uri="{FF2B5EF4-FFF2-40B4-BE49-F238E27FC236}">
                <a16:creationId xmlns:a16="http://schemas.microsoft.com/office/drawing/2014/main" id="{75144823-72DE-2D4F-9D8C-0C21B10A35CE}"/>
              </a:ext>
            </a:extLst>
          </p:cNvPr>
          <p:cNvSpPr/>
          <p:nvPr userDrawn="1"/>
        </p:nvSpPr>
        <p:spPr>
          <a:xfrm>
            <a:off x="0" y="0"/>
            <a:ext cx="9144000" cy="51435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1007854" y="711560"/>
            <a:ext cx="3324929" cy="861774"/>
          </a:xfrm>
          <a:prstGeom prst="rect">
            <a:avLst/>
          </a:prstGeom>
        </p:spPr>
        <p:txBody>
          <a:bodyPr vert="horz" wrap="square" lIns="0" tIns="0" rIns="0" bIns="0" rtlCol="0" anchor="t">
            <a:noAutofit/>
          </a:bodyPr>
          <a:lstStyle>
            <a:lvl1pPr>
              <a:lnSpc>
                <a:spcPct val="100000"/>
              </a:lnSpc>
              <a:defRPr sz="2800">
                <a:solidFill>
                  <a:schemeClr val="bg1"/>
                </a:solidFill>
              </a:defRPr>
            </a:lvl1pPr>
          </a:lstStyle>
          <a:p>
            <a:r>
              <a:rPr lang="en-US"/>
              <a:t>Heading</a:t>
            </a:r>
            <a:br>
              <a:rPr lang="en-US"/>
            </a:br>
            <a:r>
              <a:rPr lang="en-US"/>
              <a:t>Heading</a:t>
            </a:r>
          </a:p>
        </p:txBody>
      </p:sp>
      <p:sp>
        <p:nvSpPr>
          <p:cNvPr id="23" name="Text Placeholder 2">
            <a:extLst>
              <a:ext uri="{FF2B5EF4-FFF2-40B4-BE49-F238E27FC236}">
                <a16:creationId xmlns:a16="http://schemas.microsoft.com/office/drawing/2014/main" id="{564BE38A-6CB5-5A45-95E9-F14E6DB4F364}"/>
              </a:ext>
            </a:extLst>
          </p:cNvPr>
          <p:cNvSpPr>
            <a:spLocks noGrp="1"/>
          </p:cNvSpPr>
          <p:nvPr>
            <p:ph type="body" sz="quarter" idx="16" hasCustomPrompt="1"/>
          </p:nvPr>
        </p:nvSpPr>
        <p:spPr>
          <a:xfrm>
            <a:off x="1005808" y="1932842"/>
            <a:ext cx="3324929" cy="184666"/>
          </a:xfrm>
          <a:prstGeom prst="rect">
            <a:avLst/>
          </a:prstGeom>
        </p:spPr>
        <p:txBody>
          <a:bodyPr wrap="square" lIns="0" tIns="0" rIns="0" bIns="0" anchor="t">
            <a:noAutofit/>
          </a:bodyPr>
          <a:lstStyle>
            <a:lvl1pPr marL="0" indent="0">
              <a:buFont typeface="Arial" panose="020B0604020202020204" pitchFamily="34" charset="0"/>
              <a:buNone/>
              <a:defRPr lang="en-US" sz="1400" b="0" i="0" kern="1200" baseline="0" dirty="0" smtClean="0">
                <a:solidFill>
                  <a:schemeClr val="bg1"/>
                </a:solidFill>
                <a:latin typeface="+mn-lt"/>
                <a:ea typeface="Arial" charset="0"/>
                <a:cs typeface="Arial" charset="0"/>
              </a:defRPr>
            </a:lvl1pPr>
          </a:lstStyle>
          <a:p>
            <a:pPr lvl="0"/>
            <a:r>
              <a:rPr lang="en-US"/>
              <a:t>Body Copy </a:t>
            </a:r>
          </a:p>
        </p:txBody>
      </p:sp>
      <p:sp>
        <p:nvSpPr>
          <p:cNvPr id="24" name="Text Placeholder 2">
            <a:extLst>
              <a:ext uri="{FF2B5EF4-FFF2-40B4-BE49-F238E27FC236}">
                <a16:creationId xmlns:a16="http://schemas.microsoft.com/office/drawing/2014/main" id="{70565657-29C5-5D47-8C3D-E9781BFCCF81}"/>
              </a:ext>
            </a:extLst>
          </p:cNvPr>
          <p:cNvSpPr>
            <a:spLocks noGrp="1"/>
          </p:cNvSpPr>
          <p:nvPr>
            <p:ph type="body" sz="quarter" idx="17" hasCustomPrompt="1"/>
          </p:nvPr>
        </p:nvSpPr>
        <p:spPr>
          <a:xfrm>
            <a:off x="1007855" y="340219"/>
            <a:ext cx="2544970"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bg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3" name="Picture Placeholder 3">
            <a:extLst>
              <a:ext uri="{FF2B5EF4-FFF2-40B4-BE49-F238E27FC236}">
                <a16:creationId xmlns:a16="http://schemas.microsoft.com/office/drawing/2014/main" id="{F0672F0B-2D5E-E840-93AA-7ABB4A9FC4C1}"/>
              </a:ext>
            </a:extLst>
          </p:cNvPr>
          <p:cNvSpPr>
            <a:spLocks noGrp="1"/>
          </p:cNvSpPr>
          <p:nvPr>
            <p:ph type="pic" sz="quarter" idx="18"/>
          </p:nvPr>
        </p:nvSpPr>
        <p:spPr>
          <a:xfrm>
            <a:off x="4829384" y="-2"/>
            <a:ext cx="4313317"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29" name="Rectangle 28">
            <a:extLst>
              <a:ext uri="{FF2B5EF4-FFF2-40B4-BE49-F238E27FC236}">
                <a16:creationId xmlns:a16="http://schemas.microsoft.com/office/drawing/2014/main" id="{1524F6A8-44C2-814A-8B5F-3EFB65BFD77D}"/>
              </a:ext>
            </a:extLst>
          </p:cNvPr>
          <p:cNvSpPr/>
          <p:nvPr userDrawn="1"/>
        </p:nvSpPr>
        <p:spPr>
          <a:xfrm>
            <a:off x="4583033" y="-1"/>
            <a:ext cx="246351" cy="5143501"/>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32" name="Picture 31">
            <a:extLst>
              <a:ext uri="{FF2B5EF4-FFF2-40B4-BE49-F238E27FC236}">
                <a16:creationId xmlns:a16="http://schemas.microsoft.com/office/drawing/2014/main" id="{A2E7CB54-733E-4A4B-B5E5-2CE11206149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1"/>
            <a:ext cx="743001" cy="5143499"/>
          </a:xfrm>
          <a:prstGeom prst="rect">
            <a:avLst/>
          </a:prstGeom>
        </p:spPr>
      </p:pic>
      <p:pic>
        <p:nvPicPr>
          <p:cNvPr id="33" name="Image">
            <a:extLst>
              <a:ext uri="{FF2B5EF4-FFF2-40B4-BE49-F238E27FC236}">
                <a16:creationId xmlns:a16="http://schemas.microsoft.com/office/drawing/2014/main" id="{1BFA2E31-4FD1-DD41-977F-854A85DDD2EE}"/>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6" name="Straight Connector 15">
            <a:extLst>
              <a:ext uri="{FF2B5EF4-FFF2-40B4-BE49-F238E27FC236}">
                <a16:creationId xmlns:a16="http://schemas.microsoft.com/office/drawing/2014/main" id="{ED3604C3-4C9B-D54A-825E-49DAA169DC65}"/>
              </a:ext>
            </a:extLst>
          </p:cNvPr>
          <p:cNvCxnSpPr>
            <a:cxnSpLocks/>
          </p:cNvCxnSpPr>
          <p:nvPr userDrawn="1"/>
        </p:nvCxnSpPr>
        <p:spPr>
          <a:xfrm>
            <a:off x="1005809" y="259987"/>
            <a:ext cx="2826363"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E8065885-0DCF-A045-9ADA-E955330294D6}"/>
              </a:ext>
            </a:extLst>
          </p:cNvPr>
          <p:cNvSpPr/>
          <p:nvPr userDrawn="1"/>
        </p:nvSpPr>
        <p:spPr>
          <a:xfrm>
            <a:off x="3889322" y="148185"/>
            <a:ext cx="443462" cy="183494"/>
          </a:xfrm>
          <a:prstGeom prst="rect">
            <a:avLst/>
          </a:prstGeom>
        </p:spPr>
        <p:txBody>
          <a:bodyPr wrap="none" lIns="0" tIns="0" rIns="0" bIns="0" anchor="ctr">
            <a:noAutofit/>
          </a:bodyPr>
          <a:lstStyle/>
          <a:p>
            <a:pPr lvl="0" algn="r"/>
            <a:r>
              <a:rPr lang="en-US" sz="1000" spc="-20" baseline="0">
                <a:solidFill>
                  <a:schemeClr val="tx2"/>
                </a:solidFill>
              </a:rPr>
              <a:t>ni.com</a:t>
            </a:r>
          </a:p>
        </p:txBody>
      </p:sp>
    </p:spTree>
    <p:extLst>
      <p:ext uri="{BB962C8B-B14F-4D97-AF65-F5344CB8AC3E}">
        <p14:creationId xmlns:p14="http://schemas.microsoft.com/office/powerpoint/2010/main" val="2969155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Layout Custom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5144823-72DE-2D4F-9D8C-0C21B10A35CE}"/>
              </a:ext>
            </a:extLst>
          </p:cNvPr>
          <p:cNvSpPr/>
          <p:nvPr userDrawn="1"/>
        </p:nvSpPr>
        <p:spPr>
          <a:xfrm>
            <a:off x="0" y="0"/>
            <a:ext cx="9144000" cy="51435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572000" y="1231942"/>
            <a:ext cx="3322566"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573590" y="711560"/>
            <a:ext cx="3314700"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9" name="Text Placeholder 2">
            <a:extLst>
              <a:ext uri="{FF2B5EF4-FFF2-40B4-BE49-F238E27FC236}">
                <a16:creationId xmlns:a16="http://schemas.microsoft.com/office/drawing/2014/main" id="{9EC19153-B3A6-D045-9C5D-66D4AF5FE3E7}"/>
              </a:ext>
            </a:extLst>
          </p:cNvPr>
          <p:cNvSpPr>
            <a:spLocks noGrp="1"/>
          </p:cNvSpPr>
          <p:nvPr>
            <p:ph type="body" sz="quarter" idx="16" hasCustomPrompt="1"/>
          </p:nvPr>
        </p:nvSpPr>
        <p:spPr>
          <a:xfrm>
            <a:off x="4572000" y="1909051"/>
            <a:ext cx="3306763" cy="184666"/>
          </a:xfrm>
          <a:prstGeom prst="rect">
            <a:avLst/>
          </a:prstGeom>
        </p:spPr>
        <p:txBody>
          <a:bodyPr wrap="square" lIns="0" tIns="0" rIns="0" bIns="0" anchor="t">
            <a:noAutofit/>
          </a:bodyPr>
          <a:lstStyle>
            <a:lvl1pPr marL="0" indent="0">
              <a:buFont typeface="Arial" panose="020B0604020202020204" pitchFamily="34" charset="0"/>
              <a:buNone/>
              <a:defRPr lang="en-US" sz="1400" b="0" i="0" kern="1200" baseline="0" dirty="0">
                <a:solidFill>
                  <a:schemeClr val="tx1"/>
                </a:solidFill>
                <a:latin typeface="+mn-lt"/>
                <a:ea typeface="Arial"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Body Copy </a:t>
            </a:r>
          </a:p>
        </p:txBody>
      </p:sp>
      <p:sp>
        <p:nvSpPr>
          <p:cNvPr id="30" name="Rectangle 29">
            <a:extLst>
              <a:ext uri="{FF2B5EF4-FFF2-40B4-BE49-F238E27FC236}">
                <a16:creationId xmlns:a16="http://schemas.microsoft.com/office/drawing/2014/main" id="{D175A266-A475-664F-825C-760A21AB5335}"/>
              </a:ext>
            </a:extLst>
          </p:cNvPr>
          <p:cNvSpPr/>
          <p:nvPr userDrawn="1"/>
        </p:nvSpPr>
        <p:spPr>
          <a:xfrm>
            <a:off x="4085014" y="-1"/>
            <a:ext cx="239109" cy="5143501"/>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36" name="Picture Placeholder 3">
            <a:extLst>
              <a:ext uri="{FF2B5EF4-FFF2-40B4-BE49-F238E27FC236}">
                <a16:creationId xmlns:a16="http://schemas.microsoft.com/office/drawing/2014/main" id="{FFE2ADD0-1055-FC4D-8D0B-E03C5ED7193B}"/>
              </a:ext>
            </a:extLst>
          </p:cNvPr>
          <p:cNvSpPr>
            <a:spLocks noGrp="1"/>
          </p:cNvSpPr>
          <p:nvPr>
            <p:ph type="pic" sz="quarter" idx="15"/>
          </p:nvPr>
        </p:nvSpPr>
        <p:spPr>
          <a:xfrm>
            <a:off x="736601" y="-1"/>
            <a:ext cx="3348412" cy="5143502"/>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37" name="Picture 36">
            <a:extLst>
              <a:ext uri="{FF2B5EF4-FFF2-40B4-BE49-F238E27FC236}">
                <a16:creationId xmlns:a16="http://schemas.microsoft.com/office/drawing/2014/main" id="{5797A924-0170-9946-8ADB-D1906A8CC43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1"/>
            <a:ext cx="736600" cy="5143499"/>
          </a:xfrm>
          <a:prstGeom prst="rect">
            <a:avLst/>
          </a:prstGeom>
        </p:spPr>
      </p:pic>
      <p:pic>
        <p:nvPicPr>
          <p:cNvPr id="38" name="Image">
            <a:extLst>
              <a:ext uri="{FF2B5EF4-FFF2-40B4-BE49-F238E27FC236}">
                <a16:creationId xmlns:a16="http://schemas.microsoft.com/office/drawing/2014/main" id="{03453159-D837-E940-96DD-0B2E07F58E59}"/>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2" name="Straight Connector 11">
            <a:extLst>
              <a:ext uri="{FF2B5EF4-FFF2-40B4-BE49-F238E27FC236}">
                <a16:creationId xmlns:a16="http://schemas.microsoft.com/office/drawing/2014/main" id="{5FACD669-CC8A-0843-9ADD-C3CB11F72A81}"/>
              </a:ext>
            </a:extLst>
          </p:cNvPr>
          <p:cNvCxnSpPr>
            <a:cxnSpLocks/>
          </p:cNvCxnSpPr>
          <p:nvPr userDrawn="1"/>
        </p:nvCxnSpPr>
        <p:spPr>
          <a:xfrm>
            <a:off x="4572000" y="259987"/>
            <a:ext cx="38258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D405BEA2-7FA2-6041-89A2-ECAF0BD563D3}"/>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5402110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ultiple Photos with Conten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A08097A-F6BF-584E-9C47-5BC4A6E65785}"/>
              </a:ext>
            </a:extLst>
          </p:cNvPr>
          <p:cNvSpPr>
            <a:spLocks noGrp="1"/>
          </p:cNvSpPr>
          <p:nvPr>
            <p:ph type="body" sz="quarter" idx="10" hasCustomPrompt="1"/>
          </p:nvPr>
        </p:nvSpPr>
        <p:spPr>
          <a:xfrm>
            <a:off x="249858" y="1892136"/>
            <a:ext cx="3293442" cy="2684894"/>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sp>
        <p:nvSpPr>
          <p:cNvPr id="6" name="Picture Placeholder 5">
            <a:extLst>
              <a:ext uri="{FF2B5EF4-FFF2-40B4-BE49-F238E27FC236}">
                <a16:creationId xmlns:a16="http://schemas.microsoft.com/office/drawing/2014/main" id="{AE533EBD-56B4-EB44-850B-C79FB1998F0D}"/>
              </a:ext>
            </a:extLst>
          </p:cNvPr>
          <p:cNvSpPr>
            <a:spLocks noGrp="1"/>
          </p:cNvSpPr>
          <p:nvPr>
            <p:ph type="pic" sz="quarter" idx="11"/>
          </p:nvPr>
        </p:nvSpPr>
        <p:spPr>
          <a:xfrm>
            <a:off x="3797300" y="0"/>
            <a:ext cx="3311525" cy="1881699"/>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0" name="Picture Placeholder 9">
            <a:extLst>
              <a:ext uri="{FF2B5EF4-FFF2-40B4-BE49-F238E27FC236}">
                <a16:creationId xmlns:a16="http://schemas.microsoft.com/office/drawing/2014/main" id="{D87B2641-C808-1545-8430-0211D0684D8D}"/>
              </a:ext>
            </a:extLst>
          </p:cNvPr>
          <p:cNvSpPr>
            <a:spLocks noGrp="1"/>
          </p:cNvSpPr>
          <p:nvPr>
            <p:ph type="pic" sz="quarter" idx="12"/>
          </p:nvPr>
        </p:nvSpPr>
        <p:spPr>
          <a:xfrm>
            <a:off x="3800476" y="2127436"/>
            <a:ext cx="3308350" cy="3016065"/>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4" name="Picture Placeholder 5">
            <a:extLst>
              <a:ext uri="{FF2B5EF4-FFF2-40B4-BE49-F238E27FC236}">
                <a16:creationId xmlns:a16="http://schemas.microsoft.com/office/drawing/2014/main" id="{CF628120-0A24-FD4A-A7BE-C0F319077DA2}"/>
              </a:ext>
            </a:extLst>
          </p:cNvPr>
          <p:cNvSpPr>
            <a:spLocks noGrp="1"/>
          </p:cNvSpPr>
          <p:nvPr>
            <p:ph type="pic" sz="quarter" idx="13"/>
          </p:nvPr>
        </p:nvSpPr>
        <p:spPr>
          <a:xfrm>
            <a:off x="7353431" y="-1"/>
            <a:ext cx="1790570" cy="2994185"/>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5" name="Picture Placeholder 9">
            <a:extLst>
              <a:ext uri="{FF2B5EF4-FFF2-40B4-BE49-F238E27FC236}">
                <a16:creationId xmlns:a16="http://schemas.microsoft.com/office/drawing/2014/main" id="{C4F3BEFB-80A1-C34A-BE24-95E9E772577D}"/>
              </a:ext>
            </a:extLst>
          </p:cNvPr>
          <p:cNvSpPr>
            <a:spLocks noGrp="1"/>
          </p:cNvSpPr>
          <p:nvPr>
            <p:ph type="pic" sz="quarter" idx="14"/>
          </p:nvPr>
        </p:nvSpPr>
        <p:spPr>
          <a:xfrm>
            <a:off x="7354888" y="3273425"/>
            <a:ext cx="1790570" cy="1870076"/>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pic>
        <p:nvPicPr>
          <p:cNvPr id="21" name="Image">
            <a:extLst>
              <a:ext uri="{FF2B5EF4-FFF2-40B4-BE49-F238E27FC236}">
                <a16:creationId xmlns:a16="http://schemas.microsoft.com/office/drawing/2014/main" id="{48B1FD06-0461-CD4B-BA18-DEF9E6300F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2" name="Straight Connector 11">
            <a:extLst>
              <a:ext uri="{FF2B5EF4-FFF2-40B4-BE49-F238E27FC236}">
                <a16:creationId xmlns:a16="http://schemas.microsoft.com/office/drawing/2014/main" id="{8D944049-D3AC-4A4A-916E-30E8CF00AD95}"/>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AC78E4D2-6C69-EC4C-A9F9-1BC2086CC09B}"/>
              </a:ext>
            </a:extLst>
          </p:cNvPr>
          <p:cNvSpPr/>
          <p:nvPr userDrawn="1"/>
        </p:nvSpPr>
        <p:spPr>
          <a:xfrm>
            <a:off x="3123430"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7" name="Text Placeholder 2">
            <a:extLst>
              <a:ext uri="{FF2B5EF4-FFF2-40B4-BE49-F238E27FC236}">
                <a16:creationId xmlns:a16="http://schemas.microsoft.com/office/drawing/2014/main" id="{93446005-27E5-DA47-B13E-5D47D8357BEC}"/>
              </a:ext>
            </a:extLst>
          </p:cNvPr>
          <p:cNvSpPr>
            <a:spLocks noGrp="1"/>
          </p:cNvSpPr>
          <p:nvPr>
            <p:ph type="body" sz="quarter" idx="17" hasCustomPrompt="1"/>
          </p:nvPr>
        </p:nvSpPr>
        <p:spPr>
          <a:xfrm>
            <a:off x="736601" y="340219"/>
            <a:ext cx="2329679" cy="16930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8" name="Title 1">
            <a:extLst>
              <a:ext uri="{FF2B5EF4-FFF2-40B4-BE49-F238E27FC236}">
                <a16:creationId xmlns:a16="http://schemas.microsoft.com/office/drawing/2014/main" id="{F3BB4AA9-9C4C-2143-9E9C-3DCBEF230922}"/>
              </a:ext>
            </a:extLst>
          </p:cNvPr>
          <p:cNvSpPr>
            <a:spLocks noGrp="1"/>
          </p:cNvSpPr>
          <p:nvPr>
            <p:ph type="ctrTitle" hasCustomPrompt="1"/>
          </p:nvPr>
        </p:nvSpPr>
        <p:spPr>
          <a:xfrm>
            <a:off x="242889" y="721405"/>
            <a:ext cx="3309936" cy="852127"/>
          </a:xfrm>
          <a:prstGeom prst="rect">
            <a:avLst/>
          </a:prstGeom>
        </p:spPr>
        <p:txBody>
          <a:bodyPr wrap="square" lIns="0" r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sz="2800" baseline="0">
                <a:solidFill>
                  <a:schemeClr val="tx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Heading</a:t>
            </a:r>
            <a:br>
              <a:rPr lang="en-US"/>
            </a:br>
            <a:r>
              <a:rPr lang="en-US">
                <a:solidFill>
                  <a:schemeClr val="tx1"/>
                </a:solidFill>
              </a:rPr>
              <a:t>Heading</a:t>
            </a:r>
            <a:endParaRPr lang="en-US"/>
          </a:p>
        </p:txBody>
      </p:sp>
    </p:spTree>
    <p:extLst>
      <p:ext uri="{BB962C8B-B14F-4D97-AF65-F5344CB8AC3E}">
        <p14:creationId xmlns:p14="http://schemas.microsoft.com/office/powerpoint/2010/main" val="29027174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Multiple Photos with Content 2">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E533EBD-56B4-EB44-850B-C79FB1998F0D}"/>
              </a:ext>
            </a:extLst>
          </p:cNvPr>
          <p:cNvSpPr>
            <a:spLocks noGrp="1"/>
          </p:cNvSpPr>
          <p:nvPr>
            <p:ph type="pic" sz="quarter" idx="11"/>
          </p:nvPr>
        </p:nvSpPr>
        <p:spPr>
          <a:xfrm>
            <a:off x="2775703"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4" name="Picture Placeholder 5">
            <a:extLst>
              <a:ext uri="{FF2B5EF4-FFF2-40B4-BE49-F238E27FC236}">
                <a16:creationId xmlns:a16="http://schemas.microsoft.com/office/drawing/2014/main" id="{CF628120-0A24-FD4A-A7BE-C0F319077DA2}"/>
              </a:ext>
            </a:extLst>
          </p:cNvPr>
          <p:cNvSpPr>
            <a:spLocks noGrp="1"/>
          </p:cNvSpPr>
          <p:nvPr>
            <p:ph type="pic" sz="quarter" idx="13"/>
          </p:nvPr>
        </p:nvSpPr>
        <p:spPr>
          <a:xfrm>
            <a:off x="7023123"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6" name="Picture Placeholder 5">
            <a:extLst>
              <a:ext uri="{FF2B5EF4-FFF2-40B4-BE49-F238E27FC236}">
                <a16:creationId xmlns:a16="http://schemas.microsoft.com/office/drawing/2014/main" id="{AD7635C8-85FE-924B-A1A3-F3ADFB0A440C}"/>
              </a:ext>
            </a:extLst>
          </p:cNvPr>
          <p:cNvSpPr>
            <a:spLocks noGrp="1"/>
          </p:cNvSpPr>
          <p:nvPr>
            <p:ph type="pic" sz="quarter" idx="15"/>
          </p:nvPr>
        </p:nvSpPr>
        <p:spPr>
          <a:xfrm>
            <a:off x="4901485"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7" name="Picture Placeholder 5">
            <a:extLst>
              <a:ext uri="{FF2B5EF4-FFF2-40B4-BE49-F238E27FC236}">
                <a16:creationId xmlns:a16="http://schemas.microsoft.com/office/drawing/2014/main" id="{9ED2B9A2-3748-DB45-9F2F-540D72E30864}"/>
              </a:ext>
            </a:extLst>
          </p:cNvPr>
          <p:cNvSpPr>
            <a:spLocks noGrp="1"/>
          </p:cNvSpPr>
          <p:nvPr>
            <p:ph type="pic" sz="quarter" idx="16"/>
          </p:nvPr>
        </p:nvSpPr>
        <p:spPr>
          <a:xfrm>
            <a:off x="2775704" y="2824187"/>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9" name="Picture Placeholder 5">
            <a:extLst>
              <a:ext uri="{FF2B5EF4-FFF2-40B4-BE49-F238E27FC236}">
                <a16:creationId xmlns:a16="http://schemas.microsoft.com/office/drawing/2014/main" id="{EC77C048-FF9C-AF4D-BAD6-DBCDB73B0877}"/>
              </a:ext>
            </a:extLst>
          </p:cNvPr>
          <p:cNvSpPr>
            <a:spLocks noGrp="1"/>
          </p:cNvSpPr>
          <p:nvPr>
            <p:ph type="pic" sz="quarter" idx="17"/>
          </p:nvPr>
        </p:nvSpPr>
        <p:spPr>
          <a:xfrm>
            <a:off x="7023123" y="2824187"/>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20" name="Picture Placeholder 5">
            <a:extLst>
              <a:ext uri="{FF2B5EF4-FFF2-40B4-BE49-F238E27FC236}">
                <a16:creationId xmlns:a16="http://schemas.microsoft.com/office/drawing/2014/main" id="{2BE0015C-3996-AB4D-BB10-42B891124E86}"/>
              </a:ext>
            </a:extLst>
          </p:cNvPr>
          <p:cNvSpPr>
            <a:spLocks noGrp="1"/>
          </p:cNvSpPr>
          <p:nvPr>
            <p:ph type="pic" sz="quarter" idx="18"/>
          </p:nvPr>
        </p:nvSpPr>
        <p:spPr>
          <a:xfrm>
            <a:off x="4901485" y="2829751"/>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21" name="Text Placeholder 4">
            <a:extLst>
              <a:ext uri="{FF2B5EF4-FFF2-40B4-BE49-F238E27FC236}">
                <a16:creationId xmlns:a16="http://schemas.microsoft.com/office/drawing/2014/main" id="{88A8AEA6-884D-5F49-B1CB-95001C38FC19}"/>
              </a:ext>
            </a:extLst>
          </p:cNvPr>
          <p:cNvSpPr>
            <a:spLocks noGrp="1"/>
          </p:cNvSpPr>
          <p:nvPr>
            <p:ph type="body" sz="quarter" idx="10" hasCustomPrompt="1"/>
          </p:nvPr>
        </p:nvSpPr>
        <p:spPr>
          <a:xfrm>
            <a:off x="249858" y="1892136"/>
            <a:ext cx="2263073" cy="2769660"/>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pic>
        <p:nvPicPr>
          <p:cNvPr id="26" name="Image">
            <a:extLst>
              <a:ext uri="{FF2B5EF4-FFF2-40B4-BE49-F238E27FC236}">
                <a16:creationId xmlns:a16="http://schemas.microsoft.com/office/drawing/2014/main" id="{39EA1AB9-512F-604E-B418-C4FABE8A6E3D}"/>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Title 1">
            <a:extLst>
              <a:ext uri="{FF2B5EF4-FFF2-40B4-BE49-F238E27FC236}">
                <a16:creationId xmlns:a16="http://schemas.microsoft.com/office/drawing/2014/main" id="{08C59BA3-08AD-694C-9D90-62F73D099945}"/>
              </a:ext>
            </a:extLst>
          </p:cNvPr>
          <p:cNvSpPr>
            <a:spLocks noGrp="1"/>
          </p:cNvSpPr>
          <p:nvPr>
            <p:ph type="ctrTitle" hasCustomPrompt="1"/>
          </p:nvPr>
        </p:nvSpPr>
        <p:spPr>
          <a:xfrm>
            <a:off x="242889" y="721404"/>
            <a:ext cx="2278051" cy="852130"/>
          </a:xfrm>
          <a:prstGeom prst="rect">
            <a:avLst/>
          </a:prstGeom>
        </p:spPr>
        <p:txBody>
          <a:bodyPr wrap="square" lIns="0" rIns="0" anchor="t">
            <a:noAutofit/>
          </a:bodyPr>
          <a:lstStyle>
            <a:lvl1pPr algn="l">
              <a:defRPr sz="2800" baseline="0">
                <a:solidFill>
                  <a:schemeClr val="tx1"/>
                </a:solidFill>
              </a:defRPr>
            </a:lvl1pPr>
          </a:lstStyle>
          <a:p>
            <a:r>
              <a:rPr lang="en-US"/>
              <a:t>Heading</a:t>
            </a:r>
            <a:br>
              <a:rPr lang="en-US"/>
            </a:br>
            <a:r>
              <a:rPr lang="en-US"/>
              <a:t>Heading</a:t>
            </a:r>
          </a:p>
        </p:txBody>
      </p:sp>
      <p:cxnSp>
        <p:nvCxnSpPr>
          <p:cNvPr id="22" name="Straight Connector 21">
            <a:extLst>
              <a:ext uri="{FF2B5EF4-FFF2-40B4-BE49-F238E27FC236}">
                <a16:creationId xmlns:a16="http://schemas.microsoft.com/office/drawing/2014/main" id="{60A203F7-B12A-E649-A007-637DE01EA68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3" name="Rectangle 22">
            <a:extLst>
              <a:ext uri="{FF2B5EF4-FFF2-40B4-BE49-F238E27FC236}">
                <a16:creationId xmlns:a16="http://schemas.microsoft.com/office/drawing/2014/main" id="{4E7D81F0-0D3B-D546-A57B-157C18289620}"/>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25" name="Text Placeholder 2">
            <a:extLst>
              <a:ext uri="{FF2B5EF4-FFF2-40B4-BE49-F238E27FC236}">
                <a16:creationId xmlns:a16="http://schemas.microsoft.com/office/drawing/2014/main" id="{08417AFA-FEC2-CF47-8CDA-CDBC7D656758}"/>
              </a:ext>
            </a:extLst>
          </p:cNvPr>
          <p:cNvSpPr>
            <a:spLocks noGrp="1"/>
          </p:cNvSpPr>
          <p:nvPr>
            <p:ph type="body" sz="quarter" idx="19" hasCustomPrompt="1"/>
          </p:nvPr>
        </p:nvSpPr>
        <p:spPr>
          <a:xfrm>
            <a:off x="736601" y="340219"/>
            <a:ext cx="7661274" cy="169312"/>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Tree>
    <p:extLst>
      <p:ext uri="{BB962C8B-B14F-4D97-AF65-F5344CB8AC3E}">
        <p14:creationId xmlns:p14="http://schemas.microsoft.com/office/powerpoint/2010/main" val="7866256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ustomer Story 1">
    <p:bg>
      <p:bgPr>
        <a:solidFill>
          <a:schemeClr val="bg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C5B4D97-FB58-254F-89C6-62ECB2B5F6FD}"/>
              </a:ext>
            </a:extLst>
          </p:cNvPr>
          <p:cNvSpPr>
            <a:spLocks noGrp="1"/>
          </p:cNvSpPr>
          <p:nvPr>
            <p:ph type="pic" sz="quarter" idx="12"/>
          </p:nvPr>
        </p:nvSpPr>
        <p:spPr>
          <a:xfrm>
            <a:off x="3797298" y="0"/>
            <a:ext cx="3308351" cy="5143500"/>
          </a:xfrm>
          <a:prstGeom prst="rect">
            <a:avLst/>
          </a:prstGeom>
          <a:solidFill>
            <a:schemeClr val="bg1">
              <a:lumMod val="95000"/>
            </a:schemeClr>
          </a:solidFill>
        </p:spPr>
        <p:txBody>
          <a:bodyPr anchor="ctr"/>
          <a:lstStyle>
            <a:lvl1pPr marL="0" indent="0" algn="ctr">
              <a:buFont typeface="Arial" panose="020B0604020202020204" pitchFamily="34" charset="0"/>
              <a:buNone/>
              <a:defRPr sz="1400">
                <a:solidFill>
                  <a:schemeClr val="tx2"/>
                </a:solidFill>
              </a:defRPr>
            </a:lvl1pPr>
          </a:lstStyle>
          <a:p>
            <a:r>
              <a:rPr lang="en-US"/>
              <a:t>Click icon to add picture</a:t>
            </a:r>
          </a:p>
        </p:txBody>
      </p:sp>
      <p:sp>
        <p:nvSpPr>
          <p:cNvPr id="2" name="Title 1"/>
          <p:cNvSpPr>
            <a:spLocks noGrp="1"/>
          </p:cNvSpPr>
          <p:nvPr>
            <p:ph type="ctrTitle" hasCustomPrompt="1"/>
          </p:nvPr>
        </p:nvSpPr>
        <p:spPr>
          <a:xfrm>
            <a:off x="241299" y="711562"/>
            <a:ext cx="3325593" cy="861974"/>
          </a:xfrm>
          <a:prstGeom prst="rect">
            <a:avLst/>
          </a:prstGeom>
        </p:spPr>
        <p:txBody>
          <a:bodyPr wrap="square" lIns="0" rIns="0" anchor="t">
            <a:noAutofit/>
          </a:bodyPr>
          <a:lstStyle>
            <a:lvl1pPr>
              <a:defRPr lang="en-US" sz="2800" dirty="0">
                <a:solidFill>
                  <a:schemeClr val="tx1"/>
                </a:solidFill>
              </a:defRPr>
            </a:lvl1pPr>
          </a:lstStyle>
          <a:p>
            <a:pPr marL="0" marR="0" lvl="0" indent="0" fontAlgn="auto">
              <a:spcAft>
                <a:spcPts val="0"/>
              </a:spcAft>
              <a:buClrTx/>
              <a:buSzTx/>
              <a:buFontTx/>
              <a:tabLst/>
            </a:pPr>
            <a:r>
              <a:rPr lang="en-US"/>
              <a:t>Customer Story</a:t>
            </a:r>
            <a:br>
              <a:rPr lang="en-US"/>
            </a:br>
            <a:r>
              <a:rPr lang="en-US"/>
              <a:t>Heading</a:t>
            </a:r>
          </a:p>
        </p:txBody>
      </p:sp>
      <p:pic>
        <p:nvPicPr>
          <p:cNvPr id="9" name="Picture 8">
            <a:extLst>
              <a:ext uri="{FF2B5EF4-FFF2-40B4-BE49-F238E27FC236}">
                <a16:creationId xmlns:a16="http://schemas.microsoft.com/office/drawing/2014/main" id="{CF12E9C8-CB26-FD4E-99E4-04293959E7E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2"/>
          <a:stretch/>
        </p:blipFill>
        <p:spPr>
          <a:xfrm>
            <a:off x="8659811" y="-1"/>
            <a:ext cx="492126" cy="5143501"/>
          </a:xfrm>
          <a:prstGeom prst="rect">
            <a:avLst/>
          </a:prstGeom>
        </p:spPr>
      </p:pic>
      <p:sp>
        <p:nvSpPr>
          <p:cNvPr id="8" name="Rectangle 7">
            <a:extLst>
              <a:ext uri="{FF2B5EF4-FFF2-40B4-BE49-F238E27FC236}">
                <a16:creationId xmlns:a16="http://schemas.microsoft.com/office/drawing/2014/main" id="{EA8D2F38-8F39-ED47-A28C-F951932A0BFF}"/>
              </a:ext>
            </a:extLst>
          </p:cNvPr>
          <p:cNvSpPr/>
          <p:nvPr userDrawn="1"/>
        </p:nvSpPr>
        <p:spPr>
          <a:xfrm>
            <a:off x="7105650" y="-1"/>
            <a:ext cx="1546225" cy="5143501"/>
          </a:xfrm>
          <a:prstGeom prst="rect">
            <a:avLst/>
          </a:prstGeom>
          <a:solidFill>
            <a:schemeClr val="tx1"/>
          </a:solidFill>
          <a:ln w="12700">
            <a:solidFill>
              <a:schemeClr val="bg2">
                <a:lumMod val="2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2" name="Text Placeholder 11">
            <a:extLst>
              <a:ext uri="{FF2B5EF4-FFF2-40B4-BE49-F238E27FC236}">
                <a16:creationId xmlns:a16="http://schemas.microsoft.com/office/drawing/2014/main" id="{461F58D3-DE45-3449-8FB1-982D5CD9E798}"/>
              </a:ext>
            </a:extLst>
          </p:cNvPr>
          <p:cNvSpPr>
            <a:spLocks noGrp="1"/>
          </p:cNvSpPr>
          <p:nvPr>
            <p:ph type="body" sz="quarter" idx="14" hasCustomPrompt="1"/>
          </p:nvPr>
        </p:nvSpPr>
        <p:spPr>
          <a:xfrm>
            <a:off x="7359649" y="250825"/>
            <a:ext cx="1038226" cy="1389064"/>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17" name="Text Placeholder 11">
            <a:extLst>
              <a:ext uri="{FF2B5EF4-FFF2-40B4-BE49-F238E27FC236}">
                <a16:creationId xmlns:a16="http://schemas.microsoft.com/office/drawing/2014/main" id="{A6FD69E1-7FAE-1446-B229-E02F1904E0CC}"/>
              </a:ext>
            </a:extLst>
          </p:cNvPr>
          <p:cNvSpPr>
            <a:spLocks noGrp="1"/>
          </p:cNvSpPr>
          <p:nvPr>
            <p:ph type="body" sz="quarter" idx="15" hasCustomPrompt="1"/>
          </p:nvPr>
        </p:nvSpPr>
        <p:spPr>
          <a:xfrm>
            <a:off x="7359649" y="1892589"/>
            <a:ext cx="1038226" cy="1380836"/>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18" name="Text Placeholder 11">
            <a:extLst>
              <a:ext uri="{FF2B5EF4-FFF2-40B4-BE49-F238E27FC236}">
                <a16:creationId xmlns:a16="http://schemas.microsoft.com/office/drawing/2014/main" id="{FA481285-85AF-124E-B497-1DB35DD2820C}"/>
              </a:ext>
            </a:extLst>
          </p:cNvPr>
          <p:cNvSpPr>
            <a:spLocks noGrp="1"/>
          </p:cNvSpPr>
          <p:nvPr>
            <p:ph type="body" sz="quarter" idx="16" hasCustomPrompt="1"/>
          </p:nvPr>
        </p:nvSpPr>
        <p:spPr>
          <a:xfrm>
            <a:off x="7359649" y="3513571"/>
            <a:ext cx="1038226" cy="1387042"/>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29" name="Text Placeholder 2">
            <a:extLst>
              <a:ext uri="{FF2B5EF4-FFF2-40B4-BE49-F238E27FC236}">
                <a16:creationId xmlns:a16="http://schemas.microsoft.com/office/drawing/2014/main" id="{A1CC4436-7A03-CC42-9FCB-9E86D5A5136E}"/>
              </a:ext>
            </a:extLst>
          </p:cNvPr>
          <p:cNvSpPr>
            <a:spLocks noGrp="1"/>
          </p:cNvSpPr>
          <p:nvPr>
            <p:ph type="body" sz="quarter" idx="17" hasCustomPrompt="1"/>
          </p:nvPr>
        </p:nvSpPr>
        <p:spPr>
          <a:xfrm>
            <a:off x="741965" y="340219"/>
            <a:ext cx="2324315" cy="16219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38" name="Image">
            <a:extLst>
              <a:ext uri="{FF2B5EF4-FFF2-40B4-BE49-F238E27FC236}">
                <a16:creationId xmlns:a16="http://schemas.microsoft.com/office/drawing/2014/main" id="{CAF69B79-F069-9A4B-8F7F-00E6EF245F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4" name="Straight Connector 13">
            <a:extLst>
              <a:ext uri="{FF2B5EF4-FFF2-40B4-BE49-F238E27FC236}">
                <a16:creationId xmlns:a16="http://schemas.microsoft.com/office/drawing/2014/main" id="{276D3422-C15E-E843-909B-1EC359B68168}"/>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5A6DDFC5-C819-024A-A53F-3335E014C363}"/>
              </a:ext>
            </a:extLst>
          </p:cNvPr>
          <p:cNvSpPr/>
          <p:nvPr userDrawn="1"/>
        </p:nvSpPr>
        <p:spPr>
          <a:xfrm>
            <a:off x="3123430"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9" name="Text Placeholder 4">
            <a:extLst>
              <a:ext uri="{FF2B5EF4-FFF2-40B4-BE49-F238E27FC236}">
                <a16:creationId xmlns:a16="http://schemas.microsoft.com/office/drawing/2014/main" id="{964D9CB4-A4F2-A545-810E-CD823A25700E}"/>
              </a:ext>
            </a:extLst>
          </p:cNvPr>
          <p:cNvSpPr>
            <a:spLocks noGrp="1"/>
          </p:cNvSpPr>
          <p:nvPr>
            <p:ph type="body" sz="quarter" idx="10" hasCustomPrompt="1"/>
          </p:nvPr>
        </p:nvSpPr>
        <p:spPr>
          <a:xfrm>
            <a:off x="249858" y="1892136"/>
            <a:ext cx="3293442" cy="2684894"/>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spTree>
    <p:extLst>
      <p:ext uri="{BB962C8B-B14F-4D97-AF65-F5344CB8AC3E}">
        <p14:creationId xmlns:p14="http://schemas.microsoft.com/office/powerpoint/2010/main" val="36256130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2_Customer Story With Quote">
    <p:bg>
      <p:bgPr>
        <a:solidFill>
          <a:schemeClr val="bg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C5B4D97-FB58-254F-89C6-62ECB2B5F6FD}"/>
              </a:ext>
            </a:extLst>
          </p:cNvPr>
          <p:cNvSpPr>
            <a:spLocks noGrp="1"/>
          </p:cNvSpPr>
          <p:nvPr>
            <p:ph type="pic" sz="quarter" idx="12"/>
          </p:nvPr>
        </p:nvSpPr>
        <p:spPr>
          <a:xfrm>
            <a:off x="3797298" y="0"/>
            <a:ext cx="3308351" cy="5143500"/>
          </a:xfrm>
          <a:prstGeom prst="rect">
            <a:avLst/>
          </a:prstGeom>
          <a:solidFill>
            <a:schemeClr val="bg1">
              <a:lumMod val="95000"/>
            </a:schemeClr>
          </a:solidFill>
        </p:spPr>
        <p:txBody>
          <a:bodyPr anchor="ctr"/>
          <a:lstStyle>
            <a:lvl1pPr marL="0" indent="0" algn="ctr">
              <a:buFont typeface="Arial" panose="020B0604020202020204" pitchFamily="34" charset="0"/>
              <a:buNone/>
              <a:defRPr sz="1400">
                <a:solidFill>
                  <a:schemeClr val="tx2"/>
                </a:solidFill>
              </a:defRPr>
            </a:lvl1pPr>
          </a:lstStyle>
          <a:p>
            <a:r>
              <a:rPr lang="en-US"/>
              <a:t>Click icon to add picture</a:t>
            </a:r>
          </a:p>
        </p:txBody>
      </p:sp>
      <p:sp>
        <p:nvSpPr>
          <p:cNvPr id="2" name="Title 1"/>
          <p:cNvSpPr>
            <a:spLocks noGrp="1"/>
          </p:cNvSpPr>
          <p:nvPr>
            <p:ph type="ctrTitle" hasCustomPrompt="1"/>
          </p:nvPr>
        </p:nvSpPr>
        <p:spPr>
          <a:xfrm>
            <a:off x="241299" y="711562"/>
            <a:ext cx="3325593" cy="861974"/>
          </a:xfrm>
          <a:prstGeom prst="rect">
            <a:avLst/>
          </a:prstGeom>
        </p:spPr>
        <p:txBody>
          <a:bodyPr wrap="square" lIns="0" rIns="0" anchor="t">
            <a:noAutofit/>
          </a:bodyPr>
          <a:lstStyle>
            <a:lvl1pPr>
              <a:defRPr lang="en-US" sz="2800" dirty="0">
                <a:solidFill>
                  <a:schemeClr val="tx1"/>
                </a:solidFill>
              </a:defRPr>
            </a:lvl1pPr>
          </a:lstStyle>
          <a:p>
            <a:pPr marL="0" marR="0" lvl="0" indent="0" fontAlgn="auto">
              <a:spcAft>
                <a:spcPts val="0"/>
              </a:spcAft>
              <a:buClrTx/>
              <a:buSzTx/>
              <a:buFontTx/>
              <a:tabLst/>
            </a:pPr>
            <a:r>
              <a:rPr lang="en-US"/>
              <a:t>Customer Story</a:t>
            </a:r>
            <a:br>
              <a:rPr lang="en-US"/>
            </a:br>
            <a:r>
              <a:rPr lang="en-US"/>
              <a:t>Heading</a:t>
            </a:r>
          </a:p>
        </p:txBody>
      </p:sp>
      <p:pic>
        <p:nvPicPr>
          <p:cNvPr id="9" name="Picture 8">
            <a:extLst>
              <a:ext uri="{FF2B5EF4-FFF2-40B4-BE49-F238E27FC236}">
                <a16:creationId xmlns:a16="http://schemas.microsoft.com/office/drawing/2014/main" id="{CF12E9C8-CB26-FD4E-99E4-04293959E7E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2"/>
          <a:stretch/>
        </p:blipFill>
        <p:spPr>
          <a:xfrm>
            <a:off x="8659811" y="-1"/>
            <a:ext cx="492126" cy="5143501"/>
          </a:xfrm>
          <a:prstGeom prst="rect">
            <a:avLst/>
          </a:prstGeom>
        </p:spPr>
      </p:pic>
      <p:sp>
        <p:nvSpPr>
          <p:cNvPr id="8" name="Rectangle 7">
            <a:extLst>
              <a:ext uri="{FF2B5EF4-FFF2-40B4-BE49-F238E27FC236}">
                <a16:creationId xmlns:a16="http://schemas.microsoft.com/office/drawing/2014/main" id="{EA8D2F38-8F39-ED47-A28C-F951932A0BFF}"/>
              </a:ext>
            </a:extLst>
          </p:cNvPr>
          <p:cNvSpPr/>
          <p:nvPr userDrawn="1"/>
        </p:nvSpPr>
        <p:spPr>
          <a:xfrm>
            <a:off x="7105650" y="-1"/>
            <a:ext cx="1546225" cy="5143501"/>
          </a:xfrm>
          <a:prstGeom prst="rect">
            <a:avLst/>
          </a:prstGeom>
          <a:solidFill>
            <a:schemeClr val="tx1"/>
          </a:solidFill>
          <a:ln w="12700">
            <a:solidFill>
              <a:schemeClr val="bg2">
                <a:lumMod val="2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2" name="Text Placeholder 11">
            <a:extLst>
              <a:ext uri="{FF2B5EF4-FFF2-40B4-BE49-F238E27FC236}">
                <a16:creationId xmlns:a16="http://schemas.microsoft.com/office/drawing/2014/main" id="{461F58D3-DE45-3449-8FB1-982D5CD9E798}"/>
              </a:ext>
            </a:extLst>
          </p:cNvPr>
          <p:cNvSpPr>
            <a:spLocks noGrp="1"/>
          </p:cNvSpPr>
          <p:nvPr>
            <p:ph type="body" sz="quarter" idx="14" hasCustomPrompt="1"/>
          </p:nvPr>
        </p:nvSpPr>
        <p:spPr>
          <a:xfrm>
            <a:off x="7359649" y="268805"/>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29" name="Text Placeholder 2">
            <a:extLst>
              <a:ext uri="{FF2B5EF4-FFF2-40B4-BE49-F238E27FC236}">
                <a16:creationId xmlns:a16="http://schemas.microsoft.com/office/drawing/2014/main" id="{A1CC4436-7A03-CC42-9FCB-9E86D5A5136E}"/>
              </a:ext>
            </a:extLst>
          </p:cNvPr>
          <p:cNvSpPr>
            <a:spLocks noGrp="1"/>
          </p:cNvSpPr>
          <p:nvPr>
            <p:ph type="body" sz="quarter" idx="17" hasCustomPrompt="1"/>
          </p:nvPr>
        </p:nvSpPr>
        <p:spPr>
          <a:xfrm>
            <a:off x="741965" y="340219"/>
            <a:ext cx="2245781"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38" name="Image">
            <a:extLst>
              <a:ext uri="{FF2B5EF4-FFF2-40B4-BE49-F238E27FC236}">
                <a16:creationId xmlns:a16="http://schemas.microsoft.com/office/drawing/2014/main" id="{CAF69B79-F069-9A4B-8F7F-00E6EF245F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4" name="Straight Connector 13">
            <a:extLst>
              <a:ext uri="{FF2B5EF4-FFF2-40B4-BE49-F238E27FC236}">
                <a16:creationId xmlns:a16="http://schemas.microsoft.com/office/drawing/2014/main" id="{276D3422-C15E-E843-909B-1EC359B68168}"/>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5A6DDFC5-C819-024A-A53F-3335E014C363}"/>
              </a:ext>
            </a:extLst>
          </p:cNvPr>
          <p:cNvSpPr/>
          <p:nvPr userDrawn="1"/>
        </p:nvSpPr>
        <p:spPr>
          <a:xfrm>
            <a:off x="3123430" y="148185"/>
            <a:ext cx="443462" cy="183494"/>
          </a:xfrm>
          <a:prstGeom prst="rect">
            <a:avLst/>
          </a:prstGeom>
        </p:spPr>
        <p:txBody>
          <a:bodyPr wrap="none" lIns="0" tIns="0" rIns="0" bIns="0" anchor="ctr">
            <a:noAutofit/>
          </a:bodyPr>
          <a:lstStyle/>
          <a:p>
            <a:pPr marL="0" marR="0" lvl="0" indent="0" algn="r" defTabSz="309555" rtl="0" fontAlgn="auto" latinLnBrk="0" hangingPunct="0">
              <a:lnSpc>
                <a:spcPts val="1125"/>
              </a:lnSpc>
              <a:spcBef>
                <a:spcPts val="0"/>
              </a:spcBef>
              <a:spcAft>
                <a:spcPts val="0"/>
              </a:spcAft>
              <a:buClrTx/>
              <a:buSzTx/>
              <a:buFontTx/>
              <a:buNone/>
              <a:tabLst/>
            </a:pPr>
            <a:r>
              <a:rPr kumimoji="0" lang="en-US" sz="1000" b="0" i="0" u="none" strike="noStrike" cap="none" spc="-20" normalizeH="0" baseline="0">
                <a:ln>
                  <a:noFill/>
                </a:ln>
                <a:solidFill>
                  <a:schemeClr val="tx1"/>
                </a:solidFill>
                <a:effectLst/>
                <a:uFillTx/>
                <a:latin typeface="+mn-lt"/>
                <a:ea typeface="+mj-ea"/>
                <a:cs typeface="+mj-cs"/>
                <a:sym typeface="Founders Grotesk"/>
              </a:rPr>
              <a:t>ni.com</a:t>
            </a:r>
          </a:p>
        </p:txBody>
      </p:sp>
      <p:grpSp>
        <p:nvGrpSpPr>
          <p:cNvPr id="20" name="Group 19">
            <a:extLst>
              <a:ext uri="{FF2B5EF4-FFF2-40B4-BE49-F238E27FC236}">
                <a16:creationId xmlns:a16="http://schemas.microsoft.com/office/drawing/2014/main" id="{80F83A2D-0E5F-7B40-BF1F-3D292779DAF3}"/>
              </a:ext>
            </a:extLst>
          </p:cNvPr>
          <p:cNvGrpSpPr/>
          <p:nvPr userDrawn="1"/>
        </p:nvGrpSpPr>
        <p:grpSpPr>
          <a:xfrm flipH="1">
            <a:off x="241298" y="1892589"/>
            <a:ext cx="3311525" cy="2770223"/>
            <a:chOff x="143113" y="2095349"/>
            <a:chExt cx="3487500" cy="3054682"/>
          </a:xfrm>
        </p:grpSpPr>
        <p:sp>
          <p:nvSpPr>
            <p:cNvPr id="21" name="Freeform 20">
              <a:extLst>
                <a:ext uri="{FF2B5EF4-FFF2-40B4-BE49-F238E27FC236}">
                  <a16:creationId xmlns:a16="http://schemas.microsoft.com/office/drawing/2014/main" id="{621F0B2E-BAF6-AD4A-A455-4FE8E1153183}"/>
                </a:ext>
              </a:extLst>
            </p:cNvPr>
            <p:cNvSpPr/>
            <p:nvPr/>
          </p:nvSpPr>
          <p:spPr>
            <a:xfrm rot="5400000">
              <a:off x="2245001" y="3764419"/>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22" name="Straight Connector 21">
              <a:extLst>
                <a:ext uri="{FF2B5EF4-FFF2-40B4-BE49-F238E27FC236}">
                  <a16:creationId xmlns:a16="http://schemas.microsoft.com/office/drawing/2014/main" id="{2B675865-3560-B746-8C16-5A7A468610C1}"/>
                </a:ext>
              </a:extLst>
            </p:cNvPr>
            <p:cNvCxnSpPr>
              <a:cxnSpLocks/>
            </p:cNvCxnSpPr>
            <p:nvPr userDrawn="1"/>
          </p:nvCxnSpPr>
          <p:spPr>
            <a:xfrm flipH="1" flipV="1">
              <a:off x="3630613" y="2095349"/>
              <a:ext cx="0" cy="1668799"/>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383627-F26B-B34B-A423-8F78E7DA2022}"/>
                </a:ext>
              </a:extLst>
            </p:cNvPr>
            <p:cNvCxnSpPr>
              <a:cxnSpLocks/>
            </p:cNvCxnSpPr>
            <p:nvPr/>
          </p:nvCxnSpPr>
          <p:spPr>
            <a:xfrm flipH="1">
              <a:off x="143113" y="5150031"/>
              <a:ext cx="2102164"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4" name="Text Placeholder 24">
            <a:extLst>
              <a:ext uri="{FF2B5EF4-FFF2-40B4-BE49-F238E27FC236}">
                <a16:creationId xmlns:a16="http://schemas.microsoft.com/office/drawing/2014/main" id="{7BE3004C-2369-384D-9887-FA57DAAD4743}"/>
              </a:ext>
            </a:extLst>
          </p:cNvPr>
          <p:cNvSpPr>
            <a:spLocks noGrp="1"/>
          </p:cNvSpPr>
          <p:nvPr>
            <p:ph type="body" sz="quarter" idx="18" hasCustomPrompt="1"/>
          </p:nvPr>
        </p:nvSpPr>
        <p:spPr>
          <a:xfrm>
            <a:off x="1228725" y="409502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25" name="Text Placeholder 24">
            <a:extLst>
              <a:ext uri="{FF2B5EF4-FFF2-40B4-BE49-F238E27FC236}">
                <a16:creationId xmlns:a16="http://schemas.microsoft.com/office/drawing/2014/main" id="{F7A6E3AF-75B3-BE47-899D-5ED34EA0697B}"/>
              </a:ext>
            </a:extLst>
          </p:cNvPr>
          <p:cNvSpPr>
            <a:spLocks noGrp="1"/>
          </p:cNvSpPr>
          <p:nvPr>
            <p:ph type="body" sz="quarter" idx="19" hasCustomPrompt="1"/>
          </p:nvPr>
        </p:nvSpPr>
        <p:spPr>
          <a:xfrm>
            <a:off x="1228725" y="4305730"/>
            <a:ext cx="2324100" cy="291907"/>
          </a:xfrm>
          <a:prstGeom prst="rect">
            <a:avLst/>
          </a:prstGeom>
        </p:spPr>
        <p:txBody>
          <a:bodyPr lIns="0" tIns="0" rIns="0" bIns="0" anchor="t"/>
          <a:lstStyle>
            <a:lvl1pPr algn="r">
              <a:defRPr sz="100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26" name="Text Placeholder 11">
            <a:extLst>
              <a:ext uri="{FF2B5EF4-FFF2-40B4-BE49-F238E27FC236}">
                <a16:creationId xmlns:a16="http://schemas.microsoft.com/office/drawing/2014/main" id="{783A2A97-1116-DF49-9F1A-0757A52C80CC}"/>
              </a:ext>
            </a:extLst>
          </p:cNvPr>
          <p:cNvSpPr>
            <a:spLocks noGrp="1"/>
          </p:cNvSpPr>
          <p:nvPr>
            <p:ph type="body" sz="quarter" idx="20" hasCustomPrompt="1"/>
          </p:nvPr>
        </p:nvSpPr>
        <p:spPr>
          <a:xfrm>
            <a:off x="7359649" y="697834"/>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27" name="Text Placeholder 11">
            <a:extLst>
              <a:ext uri="{FF2B5EF4-FFF2-40B4-BE49-F238E27FC236}">
                <a16:creationId xmlns:a16="http://schemas.microsoft.com/office/drawing/2014/main" id="{C8EE8CFB-20CE-754E-83B0-6B0F4FDD1758}"/>
              </a:ext>
            </a:extLst>
          </p:cNvPr>
          <p:cNvSpPr>
            <a:spLocks noGrp="1"/>
          </p:cNvSpPr>
          <p:nvPr>
            <p:ph type="body" sz="quarter" idx="21" hasCustomPrompt="1"/>
          </p:nvPr>
        </p:nvSpPr>
        <p:spPr>
          <a:xfrm>
            <a:off x="7359649" y="2216671"/>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28" name="Text Placeholder 11">
            <a:extLst>
              <a:ext uri="{FF2B5EF4-FFF2-40B4-BE49-F238E27FC236}">
                <a16:creationId xmlns:a16="http://schemas.microsoft.com/office/drawing/2014/main" id="{B4FD18C8-831F-0B4F-AAA0-D62BCC063E13}"/>
              </a:ext>
            </a:extLst>
          </p:cNvPr>
          <p:cNvSpPr>
            <a:spLocks noGrp="1"/>
          </p:cNvSpPr>
          <p:nvPr>
            <p:ph type="body" sz="quarter" idx="22" hasCustomPrompt="1"/>
          </p:nvPr>
        </p:nvSpPr>
        <p:spPr>
          <a:xfrm>
            <a:off x="7359649" y="2645700"/>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30" name="Text Placeholder 11">
            <a:extLst>
              <a:ext uri="{FF2B5EF4-FFF2-40B4-BE49-F238E27FC236}">
                <a16:creationId xmlns:a16="http://schemas.microsoft.com/office/drawing/2014/main" id="{ABEFE6F0-BCA9-324B-B281-0ECDFFE62E76}"/>
              </a:ext>
            </a:extLst>
          </p:cNvPr>
          <p:cNvSpPr>
            <a:spLocks noGrp="1"/>
          </p:cNvSpPr>
          <p:nvPr>
            <p:ph type="body" sz="quarter" idx="23" hasCustomPrompt="1"/>
          </p:nvPr>
        </p:nvSpPr>
        <p:spPr>
          <a:xfrm>
            <a:off x="7359649" y="4246948"/>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31" name="Text Placeholder 11">
            <a:extLst>
              <a:ext uri="{FF2B5EF4-FFF2-40B4-BE49-F238E27FC236}">
                <a16:creationId xmlns:a16="http://schemas.microsoft.com/office/drawing/2014/main" id="{7A4F6431-7C8C-0D4E-9FB9-DD110EB8CCC2}"/>
              </a:ext>
            </a:extLst>
          </p:cNvPr>
          <p:cNvSpPr>
            <a:spLocks noGrp="1"/>
          </p:cNvSpPr>
          <p:nvPr>
            <p:ph type="body" sz="quarter" idx="24" hasCustomPrompt="1"/>
          </p:nvPr>
        </p:nvSpPr>
        <p:spPr>
          <a:xfrm>
            <a:off x="7359649" y="4675977"/>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4" name="Text Placeholder 3">
            <a:extLst>
              <a:ext uri="{FF2B5EF4-FFF2-40B4-BE49-F238E27FC236}">
                <a16:creationId xmlns:a16="http://schemas.microsoft.com/office/drawing/2014/main" id="{7743356B-A00E-BE47-970E-54D7E1C17F2A}"/>
              </a:ext>
            </a:extLst>
          </p:cNvPr>
          <p:cNvSpPr>
            <a:spLocks noGrp="1"/>
          </p:cNvSpPr>
          <p:nvPr>
            <p:ph type="body" sz="quarter" idx="25" hasCustomPrompt="1"/>
          </p:nvPr>
        </p:nvSpPr>
        <p:spPr>
          <a:xfrm>
            <a:off x="492125" y="1832300"/>
            <a:ext cx="3074988" cy="2022227"/>
          </a:xfrm>
          <a:prstGeom prst="rect">
            <a:avLst/>
          </a:prstGeom>
        </p:spPr>
        <p:txBody>
          <a:bodyPr vert="horz" wrap="square" lIns="0" tIns="0" rIns="0" bIns="0" rtlCol="0" anchor="t">
            <a:noAutofit/>
          </a:bodyPr>
          <a:lstStyle>
            <a:lvl1pPr>
              <a:defRPr kumimoji="0" lang="en-US" sz="1600" u="none" strike="noStrike" kern="1000" cap="none" spc="0" normalizeH="0" dirty="0">
                <a:ln>
                  <a:noFill/>
                </a:ln>
                <a:solidFill>
                  <a:schemeClr val="tx2"/>
                </a:solidFill>
                <a:effectLst/>
                <a:uFillTx/>
                <a:latin typeface="+mj-lt"/>
                <a:sym typeface="Founders Grotesk"/>
              </a:defRPr>
            </a:lvl1pPr>
          </a:lstStyle>
          <a:p>
            <a:pPr lvl="0">
              <a:spcBef>
                <a:spcPct val="0"/>
              </a:spcBef>
              <a:buClrTx/>
              <a:buSzTx/>
              <a:buFontTx/>
              <a:tabLst/>
            </a:pPr>
            <a:r>
              <a:rPr lang="en-US" sz="1800"/>
              <a:t>Place your quote here. Place your quote here. Place your quote here. Place your quote here.</a:t>
            </a:r>
          </a:p>
        </p:txBody>
      </p:sp>
    </p:spTree>
    <p:extLst>
      <p:ext uri="{BB962C8B-B14F-4D97-AF65-F5344CB8AC3E}">
        <p14:creationId xmlns:p14="http://schemas.microsoft.com/office/powerpoint/2010/main" val="4207270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Customer Story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076DD0A-2DE2-294B-A520-6268B2AE3359}"/>
              </a:ext>
            </a:extLst>
          </p:cNvPr>
          <p:cNvSpPr/>
          <p:nvPr userDrawn="1"/>
        </p:nvSpPr>
        <p:spPr>
          <a:xfrm>
            <a:off x="227414" y="4667627"/>
            <a:ext cx="736644" cy="276999"/>
          </a:xfrm>
          <a:prstGeom prst="rect">
            <a:avLst/>
          </a:prstGeom>
        </p:spPr>
        <p:txBody>
          <a:bodyPr wrap="none" lIns="0" tIns="0" rIns="0" bIns="0" anchor="b">
            <a:noAutofit/>
          </a:bodyPr>
          <a:lstStyle/>
          <a:p>
            <a:pPr lvl="0"/>
            <a:r>
              <a:rPr lang="en-US" sz="1000" spc="-20" baseline="0">
                <a:solidFill>
                  <a:schemeClr val="tx1"/>
                </a:solidFill>
              </a:rPr>
              <a:t>ni.com</a:t>
            </a:r>
          </a:p>
        </p:txBody>
      </p:sp>
      <p:sp>
        <p:nvSpPr>
          <p:cNvPr id="23" name="Text Placeholder 2">
            <a:extLst>
              <a:ext uri="{FF2B5EF4-FFF2-40B4-BE49-F238E27FC236}">
                <a16:creationId xmlns:a16="http://schemas.microsoft.com/office/drawing/2014/main" id="{13841CEA-524D-334B-886F-EADBA3DB3B3F}"/>
              </a:ext>
            </a:extLst>
          </p:cNvPr>
          <p:cNvSpPr>
            <a:spLocks noGrp="1"/>
          </p:cNvSpPr>
          <p:nvPr>
            <p:ph type="body" sz="quarter" idx="19" hasCustomPrompt="1"/>
          </p:nvPr>
        </p:nvSpPr>
        <p:spPr>
          <a:xfrm>
            <a:off x="736601" y="2206794"/>
            <a:ext cx="7905748" cy="1534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24" name="Text Placeholder 4">
            <a:extLst>
              <a:ext uri="{FF2B5EF4-FFF2-40B4-BE49-F238E27FC236}">
                <a16:creationId xmlns:a16="http://schemas.microsoft.com/office/drawing/2014/main" id="{88AD20AE-58EE-794E-BF76-F37A9AB3F520}"/>
              </a:ext>
            </a:extLst>
          </p:cNvPr>
          <p:cNvSpPr>
            <a:spLocks noGrp="1"/>
          </p:cNvSpPr>
          <p:nvPr>
            <p:ph type="body" sz="quarter" idx="20" hasCustomPrompt="1"/>
          </p:nvPr>
        </p:nvSpPr>
        <p:spPr>
          <a:xfrm>
            <a:off x="736602" y="2453991"/>
            <a:ext cx="7905748" cy="479709"/>
          </a:xfrm>
          <a:prstGeom prst="rect">
            <a:avLst/>
          </a:prstGeom>
        </p:spPr>
        <p:txBody>
          <a:bodyPr vert="horz" wrap="square" lIns="0" tIns="0" rIns="0" bIns="0" rtlCol="0" anchor="t">
            <a:noAutofit/>
          </a:bodyPr>
          <a:lstStyle>
            <a:lvl1pPr>
              <a:defRPr lang="en-US" sz="2800" kern="1000" spc="0" dirty="0">
                <a:latin typeface="+mj-lt"/>
              </a:defRPr>
            </a:lvl1pPr>
          </a:lstStyle>
          <a:p>
            <a:pPr lvl="0">
              <a:spcBef>
                <a:spcPct val="0"/>
              </a:spcBef>
            </a:pPr>
            <a:r>
              <a:rPr lang="en-US"/>
              <a:t>Customer Story Heading</a:t>
            </a:r>
          </a:p>
        </p:txBody>
      </p:sp>
      <p:sp>
        <p:nvSpPr>
          <p:cNvPr id="12" name="Text Placeholder 2">
            <a:extLst>
              <a:ext uri="{FF2B5EF4-FFF2-40B4-BE49-F238E27FC236}">
                <a16:creationId xmlns:a16="http://schemas.microsoft.com/office/drawing/2014/main" id="{2A86A67F-6951-894E-9250-E633CE0061AA}"/>
              </a:ext>
            </a:extLst>
          </p:cNvPr>
          <p:cNvSpPr>
            <a:spLocks noGrp="1"/>
          </p:cNvSpPr>
          <p:nvPr>
            <p:ph type="body" sz="quarter" idx="18" hasCustomPrompt="1"/>
          </p:nvPr>
        </p:nvSpPr>
        <p:spPr>
          <a:xfrm>
            <a:off x="736600" y="3040466"/>
            <a:ext cx="7905735" cy="1227085"/>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3" name="Freeform 12">
            <a:extLst>
              <a:ext uri="{FF2B5EF4-FFF2-40B4-BE49-F238E27FC236}">
                <a16:creationId xmlns:a16="http://schemas.microsoft.com/office/drawing/2014/main" id="{D6FA260E-52D6-6F44-8999-DB1C2AF2274E}"/>
              </a:ext>
            </a:extLst>
          </p:cNvPr>
          <p:cNvSpPr/>
          <p:nvPr userDrawn="1"/>
        </p:nvSpPr>
        <p:spPr>
          <a:xfrm rot="16200000" flipH="1">
            <a:off x="288649" y="3371775"/>
            <a:ext cx="1227085" cy="1315433"/>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sp>
        <p:nvSpPr>
          <p:cNvPr id="14" name="Picture Placeholder 31">
            <a:extLst>
              <a:ext uri="{FF2B5EF4-FFF2-40B4-BE49-F238E27FC236}">
                <a16:creationId xmlns:a16="http://schemas.microsoft.com/office/drawing/2014/main" id="{EF6A3635-BEB4-C946-9274-65FCAAC33CED}"/>
              </a:ext>
            </a:extLst>
          </p:cNvPr>
          <p:cNvSpPr>
            <a:spLocks noGrp="1"/>
          </p:cNvSpPr>
          <p:nvPr>
            <p:ph type="pic" sz="quarter" idx="21"/>
          </p:nvPr>
        </p:nvSpPr>
        <p:spPr>
          <a:xfrm>
            <a:off x="-7493" y="0"/>
            <a:ext cx="9144001" cy="2113083"/>
          </a:xfrm>
          <a:custGeom>
            <a:avLst/>
            <a:gdLst>
              <a:gd name="connsiteX0" fmla="*/ 0 w 9144001"/>
              <a:gd name="connsiteY0" fmla="*/ 0 h 2571750"/>
              <a:gd name="connsiteX1" fmla="*/ 7493 w 9144001"/>
              <a:gd name="connsiteY1" fmla="*/ 0 h 2571750"/>
              <a:gd name="connsiteX2" fmla="*/ 7493 w 9144001"/>
              <a:gd name="connsiteY2" fmla="*/ 830388 h 2571750"/>
              <a:gd name="connsiteX3" fmla="*/ 976757 w 9144001"/>
              <a:gd name="connsiteY3" fmla="*/ 83038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0 h 2571750"/>
              <a:gd name="connsiteX1" fmla="*/ 7493 w 9144001"/>
              <a:gd name="connsiteY1" fmla="*/ 0 h 2571750"/>
              <a:gd name="connsiteX2" fmla="*/ 7493 w 9144001"/>
              <a:gd name="connsiteY2" fmla="*/ 830388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61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295255"/>
              <a:gd name="connsiteY0" fmla="*/ 1054308 h 2571750"/>
              <a:gd name="connsiteX1" fmla="*/ 158747 w 9295255"/>
              <a:gd name="connsiteY1" fmla="*/ 0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295255"/>
              <a:gd name="connsiteY0" fmla="*/ 1054308 h 2571750"/>
              <a:gd name="connsiteX1" fmla="*/ 289376 w 9295255"/>
              <a:gd name="connsiteY1" fmla="*/ 1891059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144001"/>
              <a:gd name="connsiteY0" fmla="*/ 2571750 h 2571750"/>
              <a:gd name="connsiteX1" fmla="*/ 138122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1148637 w 9144001"/>
              <a:gd name="connsiteY3" fmla="*/ 1031209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76757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2571750">
                <a:moveTo>
                  <a:pt x="0" y="2571750"/>
                </a:moveTo>
                <a:lnTo>
                  <a:pt x="618" y="1891059"/>
                </a:lnTo>
                <a:cubicBezTo>
                  <a:pt x="2910" y="2229217"/>
                  <a:pt x="12076" y="676316"/>
                  <a:pt x="14368" y="1014474"/>
                </a:cubicBezTo>
                <a:lnTo>
                  <a:pt x="976757" y="1014474"/>
                </a:lnTo>
                <a:cubicBezTo>
                  <a:pt x="979049" y="670738"/>
                  <a:pt x="974465" y="343736"/>
                  <a:pt x="976757" y="0"/>
                </a:cubicBezTo>
                <a:lnTo>
                  <a:pt x="9144001" y="0"/>
                </a:lnTo>
                <a:lnTo>
                  <a:pt x="9144001" y="2571750"/>
                </a:lnTo>
                <a:lnTo>
                  <a:pt x="0" y="2571750"/>
                </a:lnTo>
                <a:close/>
              </a:path>
            </a:pathLst>
          </a:cu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grpSp>
        <p:nvGrpSpPr>
          <p:cNvPr id="15" name="Group 14">
            <a:extLst>
              <a:ext uri="{FF2B5EF4-FFF2-40B4-BE49-F238E27FC236}">
                <a16:creationId xmlns:a16="http://schemas.microsoft.com/office/drawing/2014/main" id="{8ED4AA98-32E8-404F-8486-E2CC4F1EC576}"/>
              </a:ext>
            </a:extLst>
          </p:cNvPr>
          <p:cNvGrpSpPr/>
          <p:nvPr userDrawn="1"/>
        </p:nvGrpSpPr>
        <p:grpSpPr>
          <a:xfrm>
            <a:off x="0" y="0"/>
            <a:ext cx="976756" cy="830388"/>
            <a:chOff x="0" y="0"/>
            <a:chExt cx="976756" cy="830388"/>
          </a:xfrm>
        </p:grpSpPr>
        <p:sp>
          <p:nvSpPr>
            <p:cNvPr id="16" name="Rectangle 15">
              <a:extLst>
                <a:ext uri="{FF2B5EF4-FFF2-40B4-BE49-F238E27FC236}">
                  <a16:creationId xmlns:a16="http://schemas.microsoft.com/office/drawing/2014/main" id="{13C1AD95-F671-1943-84DD-2E6B7D3586E7}"/>
                </a:ext>
              </a:extLst>
            </p:cNvPr>
            <p:cNvSpPr/>
            <p:nvPr userDrawn="1"/>
          </p:nvSpPr>
          <p:spPr>
            <a:xfrm>
              <a:off x="0" y="0"/>
              <a:ext cx="976756" cy="830388"/>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7" name="Image">
              <a:extLst>
                <a:ext uri="{FF2B5EF4-FFF2-40B4-BE49-F238E27FC236}">
                  <a16:creationId xmlns:a16="http://schemas.microsoft.com/office/drawing/2014/main" id="{B0A59DCE-C4DF-DD42-BF0A-5825E33E38D4}"/>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grpSp>
    </p:spTree>
    <p:extLst>
      <p:ext uri="{BB962C8B-B14F-4D97-AF65-F5344CB8AC3E}">
        <p14:creationId xmlns:p14="http://schemas.microsoft.com/office/powerpoint/2010/main" val="841981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2_Customer Story With Quote 2">
    <p:spTree>
      <p:nvGrpSpPr>
        <p:cNvPr id="1" name=""/>
        <p:cNvGrpSpPr/>
        <p:nvPr/>
      </p:nvGrpSpPr>
      <p:grpSpPr>
        <a:xfrm>
          <a:off x="0" y="0"/>
          <a:ext cx="0" cy="0"/>
          <a:chOff x="0" y="0"/>
          <a:chExt cx="0" cy="0"/>
        </a:xfrm>
      </p:grpSpPr>
      <p:sp>
        <p:nvSpPr>
          <p:cNvPr id="20" name="Picture Placeholder 31">
            <a:extLst>
              <a:ext uri="{FF2B5EF4-FFF2-40B4-BE49-F238E27FC236}">
                <a16:creationId xmlns:a16="http://schemas.microsoft.com/office/drawing/2014/main" id="{E8A6A484-84E1-9C4A-BE1B-218336379D8B}"/>
              </a:ext>
            </a:extLst>
          </p:cNvPr>
          <p:cNvSpPr>
            <a:spLocks noGrp="1"/>
          </p:cNvSpPr>
          <p:nvPr>
            <p:ph type="pic" sz="quarter" idx="21"/>
          </p:nvPr>
        </p:nvSpPr>
        <p:spPr>
          <a:xfrm>
            <a:off x="-7493" y="0"/>
            <a:ext cx="9144001" cy="2113083"/>
          </a:xfrm>
          <a:custGeom>
            <a:avLst/>
            <a:gdLst>
              <a:gd name="connsiteX0" fmla="*/ 0 w 9144001"/>
              <a:gd name="connsiteY0" fmla="*/ 0 h 2571750"/>
              <a:gd name="connsiteX1" fmla="*/ 7493 w 9144001"/>
              <a:gd name="connsiteY1" fmla="*/ 0 h 2571750"/>
              <a:gd name="connsiteX2" fmla="*/ 7493 w 9144001"/>
              <a:gd name="connsiteY2" fmla="*/ 830388 h 2571750"/>
              <a:gd name="connsiteX3" fmla="*/ 976757 w 9144001"/>
              <a:gd name="connsiteY3" fmla="*/ 83038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0 h 2571750"/>
              <a:gd name="connsiteX1" fmla="*/ 7493 w 9144001"/>
              <a:gd name="connsiteY1" fmla="*/ 0 h 2571750"/>
              <a:gd name="connsiteX2" fmla="*/ 7493 w 9144001"/>
              <a:gd name="connsiteY2" fmla="*/ 830388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61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295255"/>
              <a:gd name="connsiteY0" fmla="*/ 1054308 h 2571750"/>
              <a:gd name="connsiteX1" fmla="*/ 158747 w 9295255"/>
              <a:gd name="connsiteY1" fmla="*/ 0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295255"/>
              <a:gd name="connsiteY0" fmla="*/ 1054308 h 2571750"/>
              <a:gd name="connsiteX1" fmla="*/ 289376 w 9295255"/>
              <a:gd name="connsiteY1" fmla="*/ 1891059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144001"/>
              <a:gd name="connsiteY0" fmla="*/ 2571750 h 2571750"/>
              <a:gd name="connsiteX1" fmla="*/ 138122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1148637 w 9144001"/>
              <a:gd name="connsiteY3" fmla="*/ 1031209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76757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2571750">
                <a:moveTo>
                  <a:pt x="0" y="2571750"/>
                </a:moveTo>
                <a:lnTo>
                  <a:pt x="618" y="1891059"/>
                </a:lnTo>
                <a:cubicBezTo>
                  <a:pt x="2910" y="2229217"/>
                  <a:pt x="12076" y="676316"/>
                  <a:pt x="14368" y="1014474"/>
                </a:cubicBezTo>
                <a:lnTo>
                  <a:pt x="976757" y="1014474"/>
                </a:lnTo>
                <a:cubicBezTo>
                  <a:pt x="979049" y="670738"/>
                  <a:pt x="974465" y="343736"/>
                  <a:pt x="976757" y="0"/>
                </a:cubicBezTo>
                <a:lnTo>
                  <a:pt x="9144001" y="0"/>
                </a:lnTo>
                <a:lnTo>
                  <a:pt x="9144001" y="2571750"/>
                </a:lnTo>
                <a:lnTo>
                  <a:pt x="0" y="2571750"/>
                </a:lnTo>
                <a:close/>
              </a:path>
            </a:pathLst>
          </a:cu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42" name="Title Placeholder 1">
            <a:extLst>
              <a:ext uri="{FF2B5EF4-FFF2-40B4-BE49-F238E27FC236}">
                <a16:creationId xmlns:a16="http://schemas.microsoft.com/office/drawing/2014/main" id="{15260148-DF88-B840-90EE-0C47D3327631}"/>
              </a:ext>
            </a:extLst>
          </p:cNvPr>
          <p:cNvSpPr>
            <a:spLocks noGrp="1"/>
          </p:cNvSpPr>
          <p:nvPr>
            <p:ph type="title" hasCustomPrompt="1"/>
          </p:nvPr>
        </p:nvSpPr>
        <p:spPr>
          <a:xfrm>
            <a:off x="736599" y="3132639"/>
            <a:ext cx="7905748" cy="1033322"/>
          </a:xfrm>
          <a:prstGeom prst="rect">
            <a:avLst/>
          </a:prstGeom>
        </p:spPr>
        <p:txBody>
          <a:bodyPr vert="horz" wrap="square" lIns="0" tIns="0" rIns="0" bIns="0" rtlCol="0" anchor="t">
            <a:noAutofit/>
          </a:bodyPr>
          <a:lstStyle>
            <a:lvl1pPr algn="l">
              <a:defRPr lang="en-US" sz="1600" dirty="0">
                <a:solidFill>
                  <a:schemeClr val="tx2"/>
                </a:solidFill>
              </a:defRPr>
            </a:lvl1pPr>
          </a:lstStyle>
          <a:p>
            <a:pPr lvl="0">
              <a:lnSpc>
                <a:spcPct val="100000"/>
              </a:lnSpc>
            </a:pPr>
            <a:r>
              <a:rPr lang="en-US"/>
              <a:t>Place your quote here. Place your quote here. Place your quote here. </a:t>
            </a:r>
          </a:p>
        </p:txBody>
      </p:sp>
      <p:grpSp>
        <p:nvGrpSpPr>
          <p:cNvPr id="43" name="Group 42">
            <a:extLst>
              <a:ext uri="{FF2B5EF4-FFF2-40B4-BE49-F238E27FC236}">
                <a16:creationId xmlns:a16="http://schemas.microsoft.com/office/drawing/2014/main" id="{62CC6AA5-C1EF-0548-9CE8-F9BF6B1A4B1D}"/>
              </a:ext>
            </a:extLst>
          </p:cNvPr>
          <p:cNvGrpSpPr/>
          <p:nvPr userDrawn="1"/>
        </p:nvGrpSpPr>
        <p:grpSpPr>
          <a:xfrm flipV="1">
            <a:off x="244475" y="2453991"/>
            <a:ext cx="8645525" cy="2189043"/>
            <a:chOff x="253999" y="256470"/>
            <a:chExt cx="9104950" cy="2472337"/>
          </a:xfrm>
        </p:grpSpPr>
        <p:grpSp>
          <p:nvGrpSpPr>
            <p:cNvPr id="44" name="Group 43">
              <a:extLst>
                <a:ext uri="{FF2B5EF4-FFF2-40B4-BE49-F238E27FC236}">
                  <a16:creationId xmlns:a16="http://schemas.microsoft.com/office/drawing/2014/main" id="{B9378DBA-50B5-3A48-8C5E-45B29DAB382E}"/>
                </a:ext>
              </a:extLst>
            </p:cNvPr>
            <p:cNvGrpSpPr/>
            <p:nvPr userDrawn="1"/>
          </p:nvGrpSpPr>
          <p:grpSpPr>
            <a:xfrm flipH="1" flipV="1">
              <a:off x="253999" y="256470"/>
              <a:ext cx="2929039" cy="2472337"/>
              <a:chOff x="701574" y="2423516"/>
              <a:chExt cx="2929039" cy="2472337"/>
            </a:xfrm>
          </p:grpSpPr>
          <p:sp>
            <p:nvSpPr>
              <p:cNvPr id="46" name="Freeform 45">
                <a:extLst>
                  <a:ext uri="{FF2B5EF4-FFF2-40B4-BE49-F238E27FC236}">
                    <a16:creationId xmlns:a16="http://schemas.microsoft.com/office/drawing/2014/main" id="{D989985E-5187-0949-8871-D63CF18A6327}"/>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7" name="Straight Connector 46">
                <a:extLst>
                  <a:ext uri="{FF2B5EF4-FFF2-40B4-BE49-F238E27FC236}">
                    <a16:creationId xmlns:a16="http://schemas.microsoft.com/office/drawing/2014/main" id="{7A073211-F272-8D4B-9561-18C82AF51382}"/>
                  </a:ext>
                </a:extLst>
              </p:cNvPr>
              <p:cNvCxnSpPr>
                <a:cxnSpLocks/>
              </p:cNvCxnSpPr>
              <p:nvPr userDrawn="1"/>
            </p:nvCxnSpPr>
            <p:spPr>
              <a:xfrm flipH="1" flipV="1">
                <a:off x="3630613" y="2423516"/>
                <a:ext cx="0" cy="1086455"/>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E9CB451-215A-024F-9057-56EAB4F18CC1}"/>
                  </a:ext>
                </a:extLst>
              </p:cNvPr>
              <p:cNvCxnSpPr>
                <a:cxnSpLocks/>
              </p:cNvCxnSpPr>
              <p:nvPr/>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6478B1C9-CD78-C845-BDE3-22BDE7CDE976}"/>
                </a:ext>
              </a:extLst>
            </p:cNvPr>
            <p:cNvCxnSpPr>
              <a:cxnSpLocks/>
            </p:cNvCxnSpPr>
            <p:nvPr userDrawn="1"/>
          </p:nvCxnSpPr>
          <p:spPr>
            <a:xfrm flipV="1">
              <a:off x="3183038" y="256470"/>
              <a:ext cx="6175911"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sp>
        <p:nvSpPr>
          <p:cNvPr id="50" name="Text Placeholder 24">
            <a:extLst>
              <a:ext uri="{FF2B5EF4-FFF2-40B4-BE49-F238E27FC236}">
                <a16:creationId xmlns:a16="http://schemas.microsoft.com/office/drawing/2014/main" id="{8471C3B6-5F99-5E48-8910-59FA055EC8E9}"/>
              </a:ext>
            </a:extLst>
          </p:cNvPr>
          <p:cNvSpPr>
            <a:spLocks noGrp="1"/>
          </p:cNvSpPr>
          <p:nvPr>
            <p:ph type="body" sz="quarter" idx="16" hasCustomPrompt="1"/>
          </p:nvPr>
        </p:nvSpPr>
        <p:spPr>
          <a:xfrm>
            <a:off x="6318238" y="4174746"/>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51" name="Text Placeholder 24">
            <a:extLst>
              <a:ext uri="{FF2B5EF4-FFF2-40B4-BE49-F238E27FC236}">
                <a16:creationId xmlns:a16="http://schemas.microsoft.com/office/drawing/2014/main" id="{CEE1B424-793B-AD4A-8311-9DB301636339}"/>
              </a:ext>
            </a:extLst>
          </p:cNvPr>
          <p:cNvSpPr>
            <a:spLocks noGrp="1"/>
          </p:cNvSpPr>
          <p:nvPr>
            <p:ph type="body" sz="quarter" idx="17" hasCustomPrompt="1"/>
          </p:nvPr>
        </p:nvSpPr>
        <p:spPr>
          <a:xfrm>
            <a:off x="6318238" y="4385456"/>
            <a:ext cx="2324100" cy="207664"/>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91C31525-13D6-6647-85D8-3A22B819A073}"/>
              </a:ext>
            </a:extLst>
          </p:cNvPr>
          <p:cNvSpPr/>
          <p:nvPr userDrawn="1"/>
        </p:nvSpPr>
        <p:spPr>
          <a:xfrm>
            <a:off x="234906" y="4667627"/>
            <a:ext cx="736644" cy="276999"/>
          </a:xfrm>
          <a:prstGeom prst="rect">
            <a:avLst/>
          </a:prstGeom>
        </p:spPr>
        <p:txBody>
          <a:bodyPr wrap="none" lIns="0" tIns="0" rIns="0" bIns="0" anchor="b">
            <a:noAutofit/>
          </a:bodyPr>
          <a:lstStyle/>
          <a:p>
            <a:pPr lvl="0"/>
            <a:r>
              <a:rPr lang="en-US" sz="1000" spc="-20" baseline="0">
                <a:solidFill>
                  <a:schemeClr val="tx1"/>
                </a:solidFill>
              </a:rPr>
              <a:t>ni.com</a:t>
            </a:r>
          </a:p>
        </p:txBody>
      </p:sp>
      <p:sp>
        <p:nvSpPr>
          <p:cNvPr id="21" name="Text Placeholder 2">
            <a:extLst>
              <a:ext uri="{FF2B5EF4-FFF2-40B4-BE49-F238E27FC236}">
                <a16:creationId xmlns:a16="http://schemas.microsoft.com/office/drawing/2014/main" id="{C7582ED6-B11E-2840-BC16-8AA55377756B}"/>
              </a:ext>
            </a:extLst>
          </p:cNvPr>
          <p:cNvSpPr>
            <a:spLocks noGrp="1"/>
          </p:cNvSpPr>
          <p:nvPr>
            <p:ph type="body" sz="quarter" idx="18" hasCustomPrompt="1"/>
          </p:nvPr>
        </p:nvSpPr>
        <p:spPr>
          <a:xfrm>
            <a:off x="736599" y="2206794"/>
            <a:ext cx="7905739" cy="1534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5" name="Text Placeholder 4">
            <a:extLst>
              <a:ext uri="{FF2B5EF4-FFF2-40B4-BE49-F238E27FC236}">
                <a16:creationId xmlns:a16="http://schemas.microsoft.com/office/drawing/2014/main" id="{BC3DE98B-3528-A744-86A4-DCFFB947339A}"/>
              </a:ext>
            </a:extLst>
          </p:cNvPr>
          <p:cNvSpPr>
            <a:spLocks noGrp="1"/>
          </p:cNvSpPr>
          <p:nvPr>
            <p:ph type="body" sz="quarter" idx="19" hasCustomPrompt="1"/>
          </p:nvPr>
        </p:nvSpPr>
        <p:spPr>
          <a:xfrm>
            <a:off x="736600" y="2453991"/>
            <a:ext cx="7905739" cy="479709"/>
          </a:xfrm>
          <a:prstGeom prst="rect">
            <a:avLst/>
          </a:prstGeom>
        </p:spPr>
        <p:txBody>
          <a:bodyPr vert="horz" wrap="square" lIns="0" tIns="0" rIns="0" bIns="0" rtlCol="0" anchor="t">
            <a:noAutofit/>
          </a:bodyPr>
          <a:lstStyle>
            <a:lvl1pPr>
              <a:defRPr lang="en-US" sz="2800" kern="1000" spc="0" dirty="0">
                <a:latin typeface="+mj-lt"/>
              </a:defRPr>
            </a:lvl1pPr>
          </a:lstStyle>
          <a:p>
            <a:pPr lvl="0">
              <a:spcBef>
                <a:spcPct val="0"/>
              </a:spcBef>
            </a:pPr>
            <a:r>
              <a:rPr lang="en-US"/>
              <a:t>Customer Story Heading</a:t>
            </a:r>
          </a:p>
        </p:txBody>
      </p:sp>
      <p:grpSp>
        <p:nvGrpSpPr>
          <p:cNvPr id="28" name="Group 27">
            <a:extLst>
              <a:ext uri="{FF2B5EF4-FFF2-40B4-BE49-F238E27FC236}">
                <a16:creationId xmlns:a16="http://schemas.microsoft.com/office/drawing/2014/main" id="{30682D7F-A8E4-E647-824A-A3055BB67211}"/>
              </a:ext>
            </a:extLst>
          </p:cNvPr>
          <p:cNvGrpSpPr/>
          <p:nvPr userDrawn="1"/>
        </p:nvGrpSpPr>
        <p:grpSpPr>
          <a:xfrm>
            <a:off x="0" y="0"/>
            <a:ext cx="976756" cy="830388"/>
            <a:chOff x="0" y="0"/>
            <a:chExt cx="976756" cy="830388"/>
          </a:xfrm>
        </p:grpSpPr>
        <p:sp>
          <p:nvSpPr>
            <p:cNvPr id="29" name="Rectangle 28">
              <a:extLst>
                <a:ext uri="{FF2B5EF4-FFF2-40B4-BE49-F238E27FC236}">
                  <a16:creationId xmlns:a16="http://schemas.microsoft.com/office/drawing/2014/main" id="{41EFDE17-815B-C744-AB1E-F53555C77370}"/>
                </a:ext>
              </a:extLst>
            </p:cNvPr>
            <p:cNvSpPr/>
            <p:nvPr userDrawn="1"/>
          </p:nvSpPr>
          <p:spPr>
            <a:xfrm>
              <a:off x="0" y="0"/>
              <a:ext cx="976756" cy="830388"/>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30" name="Image">
              <a:extLst>
                <a:ext uri="{FF2B5EF4-FFF2-40B4-BE49-F238E27FC236}">
                  <a16:creationId xmlns:a16="http://schemas.microsoft.com/office/drawing/2014/main" id="{2A4BE874-D293-184D-B0A4-EC203483EF10}"/>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grpSp>
    </p:spTree>
    <p:extLst>
      <p:ext uri="{BB962C8B-B14F-4D97-AF65-F5344CB8AC3E}">
        <p14:creationId xmlns:p14="http://schemas.microsoft.com/office/powerpoint/2010/main" val="1107879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Quote Slide">
    <p:spTree>
      <p:nvGrpSpPr>
        <p:cNvPr id="1" name=""/>
        <p:cNvGrpSpPr/>
        <p:nvPr/>
      </p:nvGrpSpPr>
      <p:grpSpPr>
        <a:xfrm>
          <a:off x="0" y="0"/>
          <a:ext cx="0" cy="0"/>
          <a:chOff x="0" y="0"/>
          <a:chExt cx="0" cy="0"/>
        </a:xfrm>
      </p:grpSpPr>
      <p:sp>
        <p:nvSpPr>
          <p:cNvPr id="81" name="Picture Placeholder 80">
            <a:extLst>
              <a:ext uri="{FF2B5EF4-FFF2-40B4-BE49-F238E27FC236}">
                <a16:creationId xmlns:a16="http://schemas.microsoft.com/office/drawing/2014/main" id="{AEE067B2-F4B1-2441-A56D-BD1587AB4B4B}"/>
              </a:ext>
            </a:extLst>
          </p:cNvPr>
          <p:cNvSpPr>
            <a:spLocks noGrp="1"/>
          </p:cNvSpPr>
          <p:nvPr>
            <p:ph type="pic" sz="quarter" idx="18"/>
          </p:nvPr>
        </p:nvSpPr>
        <p:spPr>
          <a:xfrm>
            <a:off x="6605588" y="1023938"/>
            <a:ext cx="2538412" cy="3095625"/>
          </a:xfrm>
          <a:custGeom>
            <a:avLst/>
            <a:gdLst>
              <a:gd name="connsiteX0" fmla="*/ 453275 w 2538412"/>
              <a:gd name="connsiteY0" fmla="*/ 0 h 3095625"/>
              <a:gd name="connsiteX1" fmla="*/ 2538412 w 2538412"/>
              <a:gd name="connsiteY1" fmla="*/ 0 h 3095625"/>
              <a:gd name="connsiteX2" fmla="*/ 2538412 w 2538412"/>
              <a:gd name="connsiteY2" fmla="*/ 3095625 h 3095625"/>
              <a:gd name="connsiteX3" fmla="*/ 0 w 2538412"/>
              <a:gd name="connsiteY3" fmla="*/ 3095625 h 3095625"/>
              <a:gd name="connsiteX4" fmla="*/ 0 w 2538412"/>
              <a:gd name="connsiteY4" fmla="*/ 456411 h 3095625"/>
              <a:gd name="connsiteX5" fmla="*/ 453275 w 2538412"/>
              <a:gd name="connsiteY5" fmla="*/ 456411 h 309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8412" h="3095625">
                <a:moveTo>
                  <a:pt x="453275" y="0"/>
                </a:moveTo>
                <a:lnTo>
                  <a:pt x="2538412" y="0"/>
                </a:lnTo>
                <a:lnTo>
                  <a:pt x="2538412" y="3095625"/>
                </a:lnTo>
                <a:lnTo>
                  <a:pt x="0" y="3095625"/>
                </a:lnTo>
                <a:lnTo>
                  <a:pt x="0" y="456411"/>
                </a:lnTo>
                <a:lnTo>
                  <a:pt x="453275" y="456411"/>
                </a:lnTo>
                <a:close/>
              </a:path>
            </a:pathLst>
          </a:custGeom>
          <a:solidFill>
            <a:schemeClr val="bg1">
              <a:lumMod val="95000"/>
            </a:schemeClr>
          </a:solidFill>
        </p:spPr>
        <p:txBody>
          <a:bodyPr wrap="square" anchor="ctr">
            <a:noAutofit/>
          </a:bodyPr>
          <a:lstStyle>
            <a:lvl1pPr algn="ctr">
              <a:defRPr sz="1100">
                <a:solidFill>
                  <a:schemeClr val="tx2"/>
                </a:solidFill>
              </a:defRPr>
            </a:lvl1pPr>
          </a:lstStyle>
          <a:p>
            <a:r>
              <a:rPr lang="en-US"/>
              <a:t>Click icon to add picture</a:t>
            </a:r>
          </a:p>
        </p:txBody>
      </p:sp>
      <p:sp>
        <p:nvSpPr>
          <p:cNvPr id="38" name="Freeform 37">
            <a:extLst>
              <a:ext uri="{FF2B5EF4-FFF2-40B4-BE49-F238E27FC236}">
                <a16:creationId xmlns:a16="http://schemas.microsoft.com/office/drawing/2014/main" id="{BA7A081F-361F-964E-B608-EEB95DB39FCD}"/>
              </a:ext>
            </a:extLst>
          </p:cNvPr>
          <p:cNvSpPr txBox="1">
            <a:spLocks/>
          </p:cNvSpPr>
          <p:nvPr userDrawn="1"/>
        </p:nvSpPr>
        <p:spPr>
          <a:xfrm>
            <a:off x="6604944" y="1024489"/>
            <a:ext cx="453919" cy="456412"/>
          </a:xfrm>
          <a:custGeom>
            <a:avLst/>
            <a:gdLst>
              <a:gd name="connsiteX0" fmla="*/ 0 w 453919"/>
              <a:gd name="connsiteY0" fmla="*/ 0 h 456412"/>
              <a:gd name="connsiteX1" fmla="*/ 453919 w 453919"/>
              <a:gd name="connsiteY1" fmla="*/ 0 h 456412"/>
              <a:gd name="connsiteX2" fmla="*/ 453919 w 453919"/>
              <a:gd name="connsiteY2" fmla="*/ 456412 h 456412"/>
              <a:gd name="connsiteX3" fmla="*/ 0 w 453919"/>
              <a:gd name="connsiteY3" fmla="*/ 456412 h 456412"/>
              <a:gd name="connsiteX4" fmla="*/ 0 w 453919"/>
              <a:gd name="connsiteY4" fmla="*/ 0 h 456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919" h="456412">
                <a:moveTo>
                  <a:pt x="0" y="0"/>
                </a:moveTo>
                <a:lnTo>
                  <a:pt x="453919" y="0"/>
                </a:lnTo>
                <a:lnTo>
                  <a:pt x="453919" y="456412"/>
                </a:lnTo>
                <a:lnTo>
                  <a:pt x="0" y="456412"/>
                </a:lnTo>
                <a:lnTo>
                  <a:pt x="0" y="0"/>
                </a:lnTo>
                <a:close/>
              </a:path>
            </a:pathLst>
          </a:custGeom>
          <a:solidFill>
            <a:schemeClr val="accent1"/>
          </a:solidFill>
        </p:spPr>
        <p:txBody>
          <a:bodyPr wrap="square" anchor="ctr">
            <a:noAutofit/>
          </a:bodyPr>
          <a:lstStyle>
            <a:lvl1pPr marL="0" marR="0" indent="0" algn="ctr"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lang="en-US" sz="1050" b="0" i="0" kern="1200" baseline="0">
                <a:solidFill>
                  <a:schemeClr val="tx2"/>
                </a:solidFill>
                <a:latin typeface="+mn-lt"/>
                <a:ea typeface="Arial" charset="0"/>
                <a:cs typeface="Arial" charset="0"/>
              </a:defRPr>
            </a:lvl1pPr>
            <a:lvl2pPr marL="274320" indent="0" algn="l" defTabSz="914400" rtl="0" eaLnBrk="1" latinLnBrk="0" hangingPunct="1">
              <a:lnSpc>
                <a:spcPct val="90000"/>
              </a:lnSpc>
              <a:spcBef>
                <a:spcPts val="500"/>
              </a:spcBef>
              <a:buClr>
                <a:schemeClr val="bg2">
                  <a:lumMod val="50000"/>
                </a:schemeClr>
              </a:buClr>
              <a:buSzPct val="70000"/>
              <a:buFont typeface="Wingdings" charset="2"/>
              <a:buNone/>
              <a:defRPr lang="en-US" sz="1600" b="0" i="0" kern="1200" baseline="0" dirty="0" smtClean="0">
                <a:solidFill>
                  <a:schemeClr val="tx1"/>
                </a:solidFill>
                <a:latin typeface="+mn-lt"/>
                <a:ea typeface="+mn-ea"/>
                <a:cs typeface="Univers LT Std 45 Light"/>
              </a:defRPr>
            </a:lvl2pPr>
            <a:lvl3pPr marL="548640" indent="0" algn="l" defTabSz="914400" rtl="0" eaLnBrk="1" latinLnBrk="0" hangingPunct="1">
              <a:lnSpc>
                <a:spcPct val="90000"/>
              </a:lnSpc>
              <a:spcBef>
                <a:spcPts val="500"/>
              </a:spcBef>
              <a:buClr>
                <a:schemeClr val="bg2">
                  <a:lumMod val="50000"/>
                </a:schemeClr>
              </a:buClr>
              <a:buSzPct val="70000"/>
              <a:buFont typeface="Wingdings" charset="2"/>
              <a:buNone/>
              <a:defRPr lang="en-US" sz="1400" b="0" i="0" kern="1200" baseline="0" dirty="0" smtClean="0">
                <a:solidFill>
                  <a:schemeClr val="tx1"/>
                </a:solidFill>
                <a:latin typeface="+mn-lt"/>
                <a:ea typeface="+mn-ea"/>
                <a:cs typeface="Univers LT Std 45 Light"/>
              </a:defRPr>
            </a:lvl3pPr>
            <a:lvl4pPr marL="731520" indent="0" algn="l" defTabSz="914400" rtl="0" eaLnBrk="1" latinLnBrk="0" hangingPunct="1">
              <a:lnSpc>
                <a:spcPct val="90000"/>
              </a:lnSpc>
              <a:spcBef>
                <a:spcPts val="500"/>
              </a:spcBef>
              <a:buClr>
                <a:schemeClr val="bg2">
                  <a:lumMod val="50000"/>
                </a:schemeClr>
              </a:buClr>
              <a:buSzPct val="70000"/>
              <a:buFont typeface="Wingdings" charset="2"/>
              <a:buNone/>
              <a:defRPr lang="en-US" sz="1200" b="0" i="0" kern="1200" baseline="0" dirty="0" smtClean="0">
                <a:solidFill>
                  <a:schemeClr val="tx1"/>
                </a:solidFill>
                <a:latin typeface="+mn-lt"/>
                <a:ea typeface="+mn-ea"/>
                <a:cs typeface="Univers LT Std 45 Light"/>
              </a:defRPr>
            </a:lvl4pPr>
            <a:lvl5pPr marL="1828800" indent="0" algn="l" defTabSz="914400" rtl="0" eaLnBrk="1" latinLnBrk="0" hangingPunct="1">
              <a:lnSpc>
                <a:spcPct val="90000"/>
              </a:lnSpc>
              <a:spcBef>
                <a:spcPts val="500"/>
              </a:spcBef>
              <a:buFont typeface="Arial"/>
              <a:buNone/>
              <a:defRPr sz="1600" b="0" i="0" kern="1200" baseline="0">
                <a:solidFill>
                  <a:schemeClr val="bg2">
                    <a:lumMod val="25000"/>
                  </a:schemeClr>
                </a:solidFill>
                <a:latin typeface="Helvetica Neue Light" charset="0"/>
                <a:ea typeface="Helvetica Neue Light" charset="0"/>
                <a:cs typeface="Helvetica Neue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a:p>
        </p:txBody>
      </p:sp>
      <p:sp>
        <p:nvSpPr>
          <p:cNvPr id="42" name="Title Placeholder 1">
            <a:extLst>
              <a:ext uri="{FF2B5EF4-FFF2-40B4-BE49-F238E27FC236}">
                <a16:creationId xmlns:a16="http://schemas.microsoft.com/office/drawing/2014/main" id="{15260148-DF88-B840-90EE-0C47D3327631}"/>
              </a:ext>
            </a:extLst>
          </p:cNvPr>
          <p:cNvSpPr>
            <a:spLocks noGrp="1"/>
          </p:cNvSpPr>
          <p:nvPr>
            <p:ph type="title" hasCustomPrompt="1"/>
          </p:nvPr>
        </p:nvSpPr>
        <p:spPr>
          <a:xfrm>
            <a:off x="1225552" y="1024488"/>
            <a:ext cx="4357994" cy="2493411"/>
          </a:xfrm>
          <a:prstGeom prst="rect">
            <a:avLst/>
          </a:prstGeom>
        </p:spPr>
        <p:txBody>
          <a:bodyPr vert="horz" wrap="square" lIns="0" tIns="0" rIns="0" bIns="0" rtlCol="0" anchor="t">
            <a:noAutofit/>
          </a:bodyPr>
          <a:lstStyle>
            <a:lvl1pPr algn="l">
              <a:defRPr lang="en-US" sz="2800" dirty="0">
                <a:solidFill>
                  <a:schemeClr val="tx2"/>
                </a:solidFill>
              </a:defRPr>
            </a:lvl1pPr>
          </a:lstStyle>
          <a:p>
            <a:pPr lvl="0">
              <a:lnSpc>
                <a:spcPct val="100000"/>
              </a:lnSpc>
            </a:pPr>
            <a:r>
              <a:rPr lang="en-US"/>
              <a:t>Place your quote here. Place your quote here. Place your quote here. Place your quote here.</a:t>
            </a:r>
          </a:p>
        </p:txBody>
      </p:sp>
      <p:grpSp>
        <p:nvGrpSpPr>
          <p:cNvPr id="43" name="Group 42">
            <a:extLst>
              <a:ext uri="{FF2B5EF4-FFF2-40B4-BE49-F238E27FC236}">
                <a16:creationId xmlns:a16="http://schemas.microsoft.com/office/drawing/2014/main" id="{62CC6AA5-C1EF-0548-9CE8-F9BF6B1A4B1D}"/>
              </a:ext>
            </a:extLst>
          </p:cNvPr>
          <p:cNvGrpSpPr/>
          <p:nvPr userDrawn="1"/>
        </p:nvGrpSpPr>
        <p:grpSpPr>
          <a:xfrm flipV="1">
            <a:off x="736600" y="0"/>
            <a:ext cx="4845050" cy="4656138"/>
            <a:chOff x="253999" y="256470"/>
            <a:chExt cx="5102517" cy="4718401"/>
          </a:xfrm>
        </p:grpSpPr>
        <p:grpSp>
          <p:nvGrpSpPr>
            <p:cNvPr id="44" name="Group 43">
              <a:extLst>
                <a:ext uri="{FF2B5EF4-FFF2-40B4-BE49-F238E27FC236}">
                  <a16:creationId xmlns:a16="http://schemas.microsoft.com/office/drawing/2014/main" id="{B9378DBA-50B5-3A48-8C5E-45B29DAB382E}"/>
                </a:ext>
              </a:extLst>
            </p:cNvPr>
            <p:cNvGrpSpPr/>
            <p:nvPr userDrawn="1"/>
          </p:nvGrpSpPr>
          <p:grpSpPr>
            <a:xfrm flipH="1" flipV="1">
              <a:off x="253999" y="256470"/>
              <a:ext cx="2929039" cy="4718401"/>
              <a:chOff x="701574" y="177452"/>
              <a:chExt cx="2929039" cy="4718401"/>
            </a:xfrm>
          </p:grpSpPr>
          <p:sp>
            <p:nvSpPr>
              <p:cNvPr id="46" name="Freeform 45">
                <a:extLst>
                  <a:ext uri="{FF2B5EF4-FFF2-40B4-BE49-F238E27FC236}">
                    <a16:creationId xmlns:a16="http://schemas.microsoft.com/office/drawing/2014/main" id="{D989985E-5187-0949-8871-D63CF18A6327}"/>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7" name="Straight Connector 46">
                <a:extLst>
                  <a:ext uri="{FF2B5EF4-FFF2-40B4-BE49-F238E27FC236}">
                    <a16:creationId xmlns:a16="http://schemas.microsoft.com/office/drawing/2014/main" id="{7A073211-F272-8D4B-9561-18C82AF51382}"/>
                  </a:ext>
                </a:extLst>
              </p:cNvPr>
              <p:cNvCxnSpPr>
                <a:cxnSpLocks/>
              </p:cNvCxnSpPr>
              <p:nvPr userDrawn="1"/>
            </p:nvCxnSpPr>
            <p:spPr>
              <a:xfrm flipH="1" flipV="1">
                <a:off x="3630613" y="177452"/>
                <a:ext cx="0" cy="3332517"/>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E9CB451-215A-024F-9057-56EAB4F18CC1}"/>
                  </a:ext>
                </a:extLst>
              </p:cNvPr>
              <p:cNvCxnSpPr>
                <a:cxnSpLocks/>
              </p:cNvCxnSpPr>
              <p:nvPr/>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6478B1C9-CD78-C845-BDE3-22BDE7CDE976}"/>
                </a:ext>
              </a:extLst>
            </p:cNvPr>
            <p:cNvCxnSpPr>
              <a:cxnSpLocks/>
            </p:cNvCxnSpPr>
            <p:nvPr userDrawn="1"/>
          </p:nvCxnSpPr>
          <p:spPr>
            <a:xfrm flipV="1">
              <a:off x="3183038" y="256470"/>
              <a:ext cx="2173478"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pic>
        <p:nvPicPr>
          <p:cNvPr id="49" name="Image">
            <a:extLst>
              <a:ext uri="{FF2B5EF4-FFF2-40B4-BE49-F238E27FC236}">
                <a16:creationId xmlns:a16="http://schemas.microsoft.com/office/drawing/2014/main" id="{7EECE47B-ED7F-EB4B-843D-632CB7B3182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50" name="Text Placeholder 24">
            <a:extLst>
              <a:ext uri="{FF2B5EF4-FFF2-40B4-BE49-F238E27FC236}">
                <a16:creationId xmlns:a16="http://schemas.microsoft.com/office/drawing/2014/main" id="{8471C3B6-5F99-5E48-8910-59FA055EC8E9}"/>
              </a:ext>
            </a:extLst>
          </p:cNvPr>
          <p:cNvSpPr>
            <a:spLocks noGrp="1"/>
          </p:cNvSpPr>
          <p:nvPr>
            <p:ph type="body" sz="quarter" idx="16" hasCustomPrompt="1"/>
          </p:nvPr>
        </p:nvSpPr>
        <p:spPr>
          <a:xfrm>
            <a:off x="3259451" y="390830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51" name="Text Placeholder 24">
            <a:extLst>
              <a:ext uri="{FF2B5EF4-FFF2-40B4-BE49-F238E27FC236}">
                <a16:creationId xmlns:a16="http://schemas.microsoft.com/office/drawing/2014/main" id="{CEE1B424-793B-AD4A-8311-9DB301636339}"/>
              </a:ext>
            </a:extLst>
          </p:cNvPr>
          <p:cNvSpPr>
            <a:spLocks noGrp="1"/>
          </p:cNvSpPr>
          <p:nvPr>
            <p:ph type="body" sz="quarter" idx="17" hasCustomPrompt="1"/>
          </p:nvPr>
        </p:nvSpPr>
        <p:spPr>
          <a:xfrm>
            <a:off x="3259451" y="4119009"/>
            <a:ext cx="2324100" cy="387937"/>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52" name="Rectangle 51">
            <a:extLst>
              <a:ext uri="{FF2B5EF4-FFF2-40B4-BE49-F238E27FC236}">
                <a16:creationId xmlns:a16="http://schemas.microsoft.com/office/drawing/2014/main" id="{47A4E09E-5125-B74E-B554-E933BCBEC1B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sp>
        <p:nvSpPr>
          <p:cNvPr id="17" name="Pie 16">
            <a:extLst>
              <a:ext uri="{FF2B5EF4-FFF2-40B4-BE49-F238E27FC236}">
                <a16:creationId xmlns:a16="http://schemas.microsoft.com/office/drawing/2014/main" id="{2383DA36-5FB2-FB43-AD10-FBA5AF15162F}"/>
              </a:ext>
            </a:extLst>
          </p:cNvPr>
          <p:cNvSpPr>
            <a:spLocks/>
          </p:cNvSpPr>
          <p:nvPr userDrawn="1"/>
        </p:nvSpPr>
        <p:spPr>
          <a:xfrm rot="10800000">
            <a:off x="6604943" y="1023937"/>
            <a:ext cx="914400" cy="914400"/>
          </a:xfrm>
          <a:prstGeom prst="pie">
            <a:avLst>
              <a:gd name="adj1" fmla="val 6048"/>
              <a:gd name="adj2" fmla="val 5412552"/>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Tree>
    <p:extLst>
      <p:ext uri="{BB962C8B-B14F-4D97-AF65-F5344CB8AC3E}">
        <p14:creationId xmlns:p14="http://schemas.microsoft.com/office/powerpoint/2010/main" val="15186251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5_Quote Slide">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47A4E09E-5125-B74E-B554-E933BCBEC1B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pic>
        <p:nvPicPr>
          <p:cNvPr id="18" name="Picture 17">
            <a:extLst>
              <a:ext uri="{FF2B5EF4-FFF2-40B4-BE49-F238E27FC236}">
                <a16:creationId xmlns:a16="http://schemas.microsoft.com/office/drawing/2014/main" id="{390E0FFF-259D-7541-B009-9ABD6BC92DF4}"/>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pic>
        <p:nvPicPr>
          <p:cNvPr id="19" name="Image">
            <a:extLst>
              <a:ext uri="{FF2B5EF4-FFF2-40B4-BE49-F238E27FC236}">
                <a16:creationId xmlns:a16="http://schemas.microsoft.com/office/drawing/2014/main" id="{391EC18B-77FD-E646-BAFF-4053ABBC3764}"/>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5" name="Title Placeholder 1">
            <a:extLst>
              <a:ext uri="{FF2B5EF4-FFF2-40B4-BE49-F238E27FC236}">
                <a16:creationId xmlns:a16="http://schemas.microsoft.com/office/drawing/2014/main" id="{A6ADDA8F-E27E-374C-BFFC-88BCD1003CA0}"/>
              </a:ext>
            </a:extLst>
          </p:cNvPr>
          <p:cNvSpPr>
            <a:spLocks noGrp="1"/>
          </p:cNvSpPr>
          <p:nvPr>
            <p:ph type="title" hasCustomPrompt="1"/>
          </p:nvPr>
        </p:nvSpPr>
        <p:spPr>
          <a:xfrm>
            <a:off x="1778000" y="1639888"/>
            <a:ext cx="6619875" cy="1878011"/>
          </a:xfrm>
          <a:prstGeom prst="rect">
            <a:avLst/>
          </a:prstGeom>
        </p:spPr>
        <p:txBody>
          <a:bodyPr vert="horz" wrap="square" lIns="0" tIns="0" rIns="0" bIns="0" rtlCol="0" anchor="t">
            <a:noAutofit/>
          </a:bodyPr>
          <a:lstStyle>
            <a:lvl1pPr algn="l">
              <a:defRPr lang="en-US" sz="2800" dirty="0">
                <a:solidFill>
                  <a:schemeClr val="tx2"/>
                </a:solidFill>
              </a:defRPr>
            </a:lvl1pPr>
          </a:lstStyle>
          <a:p>
            <a:pPr lvl="0">
              <a:lnSpc>
                <a:spcPct val="100000"/>
              </a:lnSpc>
            </a:pPr>
            <a:r>
              <a:rPr lang="en-US"/>
              <a:t>Place your quote here. Place your quote here. Place your quote here. Place your quote here.</a:t>
            </a:r>
          </a:p>
        </p:txBody>
      </p:sp>
      <p:sp>
        <p:nvSpPr>
          <p:cNvPr id="30" name="Text Placeholder 24">
            <a:extLst>
              <a:ext uri="{FF2B5EF4-FFF2-40B4-BE49-F238E27FC236}">
                <a16:creationId xmlns:a16="http://schemas.microsoft.com/office/drawing/2014/main" id="{ECDCBC7D-2FD3-5E40-A27C-4980D3B6C86B}"/>
              </a:ext>
            </a:extLst>
          </p:cNvPr>
          <p:cNvSpPr>
            <a:spLocks noGrp="1"/>
          </p:cNvSpPr>
          <p:nvPr>
            <p:ph type="body" sz="quarter" idx="16" hasCustomPrompt="1"/>
          </p:nvPr>
        </p:nvSpPr>
        <p:spPr>
          <a:xfrm>
            <a:off x="6073775" y="390830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31" name="Text Placeholder 24">
            <a:extLst>
              <a:ext uri="{FF2B5EF4-FFF2-40B4-BE49-F238E27FC236}">
                <a16:creationId xmlns:a16="http://schemas.microsoft.com/office/drawing/2014/main" id="{F48D7100-0AE2-3A4E-9283-6A64C2504C55}"/>
              </a:ext>
            </a:extLst>
          </p:cNvPr>
          <p:cNvSpPr>
            <a:spLocks noGrp="1"/>
          </p:cNvSpPr>
          <p:nvPr>
            <p:ph type="body" sz="quarter" idx="17" hasCustomPrompt="1"/>
          </p:nvPr>
        </p:nvSpPr>
        <p:spPr>
          <a:xfrm>
            <a:off x="6073775" y="4119009"/>
            <a:ext cx="2324100" cy="387937"/>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25" name="Pie 24">
            <a:extLst>
              <a:ext uri="{FF2B5EF4-FFF2-40B4-BE49-F238E27FC236}">
                <a16:creationId xmlns:a16="http://schemas.microsoft.com/office/drawing/2014/main" id="{DE27984F-A390-7A4D-8818-586FDFF9AD90}"/>
              </a:ext>
            </a:extLst>
          </p:cNvPr>
          <p:cNvSpPr>
            <a:spLocks/>
          </p:cNvSpPr>
          <p:nvPr userDrawn="1"/>
        </p:nvSpPr>
        <p:spPr>
          <a:xfrm rot="10800000">
            <a:off x="1257300" y="946775"/>
            <a:ext cx="1042697" cy="1037068"/>
          </a:xfrm>
          <a:prstGeom prst="pie">
            <a:avLst>
              <a:gd name="adj1" fmla="val 6048"/>
              <a:gd name="adj2" fmla="val 5412552"/>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grpSp>
        <p:nvGrpSpPr>
          <p:cNvPr id="28" name="Group 27">
            <a:extLst>
              <a:ext uri="{FF2B5EF4-FFF2-40B4-BE49-F238E27FC236}">
                <a16:creationId xmlns:a16="http://schemas.microsoft.com/office/drawing/2014/main" id="{6576A340-CC30-A548-B829-F8A76D5BC185}"/>
              </a:ext>
            </a:extLst>
          </p:cNvPr>
          <p:cNvGrpSpPr/>
          <p:nvPr userDrawn="1"/>
        </p:nvGrpSpPr>
        <p:grpSpPr>
          <a:xfrm flipV="1">
            <a:off x="1251677" y="3273425"/>
            <a:ext cx="7146198" cy="1367600"/>
            <a:chOff x="254000" y="256470"/>
            <a:chExt cx="7525947" cy="1385888"/>
          </a:xfrm>
        </p:grpSpPr>
        <p:grpSp>
          <p:nvGrpSpPr>
            <p:cNvPr id="29" name="Group 28">
              <a:extLst>
                <a:ext uri="{FF2B5EF4-FFF2-40B4-BE49-F238E27FC236}">
                  <a16:creationId xmlns:a16="http://schemas.microsoft.com/office/drawing/2014/main" id="{0D4B5FE5-4627-9C46-8C76-9982691D2CDC}"/>
                </a:ext>
              </a:extLst>
            </p:cNvPr>
            <p:cNvGrpSpPr/>
            <p:nvPr userDrawn="1"/>
          </p:nvGrpSpPr>
          <p:grpSpPr>
            <a:xfrm flipH="1" flipV="1">
              <a:off x="254000" y="256470"/>
              <a:ext cx="2929038" cy="1385888"/>
              <a:chOff x="701574" y="3509965"/>
              <a:chExt cx="2929038" cy="1385888"/>
            </a:xfrm>
          </p:grpSpPr>
          <p:sp>
            <p:nvSpPr>
              <p:cNvPr id="33" name="Freeform 32">
                <a:extLst>
                  <a:ext uri="{FF2B5EF4-FFF2-40B4-BE49-F238E27FC236}">
                    <a16:creationId xmlns:a16="http://schemas.microsoft.com/office/drawing/2014/main" id="{551F2E91-3DE3-FD49-AA63-74BD3FD5D9BD}"/>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34" name="Straight Connector 33">
                <a:extLst>
                  <a:ext uri="{FF2B5EF4-FFF2-40B4-BE49-F238E27FC236}">
                    <a16:creationId xmlns:a16="http://schemas.microsoft.com/office/drawing/2014/main" id="{184DFD07-A88D-F249-ACD0-DA70CA959649}"/>
                  </a:ext>
                </a:extLst>
              </p:cNvPr>
              <p:cNvCxnSpPr>
                <a:cxnSpLocks/>
              </p:cNvCxnSpPr>
              <p:nvPr userDrawn="1"/>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302E1F04-3951-1947-AD58-51F6B352260C}"/>
                </a:ext>
              </a:extLst>
            </p:cNvPr>
            <p:cNvCxnSpPr>
              <a:cxnSpLocks/>
            </p:cNvCxnSpPr>
            <p:nvPr userDrawn="1"/>
          </p:nvCxnSpPr>
          <p:spPr>
            <a:xfrm flipV="1">
              <a:off x="3183038" y="256470"/>
              <a:ext cx="4596909"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595506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DAB8D11-AD3A-4141-9F5A-7748DF9C74A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8663794" y="0"/>
            <a:ext cx="480206" cy="5143499"/>
          </a:xfrm>
          <a:prstGeom prst="rect">
            <a:avLst/>
          </a:prstGeom>
        </p:spPr>
      </p:pic>
      <p:pic>
        <p:nvPicPr>
          <p:cNvPr id="21" name="Picture Placeholder 4">
            <a:extLst>
              <a:ext uri="{FF2B5EF4-FFF2-40B4-BE49-F238E27FC236}">
                <a16:creationId xmlns:a16="http://schemas.microsoft.com/office/drawing/2014/main" id="{A0156F60-09B0-0440-9CDD-1AB031DB4121}"/>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597" y="10"/>
            <a:ext cx="3552805" cy="5143490"/>
          </a:xfrm>
          <a:custGeom>
            <a:avLst/>
            <a:gdLst>
              <a:gd name="connsiteX0" fmla="*/ 981076 w 3568700"/>
              <a:gd name="connsiteY0" fmla="*/ 0 h 5143500"/>
              <a:gd name="connsiteX1" fmla="*/ 3568700 w 3568700"/>
              <a:gd name="connsiteY1" fmla="*/ 0 h 5143500"/>
              <a:gd name="connsiteX2" fmla="*/ 3568700 w 3568700"/>
              <a:gd name="connsiteY2" fmla="*/ 5143500 h 5143500"/>
              <a:gd name="connsiteX3" fmla="*/ 0 w 3568700"/>
              <a:gd name="connsiteY3" fmla="*/ 5143500 h 5143500"/>
              <a:gd name="connsiteX4" fmla="*/ 0 w 3568700"/>
              <a:gd name="connsiteY4" fmla="*/ 828633 h 5143500"/>
              <a:gd name="connsiteX5" fmla="*/ 981076 w 3568700"/>
              <a:gd name="connsiteY5" fmla="*/ 828633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8700" h="5143500">
                <a:moveTo>
                  <a:pt x="981076" y="0"/>
                </a:moveTo>
                <a:lnTo>
                  <a:pt x="3568700" y="0"/>
                </a:lnTo>
                <a:lnTo>
                  <a:pt x="3568700" y="5143500"/>
                </a:lnTo>
                <a:lnTo>
                  <a:pt x="0" y="5143500"/>
                </a:lnTo>
                <a:lnTo>
                  <a:pt x="0" y="828633"/>
                </a:lnTo>
                <a:lnTo>
                  <a:pt x="981076" y="828633"/>
                </a:lnTo>
                <a:close/>
              </a:path>
            </a:pathLst>
          </a:custGeom>
          <a:noFill/>
        </p:spPr>
      </p:pic>
      <p:sp>
        <p:nvSpPr>
          <p:cNvPr id="7" name="Rectangle 6">
            <a:extLst>
              <a:ext uri="{FF2B5EF4-FFF2-40B4-BE49-F238E27FC236}">
                <a16:creationId xmlns:a16="http://schemas.microsoft.com/office/drawing/2014/main" id="{247ECE56-49A2-5A4A-B068-2B97BA448EFB}"/>
              </a:ext>
            </a:extLst>
          </p:cNvPr>
          <p:cNvSpPr/>
          <p:nvPr userDrawn="1"/>
        </p:nvSpPr>
        <p:spPr>
          <a:xfrm>
            <a:off x="-1" y="0"/>
            <a:ext cx="1013927" cy="845976"/>
          </a:xfrm>
          <a:prstGeom prst="rect">
            <a:avLst/>
          </a:prstGeom>
          <a:solidFill>
            <a:schemeClr val="bg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3797299" y="1904533"/>
            <a:ext cx="4600576" cy="590931"/>
          </a:xfrm>
          <a:prstGeom prst="rect">
            <a:avLst/>
          </a:prstGeom>
        </p:spPr>
        <p:txBody>
          <a:bodyPr wrap="square" lIns="0" rIns="0" anchor="t">
            <a:noAutofit/>
          </a:bodyPr>
          <a:lstStyle>
            <a:lvl1pPr algn="l">
              <a:defRPr sz="3600" baseline="0">
                <a:solidFill>
                  <a:schemeClr val="tx1"/>
                </a:solidFill>
              </a:defRPr>
            </a:lvl1pPr>
          </a:lstStyle>
          <a:p>
            <a:r>
              <a:rPr lang="en-US"/>
              <a:t>Divider Slide</a:t>
            </a:r>
          </a:p>
        </p:txBody>
      </p:sp>
      <p:sp>
        <p:nvSpPr>
          <p:cNvPr id="3" name="Subtitle 2"/>
          <p:cNvSpPr>
            <a:spLocks noGrp="1"/>
          </p:cNvSpPr>
          <p:nvPr>
            <p:ph type="subTitle" idx="1" hasCustomPrompt="1"/>
          </p:nvPr>
        </p:nvSpPr>
        <p:spPr>
          <a:xfrm>
            <a:off x="3797300" y="2683279"/>
            <a:ext cx="4600575" cy="369332"/>
          </a:xfrm>
          <a:prstGeom prst="rect">
            <a:avLst/>
          </a:prstGeom>
        </p:spPr>
        <p:txBody>
          <a:bodyPr wrap="square" lIns="0" rIns="0" anchor="t">
            <a:noAutofit/>
          </a:bodyPr>
          <a:lstStyle>
            <a:lvl1pPr>
              <a:defRPr lang="en-US" sz="1800" dirty="0">
                <a:solidFill>
                  <a:schemeClr val="tx1"/>
                </a:solidFill>
              </a:defRPr>
            </a:lvl1pPr>
          </a:lstStyle>
          <a:p>
            <a:pPr lvl="0">
              <a:spcBef>
                <a:spcPts val="1000"/>
              </a:spcBef>
              <a:buClrTx/>
              <a:buSzTx/>
              <a:buFont typeface="Arial"/>
              <a:tabLst/>
            </a:pPr>
            <a:r>
              <a:rPr lang="en-US"/>
              <a:t>Subhead</a:t>
            </a:r>
          </a:p>
        </p:txBody>
      </p:sp>
      <p:cxnSp>
        <p:nvCxnSpPr>
          <p:cNvPr id="16" name="Straight Connector 15">
            <a:extLst>
              <a:ext uri="{FF2B5EF4-FFF2-40B4-BE49-F238E27FC236}">
                <a16:creationId xmlns:a16="http://schemas.microsoft.com/office/drawing/2014/main" id="{7EFAF2C5-DE31-2246-B9B9-FE60FD80BA4E}"/>
              </a:ext>
            </a:extLst>
          </p:cNvPr>
          <p:cNvCxnSpPr>
            <a:cxnSpLocks/>
          </p:cNvCxnSpPr>
          <p:nvPr userDrawn="1"/>
        </p:nvCxnSpPr>
        <p:spPr>
          <a:xfrm>
            <a:off x="5575300" y="259987"/>
            <a:ext cx="2334001"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sp>
        <p:nvSpPr>
          <p:cNvPr id="20" name="Arc 19">
            <a:extLst>
              <a:ext uri="{FF2B5EF4-FFF2-40B4-BE49-F238E27FC236}">
                <a16:creationId xmlns:a16="http://schemas.microsoft.com/office/drawing/2014/main" id="{A461D489-B5A6-6845-9E0E-48291F78B396}"/>
              </a:ext>
            </a:extLst>
          </p:cNvPr>
          <p:cNvSpPr/>
          <p:nvPr userDrawn="1"/>
        </p:nvSpPr>
        <p:spPr>
          <a:xfrm flipH="1">
            <a:off x="3797299" y="259987"/>
            <a:ext cx="3033713" cy="2756933"/>
          </a:xfrm>
          <a:prstGeom prst="arc">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
            <a:extLst>
              <a:ext uri="{FF2B5EF4-FFF2-40B4-BE49-F238E27FC236}">
                <a16:creationId xmlns:a16="http://schemas.microsoft.com/office/drawing/2014/main" id="{D42AA959-BD3F-204E-ADBF-55F5D2FA3A97}"/>
              </a:ext>
            </a:extLst>
          </p:cNvPr>
          <p:cNvPicPr>
            <a:picLocks noChangeAspect="1"/>
          </p:cNvPicPr>
          <p:nvPr userDrawn="1"/>
        </p:nvPicPr>
        <p:blipFill>
          <a:blip r:embed="rId4"/>
          <a:srcRect/>
          <a:stretch/>
        </p:blipFill>
        <p:spPr>
          <a:xfrm>
            <a:off x="246990" y="250462"/>
            <a:ext cx="489607" cy="327631"/>
          </a:xfrm>
          <a:prstGeom prst="rect">
            <a:avLst/>
          </a:prstGeom>
          <a:ln w="12700">
            <a:miter lim="400000"/>
          </a:ln>
        </p:spPr>
      </p:pic>
      <p:sp>
        <p:nvSpPr>
          <p:cNvPr id="11" name="Rectangle 10">
            <a:extLst>
              <a:ext uri="{FF2B5EF4-FFF2-40B4-BE49-F238E27FC236}">
                <a16:creationId xmlns:a16="http://schemas.microsoft.com/office/drawing/2014/main" id="{D5D2953A-DC36-124D-B17E-9E5B78F05A8C}"/>
              </a:ext>
            </a:extLst>
          </p:cNvPr>
          <p:cNvSpPr/>
          <p:nvPr userDrawn="1"/>
        </p:nvSpPr>
        <p:spPr>
          <a:xfrm>
            <a:off x="7924800" y="148185"/>
            <a:ext cx="483407"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295227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solidFill>
          <a:schemeClr val="bg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318A853-BC17-0E4F-BD5F-6054F35EDA2B}"/>
              </a:ext>
            </a:extLst>
          </p:cNvPr>
          <p:cNvSpPr/>
          <p:nvPr userDrawn="1"/>
        </p:nvSpPr>
        <p:spPr>
          <a:xfrm>
            <a:off x="2" y="0"/>
            <a:ext cx="9143999" cy="5143500"/>
          </a:xfrm>
          <a:custGeom>
            <a:avLst/>
            <a:gdLst>
              <a:gd name="connsiteX0" fmla="*/ 5208134 w 9143999"/>
              <a:gd name="connsiteY0" fmla="*/ 0 h 5143500"/>
              <a:gd name="connsiteX1" fmla="*/ 5208136 w 9143999"/>
              <a:gd name="connsiteY1" fmla="*/ 0 h 5143500"/>
              <a:gd name="connsiteX2" fmla="*/ 9143999 w 9143999"/>
              <a:gd name="connsiteY2" fmla="*/ 0 h 5143500"/>
              <a:gd name="connsiteX3" fmla="*/ 9143999 w 9143999"/>
              <a:gd name="connsiteY3" fmla="*/ 5143500 h 5143500"/>
              <a:gd name="connsiteX4" fmla="*/ 5208136 w 9143999"/>
              <a:gd name="connsiteY4" fmla="*/ 5143500 h 5143500"/>
              <a:gd name="connsiteX5" fmla="*/ 0 w 9143999"/>
              <a:gd name="connsiteY5" fmla="*/ 5143500 h 5143500"/>
              <a:gd name="connsiteX6" fmla="*/ 5208134 w 9143999"/>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3999" h="5143500">
                <a:moveTo>
                  <a:pt x="5208134" y="0"/>
                </a:moveTo>
                <a:lnTo>
                  <a:pt x="5208136" y="0"/>
                </a:lnTo>
                <a:lnTo>
                  <a:pt x="9143999" y="0"/>
                </a:lnTo>
                <a:lnTo>
                  <a:pt x="9143999" y="5143500"/>
                </a:lnTo>
                <a:lnTo>
                  <a:pt x="5208136" y="5143500"/>
                </a:lnTo>
                <a:lnTo>
                  <a:pt x="0" y="5143500"/>
                </a:lnTo>
                <a:cubicBezTo>
                  <a:pt x="0" y="2302825"/>
                  <a:pt x="2331762" y="0"/>
                  <a:pt x="5208134" y="0"/>
                </a:cubicBezTo>
                <a:close/>
              </a:path>
            </a:pathLst>
          </a:cu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2025650" y="1639888"/>
            <a:ext cx="5899150" cy="1089529"/>
          </a:xfrm>
          <a:prstGeom prst="rect">
            <a:avLst/>
          </a:prstGeom>
        </p:spPr>
        <p:txBody>
          <a:bodyPr wrap="square" lIns="0" rIns="0" anchor="t">
            <a:noAutofit/>
          </a:bodyPr>
          <a:lstStyle>
            <a:lvl1pPr algn="l">
              <a:defRPr sz="3600" baseline="0">
                <a:solidFill>
                  <a:schemeClr val="bg1"/>
                </a:solidFill>
              </a:defRPr>
            </a:lvl1pPr>
          </a:lstStyle>
          <a:p>
            <a:r>
              <a:rPr lang="en-US"/>
              <a:t>Divider Slide</a:t>
            </a:r>
            <a:br>
              <a:rPr lang="en-US"/>
            </a:br>
            <a:r>
              <a:rPr lang="en-US"/>
              <a:t>Divider Slide</a:t>
            </a:r>
          </a:p>
        </p:txBody>
      </p:sp>
      <p:sp>
        <p:nvSpPr>
          <p:cNvPr id="3" name="Subtitle 2"/>
          <p:cNvSpPr>
            <a:spLocks noGrp="1"/>
          </p:cNvSpPr>
          <p:nvPr>
            <p:ph type="subTitle" idx="1" hasCustomPrompt="1"/>
          </p:nvPr>
        </p:nvSpPr>
        <p:spPr>
          <a:xfrm>
            <a:off x="2025651" y="2913052"/>
            <a:ext cx="5899147" cy="369332"/>
          </a:xfrm>
          <a:prstGeom prst="rect">
            <a:avLst/>
          </a:prstGeom>
        </p:spPr>
        <p:txBody>
          <a:bodyPr wrap="square" lIns="0" rIns="0" anchor="t">
            <a:noAutofit/>
          </a:bodyPr>
          <a:lstStyle>
            <a:lvl1pPr>
              <a:defRPr lang="en-US" sz="1800" dirty="0">
                <a:solidFill>
                  <a:schemeClr val="bg1"/>
                </a:solidFill>
              </a:defRPr>
            </a:lvl1pPr>
          </a:lstStyle>
          <a:p>
            <a:pPr lvl="0">
              <a:spcBef>
                <a:spcPts val="1000"/>
              </a:spcBef>
              <a:buClrTx/>
              <a:buSzTx/>
              <a:buFont typeface="Arial"/>
              <a:tabLst/>
            </a:pPr>
            <a:r>
              <a:rPr lang="en-US"/>
              <a:t>Subhead</a:t>
            </a:r>
          </a:p>
        </p:txBody>
      </p:sp>
      <p:pic>
        <p:nvPicPr>
          <p:cNvPr id="8" name="Image">
            <a:extLst>
              <a:ext uri="{FF2B5EF4-FFF2-40B4-BE49-F238E27FC236}">
                <a16:creationId xmlns:a16="http://schemas.microsoft.com/office/drawing/2014/main" id="{FC4BF429-AECB-C64F-857D-520D598BC981}"/>
              </a:ext>
            </a:extLst>
          </p:cNvPr>
          <p:cNvPicPr>
            <a:picLocks noChangeAspect="1"/>
          </p:cNvPicPr>
          <p:nvPr userDrawn="1"/>
        </p:nvPicPr>
        <p:blipFill>
          <a:blip r:embed="rId2"/>
          <a:srcRect/>
          <a:stretch/>
        </p:blipFill>
        <p:spPr>
          <a:xfrm>
            <a:off x="246990" y="250462"/>
            <a:ext cx="489607" cy="327631"/>
          </a:xfrm>
          <a:prstGeom prst="rect">
            <a:avLst/>
          </a:prstGeom>
          <a:ln w="12700">
            <a:miter lim="400000"/>
          </a:ln>
        </p:spPr>
      </p:pic>
      <p:sp>
        <p:nvSpPr>
          <p:cNvPr id="7" name="Rectangle 6">
            <a:extLst>
              <a:ext uri="{FF2B5EF4-FFF2-40B4-BE49-F238E27FC236}">
                <a16:creationId xmlns:a16="http://schemas.microsoft.com/office/drawing/2014/main" id="{18C59983-8944-6449-B49C-B80D3A24BE2F}"/>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bg1"/>
                </a:solidFill>
              </a:rPr>
              <a:t>ni.com</a:t>
            </a:r>
          </a:p>
        </p:txBody>
      </p:sp>
    </p:spTree>
    <p:extLst>
      <p:ext uri="{BB962C8B-B14F-4D97-AF65-F5344CB8AC3E}">
        <p14:creationId xmlns:p14="http://schemas.microsoft.com/office/powerpoint/2010/main" val="13148675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Slide 3">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047AFD8-289C-5540-8775-BB5FCC9F904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1"/>
            <a:ext cx="736600" cy="5143499"/>
          </a:xfrm>
          <a:prstGeom prst="rect">
            <a:avLst/>
          </a:prstGeom>
        </p:spPr>
      </p:pic>
      <p:pic>
        <p:nvPicPr>
          <p:cNvPr id="17" name="Image">
            <a:extLst>
              <a:ext uri="{FF2B5EF4-FFF2-40B4-BE49-F238E27FC236}">
                <a16:creationId xmlns:a16="http://schemas.microsoft.com/office/drawing/2014/main" id="{42B1A14B-492A-1F40-B7F5-C353024A1AA8}"/>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5" name="Rectangle 14">
            <a:extLst>
              <a:ext uri="{FF2B5EF4-FFF2-40B4-BE49-F238E27FC236}">
                <a16:creationId xmlns:a16="http://schemas.microsoft.com/office/drawing/2014/main" id="{AED5B481-564C-3D4E-9AE3-B01DACF3A020}"/>
              </a:ext>
            </a:extLst>
          </p:cNvPr>
          <p:cNvSpPr/>
          <p:nvPr userDrawn="1"/>
        </p:nvSpPr>
        <p:spPr>
          <a:xfrm>
            <a:off x="8486353" y="148185"/>
            <a:ext cx="416346" cy="183494"/>
          </a:xfrm>
          <a:prstGeom prst="rect">
            <a:avLst/>
          </a:prstGeom>
        </p:spPr>
        <p:txBody>
          <a:bodyPr wrap="none" lIns="0" tIns="0" rIns="0" bIns="0" anchor="ctr">
            <a:noAutofit/>
          </a:bodyPr>
          <a:lstStyle/>
          <a:p>
            <a:pPr lvl="0" algn="r"/>
            <a:r>
              <a:rPr lang="en-US" sz="1000" spc="-20" baseline="0">
                <a:solidFill>
                  <a:schemeClr val="bg1"/>
                </a:solidFill>
              </a:rPr>
              <a:t>ni.com</a:t>
            </a:r>
          </a:p>
        </p:txBody>
      </p:sp>
      <p:cxnSp>
        <p:nvCxnSpPr>
          <p:cNvPr id="10" name="Straight Connector 9">
            <a:extLst>
              <a:ext uri="{FF2B5EF4-FFF2-40B4-BE49-F238E27FC236}">
                <a16:creationId xmlns:a16="http://schemas.microsoft.com/office/drawing/2014/main" id="{1C8AF5D9-45F3-364E-8D2A-1AED4F1C398B}"/>
              </a:ext>
            </a:extLst>
          </p:cNvPr>
          <p:cNvCxnSpPr>
            <a:cxnSpLocks/>
          </p:cNvCxnSpPr>
          <p:nvPr userDrawn="1"/>
        </p:nvCxnSpPr>
        <p:spPr>
          <a:xfrm>
            <a:off x="975711" y="259987"/>
            <a:ext cx="7431688" cy="0"/>
          </a:xfrm>
          <a:prstGeom prst="line">
            <a:avLst/>
          </a:prstGeom>
          <a:noFill/>
          <a:ln w="12700" cap="flat">
            <a:solidFill>
              <a:schemeClr val="bg1"/>
            </a:solidFill>
            <a:prstDash val="solid"/>
            <a:miter lim="400000"/>
          </a:ln>
          <a:effectLst/>
          <a:sp3d/>
        </p:spPr>
        <p:style>
          <a:lnRef idx="0">
            <a:scrgbClr r="0" g="0" b="0"/>
          </a:lnRef>
          <a:fillRef idx="0">
            <a:scrgbClr r="0" g="0" b="0"/>
          </a:fillRef>
          <a:effectRef idx="0">
            <a:scrgbClr r="0" g="0" b="0"/>
          </a:effectRef>
          <a:fontRef idx="none"/>
        </p:style>
      </p:cxnSp>
      <p:sp>
        <p:nvSpPr>
          <p:cNvPr id="11" name="Title 1">
            <a:extLst>
              <a:ext uri="{FF2B5EF4-FFF2-40B4-BE49-F238E27FC236}">
                <a16:creationId xmlns:a16="http://schemas.microsoft.com/office/drawing/2014/main" id="{44F56FE9-9A16-9246-A70C-C51B7991938F}"/>
              </a:ext>
            </a:extLst>
          </p:cNvPr>
          <p:cNvSpPr>
            <a:spLocks noGrp="1"/>
          </p:cNvSpPr>
          <p:nvPr>
            <p:ph type="ctrTitle" hasCustomPrompt="1"/>
          </p:nvPr>
        </p:nvSpPr>
        <p:spPr>
          <a:xfrm>
            <a:off x="975710" y="1410870"/>
            <a:ext cx="7119665" cy="1089529"/>
          </a:xfrm>
          <a:prstGeom prst="rect">
            <a:avLst/>
          </a:prstGeom>
        </p:spPr>
        <p:txBody>
          <a:bodyPr wrap="square" lIns="0" rIns="0" anchor="t">
            <a:noAutofit/>
          </a:bodyPr>
          <a:lstStyle>
            <a:lvl1pPr algn="l">
              <a:defRPr sz="3600" baseline="0">
                <a:solidFill>
                  <a:schemeClr val="bg1"/>
                </a:solidFill>
              </a:defRPr>
            </a:lvl1pPr>
          </a:lstStyle>
          <a:p>
            <a:r>
              <a:rPr lang="en-US"/>
              <a:t>Divider Slide</a:t>
            </a:r>
            <a:br>
              <a:rPr lang="en-US"/>
            </a:br>
            <a:r>
              <a:rPr lang="en-US"/>
              <a:t>Divider Slide</a:t>
            </a:r>
          </a:p>
        </p:txBody>
      </p:sp>
      <p:sp>
        <p:nvSpPr>
          <p:cNvPr id="14" name="Subtitle 2">
            <a:extLst>
              <a:ext uri="{FF2B5EF4-FFF2-40B4-BE49-F238E27FC236}">
                <a16:creationId xmlns:a16="http://schemas.microsoft.com/office/drawing/2014/main" id="{6DBAD126-5E50-1C4F-92CA-FE968CF31934}"/>
              </a:ext>
            </a:extLst>
          </p:cNvPr>
          <p:cNvSpPr>
            <a:spLocks noGrp="1"/>
          </p:cNvSpPr>
          <p:nvPr>
            <p:ph type="subTitle" idx="1" hasCustomPrompt="1"/>
          </p:nvPr>
        </p:nvSpPr>
        <p:spPr>
          <a:xfrm>
            <a:off x="975711" y="2684034"/>
            <a:ext cx="7119662" cy="369332"/>
          </a:xfrm>
          <a:prstGeom prst="rect">
            <a:avLst/>
          </a:prstGeom>
        </p:spPr>
        <p:txBody>
          <a:bodyPr wrap="square" lIns="0" rIns="0" anchor="t">
            <a:noAutofit/>
          </a:bodyPr>
          <a:lstStyle>
            <a:lvl1pPr>
              <a:defRPr lang="en-US" sz="1800" dirty="0">
                <a:solidFill>
                  <a:schemeClr val="bg1"/>
                </a:solidFill>
              </a:defRPr>
            </a:lvl1pPr>
          </a:lstStyle>
          <a:p>
            <a:pPr lvl="0">
              <a:spcBef>
                <a:spcPts val="1000"/>
              </a:spcBef>
              <a:buClrTx/>
              <a:buSzTx/>
              <a:buFont typeface="Arial"/>
              <a:tabLst/>
            </a:pPr>
            <a:r>
              <a:rPr lang="en-US"/>
              <a:t>Subhead</a:t>
            </a:r>
          </a:p>
        </p:txBody>
      </p:sp>
      <p:sp>
        <p:nvSpPr>
          <p:cNvPr id="18" name="Arc 17">
            <a:extLst>
              <a:ext uri="{FF2B5EF4-FFF2-40B4-BE49-F238E27FC236}">
                <a16:creationId xmlns:a16="http://schemas.microsoft.com/office/drawing/2014/main" id="{91269606-5049-A349-A0F2-E7948820D3E3}"/>
              </a:ext>
            </a:extLst>
          </p:cNvPr>
          <p:cNvSpPr/>
          <p:nvPr userDrawn="1"/>
        </p:nvSpPr>
        <p:spPr>
          <a:xfrm flipV="1">
            <a:off x="2755014" y="-1113066"/>
            <a:ext cx="6117894" cy="5996579"/>
          </a:xfrm>
          <a:prstGeom prst="arc">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2"/>
              </a:solidFill>
            </a:endParaRPr>
          </a:p>
        </p:txBody>
      </p:sp>
    </p:spTree>
    <p:extLst>
      <p:ext uri="{BB962C8B-B14F-4D97-AF65-F5344CB8AC3E}">
        <p14:creationId xmlns:p14="http://schemas.microsoft.com/office/powerpoint/2010/main" val="21943023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Layout for Bar Graph">
    <p:bg>
      <p:bgPr>
        <a:solidFill>
          <a:schemeClr val="bg1"/>
        </a:solidFill>
        <a:effectLst/>
      </p:bgPr>
    </p:bg>
    <p:spTree>
      <p:nvGrpSpPr>
        <p:cNvPr id="1" name=""/>
        <p:cNvGrpSpPr/>
        <p:nvPr/>
      </p:nvGrpSpPr>
      <p:grpSpPr>
        <a:xfrm>
          <a:off x="0" y="0"/>
          <a:ext cx="0" cy="0"/>
          <a:chOff x="0" y="0"/>
          <a:chExt cx="0" cy="0"/>
        </a:xfrm>
      </p:grpSpPr>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7" name="Straight Connector 6">
            <a:extLst>
              <a:ext uri="{FF2B5EF4-FFF2-40B4-BE49-F238E27FC236}">
                <a16:creationId xmlns:a16="http://schemas.microsoft.com/office/drawing/2014/main" id="{CA21F88F-7476-BB48-935A-A515D14D8D6A}"/>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8" name="Rectangle 7">
            <a:extLst>
              <a:ext uri="{FF2B5EF4-FFF2-40B4-BE49-F238E27FC236}">
                <a16:creationId xmlns:a16="http://schemas.microsoft.com/office/drawing/2014/main" id="{BB0979B2-3789-3043-8C2E-7A66B16CA9DF}"/>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Tree>
    <p:extLst>
      <p:ext uri="{BB962C8B-B14F-4D97-AF65-F5344CB8AC3E}">
        <p14:creationId xmlns:p14="http://schemas.microsoft.com/office/powerpoint/2010/main" val="3882829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rg Chart">
    <p:bg>
      <p:bgPr>
        <a:solidFill>
          <a:schemeClr val="bg1"/>
        </a:solidFill>
        <a:effectLst/>
      </p:bgPr>
    </p:bg>
    <p:spTree>
      <p:nvGrpSpPr>
        <p:cNvPr id="1" name=""/>
        <p:cNvGrpSpPr/>
        <p:nvPr/>
      </p:nvGrpSpPr>
      <p:grpSpPr>
        <a:xfrm>
          <a:off x="0" y="0"/>
          <a:ext cx="0" cy="0"/>
          <a:chOff x="0" y="0"/>
          <a:chExt cx="0" cy="0"/>
        </a:xfrm>
      </p:grpSpPr>
      <p:sp>
        <p:nvSpPr>
          <p:cNvPr id="86" name="Picture Placeholder 85">
            <a:extLst>
              <a:ext uri="{FF2B5EF4-FFF2-40B4-BE49-F238E27FC236}">
                <a16:creationId xmlns:a16="http://schemas.microsoft.com/office/drawing/2014/main" id="{34C00EEC-9365-B34A-AFA4-37781D3407AB}"/>
              </a:ext>
            </a:extLst>
          </p:cNvPr>
          <p:cNvSpPr>
            <a:spLocks noGrp="1"/>
          </p:cNvSpPr>
          <p:nvPr>
            <p:ph type="pic" sz="quarter" idx="10"/>
          </p:nvPr>
        </p:nvSpPr>
        <p:spPr>
          <a:xfrm>
            <a:off x="5219416" y="2268580"/>
            <a:ext cx="554979" cy="740664"/>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43" name="Round Single Corner Rectangle 42">
            <a:extLst>
              <a:ext uri="{FF2B5EF4-FFF2-40B4-BE49-F238E27FC236}">
                <a16:creationId xmlns:a16="http://schemas.microsoft.com/office/drawing/2014/main" id="{C935EA80-6666-174E-8F4D-5FE0C794C6FF}"/>
              </a:ext>
            </a:extLst>
          </p:cNvPr>
          <p:cNvSpPr/>
          <p:nvPr/>
        </p:nvSpPr>
        <p:spPr>
          <a:xfrm rot="10800000">
            <a:off x="7105650" y="-2"/>
            <a:ext cx="2038348" cy="1875759"/>
          </a:xfrm>
          <a:prstGeom prst="round1Rect">
            <a:avLst>
              <a:gd name="adj" fmla="val 50000"/>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49" name="Picture Placeholder 48">
            <a:extLst>
              <a:ext uri="{FF2B5EF4-FFF2-40B4-BE49-F238E27FC236}">
                <a16:creationId xmlns:a16="http://schemas.microsoft.com/office/drawing/2014/main" id="{1976186C-E87F-F74F-BB92-C059D8DB151F}"/>
              </a:ext>
            </a:extLst>
          </p:cNvPr>
          <p:cNvSpPr>
            <a:spLocks noGrp="1"/>
          </p:cNvSpPr>
          <p:nvPr>
            <p:ph type="pic" sz="quarter" idx="13"/>
          </p:nvPr>
        </p:nvSpPr>
        <p:spPr>
          <a:xfrm>
            <a:off x="8111300" y="602585"/>
            <a:ext cx="1032700" cy="1268698"/>
          </a:xfrm>
          <a:prstGeom prst="rect">
            <a:avLst/>
          </a:prstGeom>
        </p:spPr>
        <p:txBody>
          <a:bodyPr anchor="ctr"/>
          <a:lstStyle>
            <a:lvl1pPr algn="ctr">
              <a:defRPr sz="1050"/>
            </a:lvl1pPr>
          </a:lstStyle>
          <a:p>
            <a:r>
              <a:rPr lang="en-US"/>
              <a:t>Click icon to add picture</a:t>
            </a:r>
          </a:p>
        </p:txBody>
      </p:sp>
      <p:sp>
        <p:nvSpPr>
          <p:cNvPr id="50" name="Text Placeholder 45">
            <a:extLst>
              <a:ext uri="{FF2B5EF4-FFF2-40B4-BE49-F238E27FC236}">
                <a16:creationId xmlns:a16="http://schemas.microsoft.com/office/drawing/2014/main" id="{39B843AD-5A8A-F740-BE2F-49F9B47A0CD1}"/>
              </a:ext>
            </a:extLst>
          </p:cNvPr>
          <p:cNvSpPr>
            <a:spLocks noGrp="1"/>
          </p:cNvSpPr>
          <p:nvPr>
            <p:ph type="body" sz="quarter" idx="14" hasCustomPrompt="1"/>
          </p:nvPr>
        </p:nvSpPr>
        <p:spPr>
          <a:xfrm>
            <a:off x="7362353" y="209761"/>
            <a:ext cx="1658914" cy="182562"/>
          </a:xfrm>
          <a:prstGeom prst="rect">
            <a:avLst/>
          </a:prstGeom>
        </p:spPr>
        <p:txBody>
          <a:bodyPr lIns="36576" tIns="36576" rIns="36576" bIns="36576" anchor="ctr"/>
          <a:lstStyle>
            <a:lvl1pPr algn="l">
              <a:spcBef>
                <a:spcPts val="0"/>
              </a:spcBef>
              <a:defRPr sz="1000" b="1" i="0">
                <a:solidFill>
                  <a:schemeClr val="bg1"/>
                </a:solidFill>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51" name="Text Placeholder 45">
            <a:extLst>
              <a:ext uri="{FF2B5EF4-FFF2-40B4-BE49-F238E27FC236}">
                <a16:creationId xmlns:a16="http://schemas.microsoft.com/office/drawing/2014/main" id="{FF4BB383-CF91-4C41-B0F6-F5DAE34F5D61}"/>
              </a:ext>
            </a:extLst>
          </p:cNvPr>
          <p:cNvSpPr>
            <a:spLocks noGrp="1"/>
          </p:cNvSpPr>
          <p:nvPr>
            <p:ph type="body" sz="quarter" idx="15" hasCustomPrompt="1"/>
          </p:nvPr>
        </p:nvSpPr>
        <p:spPr>
          <a:xfrm>
            <a:off x="7357495" y="379818"/>
            <a:ext cx="1658914" cy="197257"/>
          </a:xfrm>
          <a:prstGeom prst="rect">
            <a:avLst/>
          </a:prstGeom>
        </p:spPr>
        <p:txBody>
          <a:bodyPr lIns="36576" tIns="36576" rIns="36576" bIns="36576" anchor="t"/>
          <a:lstStyle>
            <a:lvl1pPr algn="l">
              <a:spcBef>
                <a:spcPts val="0"/>
              </a:spcBef>
              <a:defRPr sz="800" b="0" i="0" spc="-30" baseline="0">
                <a:solidFill>
                  <a:schemeClr val="bg1"/>
                </a:solidFill>
                <a:latin typeface="Consolas" panose="020B0609020204030204" pitchFamily="49"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TITLE, DEPARTMENT</a:t>
            </a:r>
          </a:p>
        </p:txBody>
      </p:sp>
      <p:pic>
        <p:nvPicPr>
          <p:cNvPr id="6" name="Image">
            <a:extLst>
              <a:ext uri="{FF2B5EF4-FFF2-40B4-BE49-F238E27FC236}">
                <a16:creationId xmlns:a16="http://schemas.microsoft.com/office/drawing/2014/main" id="{CB0FF831-6C7C-3C47-AA39-C6A6446CBCBA}"/>
              </a:ext>
            </a:extLst>
          </p:cNvPr>
          <p:cNvPicPr>
            <a:picLocks noChangeAspect="1"/>
          </p:cNvPicPr>
          <p:nvPr userDrawn="1"/>
        </p:nvPicPr>
        <p:blipFill>
          <a:blip r:embed="rId2"/>
          <a:srcRect/>
          <a:stretch/>
        </p:blipFill>
        <p:spPr>
          <a:xfrm>
            <a:off x="246990" y="250462"/>
            <a:ext cx="489607" cy="327631"/>
          </a:xfrm>
          <a:prstGeom prst="rect">
            <a:avLst/>
          </a:prstGeom>
          <a:ln w="12700">
            <a:miter lim="400000"/>
          </a:ln>
        </p:spPr>
      </p:pic>
      <p:sp>
        <p:nvSpPr>
          <p:cNvPr id="35" name="Rectangle 38">
            <a:extLst>
              <a:ext uri="{FF2B5EF4-FFF2-40B4-BE49-F238E27FC236}">
                <a16:creationId xmlns:a16="http://schemas.microsoft.com/office/drawing/2014/main" id="{B0C54555-FAF8-C247-BD47-30239068182E}"/>
              </a:ext>
            </a:extLst>
          </p:cNvPr>
          <p:cNvSpPr>
            <a:spLocks/>
          </p:cNvSpPr>
          <p:nvPr/>
        </p:nvSpPr>
        <p:spPr bwMode="auto">
          <a:xfrm>
            <a:off x="3797300" y="1156621"/>
            <a:ext cx="1422539" cy="735995"/>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grpSp>
        <p:nvGrpSpPr>
          <p:cNvPr id="36" name="Group 35">
            <a:extLst>
              <a:ext uri="{FF2B5EF4-FFF2-40B4-BE49-F238E27FC236}">
                <a16:creationId xmlns:a16="http://schemas.microsoft.com/office/drawing/2014/main" id="{3DEC8AAA-D5D3-014B-9A40-0F8C9630E4E3}"/>
              </a:ext>
            </a:extLst>
          </p:cNvPr>
          <p:cNvGrpSpPr/>
          <p:nvPr userDrawn="1"/>
        </p:nvGrpSpPr>
        <p:grpSpPr>
          <a:xfrm>
            <a:off x="502208" y="587925"/>
            <a:ext cx="6362054" cy="4312688"/>
            <a:chOff x="253999" y="256470"/>
            <a:chExt cx="6753876" cy="4638212"/>
          </a:xfrm>
        </p:grpSpPr>
        <p:grpSp>
          <p:nvGrpSpPr>
            <p:cNvPr id="37" name="Group 36">
              <a:extLst>
                <a:ext uri="{FF2B5EF4-FFF2-40B4-BE49-F238E27FC236}">
                  <a16:creationId xmlns:a16="http://schemas.microsoft.com/office/drawing/2014/main" id="{3EBA9A18-88F1-BE4F-93F8-680112FE32B8}"/>
                </a:ext>
              </a:extLst>
            </p:cNvPr>
            <p:cNvGrpSpPr/>
            <p:nvPr userDrawn="1"/>
          </p:nvGrpSpPr>
          <p:grpSpPr>
            <a:xfrm flipH="1" flipV="1">
              <a:off x="253999" y="256470"/>
              <a:ext cx="2929039" cy="4638212"/>
              <a:chOff x="701574" y="257641"/>
              <a:chExt cx="2929039" cy="4638212"/>
            </a:xfrm>
          </p:grpSpPr>
          <p:sp>
            <p:nvSpPr>
              <p:cNvPr id="39" name="Freeform 38">
                <a:extLst>
                  <a:ext uri="{FF2B5EF4-FFF2-40B4-BE49-F238E27FC236}">
                    <a16:creationId xmlns:a16="http://schemas.microsoft.com/office/drawing/2014/main" id="{D8649C24-5708-D84B-9CB9-9A835EFFF6EE}"/>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0" name="Straight Connector 39">
                <a:extLst>
                  <a:ext uri="{FF2B5EF4-FFF2-40B4-BE49-F238E27FC236}">
                    <a16:creationId xmlns:a16="http://schemas.microsoft.com/office/drawing/2014/main" id="{65F30895-A8BA-3448-9E5A-831B3FB3701B}"/>
                  </a:ext>
                </a:extLst>
              </p:cNvPr>
              <p:cNvCxnSpPr>
                <a:cxnSpLocks/>
              </p:cNvCxnSpPr>
              <p:nvPr userDrawn="1"/>
            </p:nvCxnSpPr>
            <p:spPr>
              <a:xfrm flipH="1" flipV="1">
                <a:off x="3630613" y="257641"/>
                <a:ext cx="0" cy="3252323"/>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B41F828-4BBF-204C-9807-5E049EEA3C0D}"/>
                  </a:ext>
                </a:extLst>
              </p:cNvPr>
              <p:cNvCxnSpPr>
                <a:cxnSpLocks/>
              </p:cNvCxnSpPr>
              <p:nvPr/>
            </p:nvCxnSpPr>
            <p:spPr>
              <a:xfrm flipH="1" flipV="1">
                <a:off x="701574" y="4895853"/>
                <a:ext cx="1543703"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57147D10-ADCE-084A-9D6D-972C2D0E5B58}"/>
                </a:ext>
              </a:extLst>
            </p:cNvPr>
            <p:cNvCxnSpPr>
              <a:cxnSpLocks/>
            </p:cNvCxnSpPr>
            <p:nvPr userDrawn="1"/>
          </p:nvCxnSpPr>
          <p:spPr>
            <a:xfrm>
              <a:off x="3183038" y="256470"/>
              <a:ext cx="382483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grpSp>
      <p:sp>
        <p:nvSpPr>
          <p:cNvPr id="46" name="Text Placeholder 45">
            <a:extLst>
              <a:ext uri="{FF2B5EF4-FFF2-40B4-BE49-F238E27FC236}">
                <a16:creationId xmlns:a16="http://schemas.microsoft.com/office/drawing/2014/main" id="{2CA9A7DA-970B-1045-AABD-B36D98DCD1CA}"/>
              </a:ext>
            </a:extLst>
          </p:cNvPr>
          <p:cNvSpPr>
            <a:spLocks noGrp="1"/>
          </p:cNvSpPr>
          <p:nvPr>
            <p:ph type="body" sz="quarter" idx="11" hasCustomPrompt="1"/>
          </p:nvPr>
        </p:nvSpPr>
        <p:spPr>
          <a:xfrm>
            <a:off x="3817719" y="1183515"/>
            <a:ext cx="1401275"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47" name="Text Placeholder 45">
            <a:extLst>
              <a:ext uri="{FF2B5EF4-FFF2-40B4-BE49-F238E27FC236}">
                <a16:creationId xmlns:a16="http://schemas.microsoft.com/office/drawing/2014/main" id="{20E5D574-26BB-8645-A658-02E6D89DF9D5}"/>
              </a:ext>
            </a:extLst>
          </p:cNvPr>
          <p:cNvSpPr>
            <a:spLocks noGrp="1"/>
          </p:cNvSpPr>
          <p:nvPr>
            <p:ph type="body" sz="quarter" idx="12" hasCustomPrompt="1"/>
          </p:nvPr>
        </p:nvSpPr>
        <p:spPr>
          <a:xfrm>
            <a:off x="3817719" y="1423110"/>
            <a:ext cx="1401275" cy="467267"/>
          </a:xfrm>
          <a:prstGeom prst="rect">
            <a:avLst/>
          </a:prstGeom>
        </p:spPr>
        <p:txBody>
          <a:bodyPr lIns="36576" tIns="36576" rIns="36576" bIns="36576" anchor="t"/>
          <a:lstStyle>
            <a:lvl1pPr algn="r">
              <a:lnSpc>
                <a:spcPts val="960"/>
              </a:lnSpc>
              <a:spcBef>
                <a:spcPts val="0"/>
              </a:spcBef>
              <a:defRPr lang="en-US" sz="800" b="0" i="0" kern="1200" spc="-30" baseline="0" dirty="0" smtClean="0">
                <a:solidFill>
                  <a:schemeClr val="tx1"/>
                </a:solidFill>
                <a:latin typeface="Consolas" panose="020B0609020204030204" pitchFamily="49" charset="0"/>
                <a:ea typeface="Arial"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marL="0" marR="0" lvl="0" indent="0" algn="r" defTabSz="914400" rtl="0" eaLnBrk="1" fontAlgn="auto" latinLnBrk="0" hangingPunct="1">
              <a:lnSpc>
                <a:spcPct val="100000"/>
              </a:lnSpc>
              <a:spcBef>
                <a:spcPts val="0"/>
              </a:spcBef>
              <a:spcAft>
                <a:spcPts val="0"/>
              </a:spcAft>
              <a:buClr>
                <a:schemeClr val="bg2">
                  <a:lumMod val="50000"/>
                </a:schemeClr>
              </a:buClr>
              <a:buSzPct val="70000"/>
              <a:buFont typeface="Wingdings" charset="2"/>
              <a:buNone/>
              <a:tabLst>
                <a:tab pos="182880" algn="l"/>
              </a:tabLst>
            </a:pPr>
            <a:r>
              <a:rPr lang="en-US"/>
              <a:t>TITLE, DEPARTMENT</a:t>
            </a:r>
          </a:p>
        </p:txBody>
      </p:sp>
      <p:sp>
        <p:nvSpPr>
          <p:cNvPr id="54" name="Rectangle 38">
            <a:extLst>
              <a:ext uri="{FF2B5EF4-FFF2-40B4-BE49-F238E27FC236}">
                <a16:creationId xmlns:a16="http://schemas.microsoft.com/office/drawing/2014/main" id="{6F3D4AB5-FDE7-7F41-B8F4-33F4A2AD26C1}"/>
              </a:ext>
            </a:extLst>
          </p:cNvPr>
          <p:cNvSpPr>
            <a:spLocks/>
          </p:cNvSpPr>
          <p:nvPr userDrawn="1"/>
        </p:nvSpPr>
        <p:spPr bwMode="auto">
          <a:xfrm>
            <a:off x="3797300" y="2268580"/>
            <a:ext cx="1422539" cy="735995"/>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sp>
        <p:nvSpPr>
          <p:cNvPr id="55" name="Text Placeholder 45">
            <a:extLst>
              <a:ext uri="{FF2B5EF4-FFF2-40B4-BE49-F238E27FC236}">
                <a16:creationId xmlns:a16="http://schemas.microsoft.com/office/drawing/2014/main" id="{49B88D92-1CB9-E042-971C-EAB615791FE2}"/>
              </a:ext>
            </a:extLst>
          </p:cNvPr>
          <p:cNvSpPr>
            <a:spLocks noGrp="1"/>
          </p:cNvSpPr>
          <p:nvPr>
            <p:ph type="body" sz="quarter" idx="17" hasCustomPrompt="1"/>
          </p:nvPr>
        </p:nvSpPr>
        <p:spPr>
          <a:xfrm>
            <a:off x="3817719" y="2293237"/>
            <a:ext cx="1401275"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56" name="Text Placeholder 45">
            <a:extLst>
              <a:ext uri="{FF2B5EF4-FFF2-40B4-BE49-F238E27FC236}">
                <a16:creationId xmlns:a16="http://schemas.microsoft.com/office/drawing/2014/main" id="{286D1BE9-538A-A54A-8CBA-E6F793355221}"/>
              </a:ext>
            </a:extLst>
          </p:cNvPr>
          <p:cNvSpPr>
            <a:spLocks noGrp="1"/>
          </p:cNvSpPr>
          <p:nvPr>
            <p:ph type="body" sz="quarter" idx="18" hasCustomPrompt="1"/>
          </p:nvPr>
        </p:nvSpPr>
        <p:spPr>
          <a:xfrm>
            <a:off x="3817719" y="2532832"/>
            <a:ext cx="1401275" cy="467267"/>
          </a:xfrm>
          <a:prstGeom prst="rect">
            <a:avLst/>
          </a:prstGeom>
        </p:spPr>
        <p:txBody>
          <a:bodyPr lIns="36576" tIns="36576" rIns="36576" bIns="36576" anchor="t"/>
          <a:lstStyle>
            <a:lvl1pPr algn="r">
              <a:spcBef>
                <a:spcPts val="0"/>
              </a:spcBef>
              <a:defRPr lang="en-US" sz="800" b="0" i="0" kern="1200" spc="-30" baseline="0" dirty="0" smtClean="0">
                <a:solidFill>
                  <a:schemeClr val="tx1"/>
                </a:solidFill>
                <a:latin typeface="Consolas" panose="020B0609020204030204" pitchFamily="49" charset="0"/>
                <a:ea typeface="Arial"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marL="0" marR="0" lvl="0" indent="0" algn="r" defTabSz="914400" rtl="0" eaLnBrk="1" fontAlgn="auto" latinLnBrk="0" hangingPunct="1">
              <a:lnSpc>
                <a:spcPct val="100000"/>
              </a:lnSpc>
              <a:spcBef>
                <a:spcPts val="0"/>
              </a:spcBef>
              <a:spcAft>
                <a:spcPts val="0"/>
              </a:spcAft>
              <a:buClr>
                <a:schemeClr val="bg2">
                  <a:lumMod val="50000"/>
                </a:schemeClr>
              </a:buClr>
              <a:buSzPct val="70000"/>
              <a:buFont typeface="Wingdings" charset="2"/>
              <a:buNone/>
              <a:tabLst>
                <a:tab pos="182880" algn="l"/>
              </a:tabLst>
            </a:pPr>
            <a:r>
              <a:rPr lang="en-US"/>
              <a:t>TITLE, DEPARTMENT</a:t>
            </a:r>
          </a:p>
        </p:txBody>
      </p:sp>
      <p:sp>
        <p:nvSpPr>
          <p:cNvPr id="93" name="Picture Placeholder 92">
            <a:extLst>
              <a:ext uri="{FF2B5EF4-FFF2-40B4-BE49-F238E27FC236}">
                <a16:creationId xmlns:a16="http://schemas.microsoft.com/office/drawing/2014/main" id="{C0C7BC42-D94A-934B-A163-06FD2EEA534D}"/>
              </a:ext>
            </a:extLst>
          </p:cNvPr>
          <p:cNvSpPr>
            <a:spLocks noGrp="1"/>
          </p:cNvSpPr>
          <p:nvPr>
            <p:ph type="pic" sz="quarter" idx="35"/>
          </p:nvPr>
        </p:nvSpPr>
        <p:spPr>
          <a:xfrm>
            <a:off x="8090206" y="2268580"/>
            <a:ext cx="554979" cy="740664"/>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94" name="Rectangle 38">
            <a:extLst>
              <a:ext uri="{FF2B5EF4-FFF2-40B4-BE49-F238E27FC236}">
                <a16:creationId xmlns:a16="http://schemas.microsoft.com/office/drawing/2014/main" id="{DF0A8375-0B65-EB40-B6CD-B7A5B5C89A14}"/>
              </a:ext>
            </a:extLst>
          </p:cNvPr>
          <p:cNvSpPr>
            <a:spLocks/>
          </p:cNvSpPr>
          <p:nvPr userDrawn="1"/>
        </p:nvSpPr>
        <p:spPr bwMode="auto">
          <a:xfrm>
            <a:off x="6668090" y="2268580"/>
            <a:ext cx="1422539" cy="735995"/>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sp>
        <p:nvSpPr>
          <p:cNvPr id="95" name="Text Placeholder 45">
            <a:extLst>
              <a:ext uri="{FF2B5EF4-FFF2-40B4-BE49-F238E27FC236}">
                <a16:creationId xmlns:a16="http://schemas.microsoft.com/office/drawing/2014/main" id="{AEF451D5-4945-154C-9652-F9E7ABDDFDB7}"/>
              </a:ext>
            </a:extLst>
          </p:cNvPr>
          <p:cNvSpPr>
            <a:spLocks noGrp="1"/>
          </p:cNvSpPr>
          <p:nvPr>
            <p:ph type="body" sz="quarter" idx="36" hasCustomPrompt="1"/>
          </p:nvPr>
        </p:nvSpPr>
        <p:spPr>
          <a:xfrm>
            <a:off x="6667245" y="2293237"/>
            <a:ext cx="1422539"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96" name="Text Placeholder 45">
            <a:extLst>
              <a:ext uri="{FF2B5EF4-FFF2-40B4-BE49-F238E27FC236}">
                <a16:creationId xmlns:a16="http://schemas.microsoft.com/office/drawing/2014/main" id="{AB540B94-284F-6F4F-A836-E6BD649D8B35}"/>
              </a:ext>
            </a:extLst>
          </p:cNvPr>
          <p:cNvSpPr>
            <a:spLocks noGrp="1"/>
          </p:cNvSpPr>
          <p:nvPr>
            <p:ph type="body" sz="quarter" idx="37" hasCustomPrompt="1"/>
          </p:nvPr>
        </p:nvSpPr>
        <p:spPr>
          <a:xfrm>
            <a:off x="6667245" y="2532832"/>
            <a:ext cx="1422539" cy="467267"/>
          </a:xfrm>
          <a:prstGeom prst="rect">
            <a:avLst/>
          </a:prstGeom>
        </p:spPr>
        <p:txBody>
          <a:bodyPr lIns="36576" tIns="36576" rIns="36576" bIns="36576" anchor="t"/>
          <a:lstStyle>
            <a:lvl1pPr algn="r">
              <a:spcBef>
                <a:spcPts val="0"/>
              </a:spcBef>
              <a:defRPr lang="en-US" sz="800" b="0" i="0" kern="1200" spc="-30" baseline="0" dirty="0" smtClean="0">
                <a:solidFill>
                  <a:schemeClr val="tx1"/>
                </a:solidFill>
                <a:latin typeface="Consolas" panose="020B0609020204030204" pitchFamily="49" charset="0"/>
                <a:ea typeface="Arial"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marL="0" marR="0" lvl="0" indent="0" algn="r" defTabSz="914400" rtl="0" eaLnBrk="1" fontAlgn="auto" latinLnBrk="0" hangingPunct="1">
              <a:lnSpc>
                <a:spcPct val="100000"/>
              </a:lnSpc>
              <a:spcBef>
                <a:spcPts val="0"/>
              </a:spcBef>
              <a:spcAft>
                <a:spcPts val="0"/>
              </a:spcAft>
              <a:buClr>
                <a:schemeClr val="bg2">
                  <a:lumMod val="50000"/>
                </a:schemeClr>
              </a:buClr>
              <a:buSzPct val="70000"/>
              <a:buFont typeface="Wingdings" charset="2"/>
              <a:buNone/>
              <a:tabLst>
                <a:tab pos="182880" algn="l"/>
              </a:tabLst>
            </a:pPr>
            <a:r>
              <a:rPr lang="en-US"/>
              <a:t>TITLE, DEPARTMENT</a:t>
            </a:r>
          </a:p>
        </p:txBody>
      </p:sp>
      <p:sp>
        <p:nvSpPr>
          <p:cNvPr id="97" name="Picture Placeholder 96">
            <a:extLst>
              <a:ext uri="{FF2B5EF4-FFF2-40B4-BE49-F238E27FC236}">
                <a16:creationId xmlns:a16="http://schemas.microsoft.com/office/drawing/2014/main" id="{B2C82D68-F0C1-E44E-BAAD-E078143CAD32}"/>
              </a:ext>
            </a:extLst>
          </p:cNvPr>
          <p:cNvSpPr>
            <a:spLocks noGrp="1"/>
          </p:cNvSpPr>
          <p:nvPr>
            <p:ph type="pic" sz="quarter" idx="38"/>
          </p:nvPr>
        </p:nvSpPr>
        <p:spPr>
          <a:xfrm>
            <a:off x="8090206" y="3520984"/>
            <a:ext cx="554979" cy="740664"/>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98" name="Rectangle 38">
            <a:extLst>
              <a:ext uri="{FF2B5EF4-FFF2-40B4-BE49-F238E27FC236}">
                <a16:creationId xmlns:a16="http://schemas.microsoft.com/office/drawing/2014/main" id="{FE81A75B-314E-8741-BE17-3A841281C75F}"/>
              </a:ext>
            </a:extLst>
          </p:cNvPr>
          <p:cNvSpPr>
            <a:spLocks/>
          </p:cNvSpPr>
          <p:nvPr userDrawn="1"/>
        </p:nvSpPr>
        <p:spPr bwMode="auto">
          <a:xfrm>
            <a:off x="6668090" y="3520984"/>
            <a:ext cx="1422539" cy="735995"/>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sp>
        <p:nvSpPr>
          <p:cNvPr id="99" name="Text Placeholder 45">
            <a:extLst>
              <a:ext uri="{FF2B5EF4-FFF2-40B4-BE49-F238E27FC236}">
                <a16:creationId xmlns:a16="http://schemas.microsoft.com/office/drawing/2014/main" id="{1D6F5BD0-8A21-BF4B-81C0-4F4B5A699F40}"/>
              </a:ext>
            </a:extLst>
          </p:cNvPr>
          <p:cNvSpPr>
            <a:spLocks noGrp="1"/>
          </p:cNvSpPr>
          <p:nvPr>
            <p:ph type="body" sz="quarter" idx="39" hasCustomPrompt="1"/>
          </p:nvPr>
        </p:nvSpPr>
        <p:spPr>
          <a:xfrm>
            <a:off x="6667245" y="3547879"/>
            <a:ext cx="1422539"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100" name="Text Placeholder 45">
            <a:extLst>
              <a:ext uri="{FF2B5EF4-FFF2-40B4-BE49-F238E27FC236}">
                <a16:creationId xmlns:a16="http://schemas.microsoft.com/office/drawing/2014/main" id="{0EC3AD10-34A3-F642-8562-E1138EB1CB23}"/>
              </a:ext>
            </a:extLst>
          </p:cNvPr>
          <p:cNvSpPr>
            <a:spLocks noGrp="1"/>
          </p:cNvSpPr>
          <p:nvPr>
            <p:ph type="body" sz="quarter" idx="40" hasCustomPrompt="1"/>
          </p:nvPr>
        </p:nvSpPr>
        <p:spPr>
          <a:xfrm>
            <a:off x="6667245" y="3787474"/>
            <a:ext cx="1422539" cy="467267"/>
          </a:xfrm>
          <a:prstGeom prst="rect">
            <a:avLst/>
          </a:prstGeom>
        </p:spPr>
        <p:txBody>
          <a:bodyPr lIns="18288" tIns="36576" rIns="36576" bIns="36576" anchor="t"/>
          <a:lstStyle>
            <a:lvl1pPr algn="r">
              <a:spcBef>
                <a:spcPts val="0"/>
              </a:spcBef>
              <a:defRPr sz="800" b="0" i="0" spc="-30" baseline="0">
                <a:latin typeface="Consolas" panose="020B0609020204030204" pitchFamily="49"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TITLE, DEPARTMENT</a:t>
            </a:r>
          </a:p>
        </p:txBody>
      </p:sp>
      <p:sp>
        <p:nvSpPr>
          <p:cNvPr id="101" name="Picture Placeholder 100">
            <a:extLst>
              <a:ext uri="{FF2B5EF4-FFF2-40B4-BE49-F238E27FC236}">
                <a16:creationId xmlns:a16="http://schemas.microsoft.com/office/drawing/2014/main" id="{4A97F964-E427-404C-AD24-DB63DA81778A}"/>
              </a:ext>
            </a:extLst>
          </p:cNvPr>
          <p:cNvSpPr>
            <a:spLocks noGrp="1"/>
          </p:cNvSpPr>
          <p:nvPr>
            <p:ph type="pic" sz="quarter" idx="41"/>
          </p:nvPr>
        </p:nvSpPr>
        <p:spPr>
          <a:xfrm>
            <a:off x="5219415" y="3520984"/>
            <a:ext cx="554979" cy="740664"/>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102" name="Rectangle 38">
            <a:extLst>
              <a:ext uri="{FF2B5EF4-FFF2-40B4-BE49-F238E27FC236}">
                <a16:creationId xmlns:a16="http://schemas.microsoft.com/office/drawing/2014/main" id="{13C44FF9-C4AF-5540-9803-BD5FBC834916}"/>
              </a:ext>
            </a:extLst>
          </p:cNvPr>
          <p:cNvSpPr>
            <a:spLocks/>
          </p:cNvSpPr>
          <p:nvPr userDrawn="1"/>
        </p:nvSpPr>
        <p:spPr bwMode="auto">
          <a:xfrm>
            <a:off x="3797299" y="3520984"/>
            <a:ext cx="1422539" cy="738234"/>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sp>
        <p:nvSpPr>
          <p:cNvPr id="103" name="Text Placeholder 45">
            <a:extLst>
              <a:ext uri="{FF2B5EF4-FFF2-40B4-BE49-F238E27FC236}">
                <a16:creationId xmlns:a16="http://schemas.microsoft.com/office/drawing/2014/main" id="{7A7FC0C9-677B-E740-A531-F873D297FB6C}"/>
              </a:ext>
            </a:extLst>
          </p:cNvPr>
          <p:cNvSpPr>
            <a:spLocks noGrp="1"/>
          </p:cNvSpPr>
          <p:nvPr>
            <p:ph type="body" sz="quarter" idx="42" hasCustomPrompt="1"/>
          </p:nvPr>
        </p:nvSpPr>
        <p:spPr>
          <a:xfrm>
            <a:off x="3791583" y="3547879"/>
            <a:ext cx="1427410"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104" name="Text Placeholder 45">
            <a:extLst>
              <a:ext uri="{FF2B5EF4-FFF2-40B4-BE49-F238E27FC236}">
                <a16:creationId xmlns:a16="http://schemas.microsoft.com/office/drawing/2014/main" id="{3FEDC7F0-D6C4-8242-8BC1-C8C399DD222B}"/>
              </a:ext>
            </a:extLst>
          </p:cNvPr>
          <p:cNvSpPr>
            <a:spLocks noGrp="1"/>
          </p:cNvSpPr>
          <p:nvPr>
            <p:ph type="body" sz="quarter" idx="43" hasCustomPrompt="1"/>
          </p:nvPr>
        </p:nvSpPr>
        <p:spPr>
          <a:xfrm>
            <a:off x="3791583" y="3787474"/>
            <a:ext cx="1427410" cy="467267"/>
          </a:xfrm>
          <a:prstGeom prst="rect">
            <a:avLst/>
          </a:prstGeom>
        </p:spPr>
        <p:txBody>
          <a:bodyPr lIns="36576" tIns="36576" rIns="36576" bIns="36576" anchor="t"/>
          <a:lstStyle>
            <a:lvl1pPr algn="r">
              <a:spcBef>
                <a:spcPts val="0"/>
              </a:spcBef>
              <a:defRPr lang="en-US" sz="800" b="0" i="0" kern="1200" spc="-30" baseline="0" dirty="0" smtClean="0">
                <a:solidFill>
                  <a:schemeClr val="tx1"/>
                </a:solidFill>
                <a:latin typeface="Consolas" panose="020B0609020204030204" pitchFamily="49" charset="0"/>
                <a:ea typeface="Arial"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marL="0" marR="0" lvl="0" indent="0" algn="r" defTabSz="914400" rtl="0" eaLnBrk="1" fontAlgn="auto" latinLnBrk="0" hangingPunct="1">
              <a:lnSpc>
                <a:spcPct val="100000"/>
              </a:lnSpc>
              <a:spcBef>
                <a:spcPts val="0"/>
              </a:spcBef>
              <a:spcAft>
                <a:spcPts val="0"/>
              </a:spcAft>
              <a:buClr>
                <a:schemeClr val="bg2">
                  <a:lumMod val="50000"/>
                </a:schemeClr>
              </a:buClr>
              <a:buSzPct val="70000"/>
              <a:buFont typeface="Wingdings" charset="2"/>
              <a:buNone/>
              <a:tabLst>
                <a:tab pos="182880" algn="l"/>
              </a:tabLst>
            </a:pPr>
            <a:r>
              <a:rPr lang="en-US"/>
              <a:t>TITLE, DEPARTMENT</a:t>
            </a:r>
          </a:p>
        </p:txBody>
      </p:sp>
      <p:sp>
        <p:nvSpPr>
          <p:cNvPr id="105" name="Picture Placeholder 104">
            <a:extLst>
              <a:ext uri="{FF2B5EF4-FFF2-40B4-BE49-F238E27FC236}">
                <a16:creationId xmlns:a16="http://schemas.microsoft.com/office/drawing/2014/main" id="{581410A2-7F31-5840-BE18-14E5E8E375F5}"/>
              </a:ext>
            </a:extLst>
          </p:cNvPr>
          <p:cNvSpPr>
            <a:spLocks noGrp="1"/>
          </p:cNvSpPr>
          <p:nvPr>
            <p:ph type="pic" sz="quarter" idx="44"/>
          </p:nvPr>
        </p:nvSpPr>
        <p:spPr>
          <a:xfrm>
            <a:off x="2369890" y="2268580"/>
            <a:ext cx="554979" cy="740664"/>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106" name="Rectangle 38">
            <a:extLst>
              <a:ext uri="{FF2B5EF4-FFF2-40B4-BE49-F238E27FC236}">
                <a16:creationId xmlns:a16="http://schemas.microsoft.com/office/drawing/2014/main" id="{53334B94-B3DF-6446-A222-9BCEC435A364}"/>
              </a:ext>
            </a:extLst>
          </p:cNvPr>
          <p:cNvSpPr>
            <a:spLocks/>
          </p:cNvSpPr>
          <p:nvPr userDrawn="1"/>
        </p:nvSpPr>
        <p:spPr bwMode="auto">
          <a:xfrm>
            <a:off x="947774" y="2268580"/>
            <a:ext cx="1422539" cy="735995"/>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sp>
        <p:nvSpPr>
          <p:cNvPr id="107" name="Text Placeholder 45">
            <a:extLst>
              <a:ext uri="{FF2B5EF4-FFF2-40B4-BE49-F238E27FC236}">
                <a16:creationId xmlns:a16="http://schemas.microsoft.com/office/drawing/2014/main" id="{BFA1F2C8-4C7E-D242-AF44-6B8346F12B1F}"/>
              </a:ext>
            </a:extLst>
          </p:cNvPr>
          <p:cNvSpPr>
            <a:spLocks noGrp="1"/>
          </p:cNvSpPr>
          <p:nvPr>
            <p:ph type="body" sz="quarter" idx="45" hasCustomPrompt="1"/>
          </p:nvPr>
        </p:nvSpPr>
        <p:spPr>
          <a:xfrm>
            <a:off x="960760" y="2293237"/>
            <a:ext cx="1408708"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108" name="Text Placeholder 45">
            <a:extLst>
              <a:ext uri="{FF2B5EF4-FFF2-40B4-BE49-F238E27FC236}">
                <a16:creationId xmlns:a16="http://schemas.microsoft.com/office/drawing/2014/main" id="{BE8851C8-9655-3347-B603-22F4A4D2DBC5}"/>
              </a:ext>
            </a:extLst>
          </p:cNvPr>
          <p:cNvSpPr>
            <a:spLocks noGrp="1"/>
          </p:cNvSpPr>
          <p:nvPr>
            <p:ph type="body" sz="quarter" idx="46" hasCustomPrompt="1"/>
          </p:nvPr>
        </p:nvSpPr>
        <p:spPr>
          <a:xfrm>
            <a:off x="960760" y="2532832"/>
            <a:ext cx="1408708" cy="467267"/>
          </a:xfrm>
          <a:prstGeom prst="rect">
            <a:avLst/>
          </a:prstGeom>
        </p:spPr>
        <p:txBody>
          <a:bodyPr lIns="36576" tIns="36576" rIns="36576" bIns="36576" anchor="t"/>
          <a:lstStyle>
            <a:lvl1pPr algn="r">
              <a:spcBef>
                <a:spcPts val="0"/>
              </a:spcBef>
              <a:defRPr lang="en-US" sz="800" b="0" i="0" kern="1200" spc="-30" baseline="0" dirty="0" smtClean="0">
                <a:solidFill>
                  <a:schemeClr val="tx1"/>
                </a:solidFill>
                <a:latin typeface="Consolas" panose="020B0609020204030204" pitchFamily="49" charset="0"/>
                <a:ea typeface="Arial"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marL="0" marR="0" lvl="0" indent="0" algn="r" defTabSz="914400" rtl="0" eaLnBrk="1" fontAlgn="auto" latinLnBrk="0" hangingPunct="1">
              <a:lnSpc>
                <a:spcPct val="100000"/>
              </a:lnSpc>
              <a:spcBef>
                <a:spcPts val="0"/>
              </a:spcBef>
              <a:spcAft>
                <a:spcPts val="0"/>
              </a:spcAft>
              <a:buClr>
                <a:schemeClr val="bg2">
                  <a:lumMod val="50000"/>
                </a:schemeClr>
              </a:buClr>
              <a:buSzPct val="70000"/>
              <a:buFont typeface="Wingdings" charset="2"/>
              <a:buNone/>
              <a:tabLst>
                <a:tab pos="182880" algn="l"/>
              </a:tabLst>
            </a:pPr>
            <a:r>
              <a:rPr lang="en-US"/>
              <a:t>TITLE, DEPARTMENT</a:t>
            </a:r>
          </a:p>
        </p:txBody>
      </p:sp>
      <p:sp>
        <p:nvSpPr>
          <p:cNvPr id="109" name="Picture Placeholder 108">
            <a:extLst>
              <a:ext uri="{FF2B5EF4-FFF2-40B4-BE49-F238E27FC236}">
                <a16:creationId xmlns:a16="http://schemas.microsoft.com/office/drawing/2014/main" id="{E4017C74-767A-FD46-BAC3-21B82EC96BC6}"/>
              </a:ext>
            </a:extLst>
          </p:cNvPr>
          <p:cNvSpPr>
            <a:spLocks noGrp="1"/>
          </p:cNvSpPr>
          <p:nvPr>
            <p:ph type="pic" sz="quarter" idx="47"/>
          </p:nvPr>
        </p:nvSpPr>
        <p:spPr>
          <a:xfrm>
            <a:off x="2369889" y="3520984"/>
            <a:ext cx="554979" cy="740664"/>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110" name="Rectangle 38">
            <a:extLst>
              <a:ext uri="{FF2B5EF4-FFF2-40B4-BE49-F238E27FC236}">
                <a16:creationId xmlns:a16="http://schemas.microsoft.com/office/drawing/2014/main" id="{10054C0A-17B9-6E43-B82B-7D4029C8D9F7}"/>
              </a:ext>
            </a:extLst>
          </p:cNvPr>
          <p:cNvSpPr>
            <a:spLocks/>
          </p:cNvSpPr>
          <p:nvPr userDrawn="1"/>
        </p:nvSpPr>
        <p:spPr bwMode="auto">
          <a:xfrm>
            <a:off x="947773" y="3520984"/>
            <a:ext cx="1422539" cy="736690"/>
          </a:xfrm>
          <a:prstGeom prst="round1Rect">
            <a:avLst>
              <a:gd name="adj" fmla="val 0"/>
            </a:avLst>
          </a:prstGeom>
          <a:solidFill>
            <a:schemeClr val="bg2"/>
          </a:solidFill>
          <a:ln w="9525" cap="flat" cmpd="sng" algn="ctr">
            <a:noFill/>
            <a:prstDash val="solid"/>
            <a:round/>
            <a:headEnd type="none" w="med" len="med"/>
            <a:tailEnd type="none" w="med" len="med"/>
          </a:ln>
          <a:effectLst/>
        </p:spPr>
        <p:txBody>
          <a:bodyPr vert="horz" wrap="square" lIns="27432" tIns="36576" rIns="36576" bIns="36576" numCol="1" rtlCol="0" anchor="ctr" anchorCtr="0" compatLnSpc="1">
            <a:prstTxWarp prst="textNoShape">
              <a:avLst/>
            </a:prstTxWarp>
          </a:bodyPr>
          <a:lstStyle/>
          <a:p>
            <a:pPr algn="r"/>
            <a:endParaRPr lang="en-US" sz="800" b="0" i="0" spc="0">
              <a:latin typeface="Consolas" panose="020B0609020204030204" pitchFamily="49" charset="0"/>
              <a:cs typeface="Consolas" panose="020B0609020204030204" pitchFamily="49" charset="0"/>
            </a:endParaRPr>
          </a:p>
        </p:txBody>
      </p:sp>
      <p:sp>
        <p:nvSpPr>
          <p:cNvPr id="111" name="Text Placeholder 45">
            <a:extLst>
              <a:ext uri="{FF2B5EF4-FFF2-40B4-BE49-F238E27FC236}">
                <a16:creationId xmlns:a16="http://schemas.microsoft.com/office/drawing/2014/main" id="{F9483B47-3A70-484B-8C43-5A8F11F94F0F}"/>
              </a:ext>
            </a:extLst>
          </p:cNvPr>
          <p:cNvSpPr>
            <a:spLocks noGrp="1"/>
          </p:cNvSpPr>
          <p:nvPr>
            <p:ph type="body" sz="quarter" idx="48" hasCustomPrompt="1"/>
          </p:nvPr>
        </p:nvSpPr>
        <p:spPr>
          <a:xfrm>
            <a:off x="960760" y="3547879"/>
            <a:ext cx="1408707" cy="234925"/>
          </a:xfrm>
          <a:prstGeom prst="rect">
            <a:avLst/>
          </a:prstGeom>
        </p:spPr>
        <p:txBody>
          <a:bodyPr lIns="36576" tIns="36576" rIns="36576" bIns="36576" anchor="ctr"/>
          <a:lstStyle>
            <a:lvl1pPr algn="r">
              <a:spcBef>
                <a:spcPts val="0"/>
              </a:spcBef>
              <a:defRPr sz="1000" b="1" i="0">
                <a:latin typeface="Times New Roman" panose="02020603050405020304" pitchFamily="18" charset="0"/>
                <a:cs typeface="Times New Roman" panose="02020603050405020304" pitchFamily="18"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lvl="0"/>
            <a:r>
              <a:rPr lang="en-US"/>
              <a:t>Name</a:t>
            </a:r>
          </a:p>
        </p:txBody>
      </p:sp>
      <p:sp>
        <p:nvSpPr>
          <p:cNvPr id="112" name="Text Placeholder 45">
            <a:extLst>
              <a:ext uri="{FF2B5EF4-FFF2-40B4-BE49-F238E27FC236}">
                <a16:creationId xmlns:a16="http://schemas.microsoft.com/office/drawing/2014/main" id="{8579D521-FFB7-334E-8223-514F0777FC57}"/>
              </a:ext>
            </a:extLst>
          </p:cNvPr>
          <p:cNvSpPr>
            <a:spLocks noGrp="1"/>
          </p:cNvSpPr>
          <p:nvPr>
            <p:ph type="body" sz="quarter" idx="49" hasCustomPrompt="1"/>
          </p:nvPr>
        </p:nvSpPr>
        <p:spPr>
          <a:xfrm>
            <a:off x="960760" y="3787474"/>
            <a:ext cx="1408707" cy="467267"/>
          </a:xfrm>
          <a:prstGeom prst="rect">
            <a:avLst/>
          </a:prstGeom>
        </p:spPr>
        <p:txBody>
          <a:bodyPr lIns="36576" tIns="36576" rIns="36576" bIns="36576" anchor="t"/>
          <a:lstStyle>
            <a:lvl1pPr algn="r">
              <a:spcBef>
                <a:spcPts val="0"/>
              </a:spcBef>
              <a:defRPr lang="en-US" sz="800" b="0" i="0" kern="1200" spc="-30" baseline="0" dirty="0" smtClean="0">
                <a:solidFill>
                  <a:schemeClr val="tx1"/>
                </a:solidFill>
                <a:latin typeface="Consolas" panose="020B0609020204030204" pitchFamily="49" charset="0"/>
                <a:ea typeface="Arial" charset="0"/>
                <a:cs typeface="Consolas" panose="020B0609020204030204" pitchFamily="49" charset="0"/>
              </a:defRPr>
            </a:lvl1pPr>
            <a:lvl2pPr>
              <a:defRPr sz="800">
                <a:latin typeface="+mj-lt"/>
              </a:defRPr>
            </a:lvl2pPr>
            <a:lvl3pPr>
              <a:defRPr sz="800">
                <a:latin typeface="+mj-lt"/>
              </a:defRPr>
            </a:lvl3pPr>
            <a:lvl4pPr>
              <a:defRPr sz="800">
                <a:latin typeface="+mj-lt"/>
              </a:defRPr>
            </a:lvl4pPr>
            <a:lvl5pPr>
              <a:defRPr sz="800">
                <a:latin typeface="+mj-lt"/>
              </a:defRPr>
            </a:lvl5pPr>
          </a:lstStyle>
          <a:p>
            <a:pPr marL="0" marR="0" lvl="0" indent="0" algn="r" defTabSz="914400" rtl="0" eaLnBrk="1" fontAlgn="auto" latinLnBrk="0" hangingPunct="1">
              <a:lnSpc>
                <a:spcPct val="100000"/>
              </a:lnSpc>
              <a:spcBef>
                <a:spcPts val="0"/>
              </a:spcBef>
              <a:spcAft>
                <a:spcPts val="0"/>
              </a:spcAft>
              <a:buClr>
                <a:schemeClr val="bg2">
                  <a:lumMod val="50000"/>
                </a:schemeClr>
              </a:buClr>
              <a:buSzPct val="70000"/>
              <a:buFont typeface="Wingdings" charset="2"/>
              <a:buNone/>
              <a:tabLst>
                <a:tab pos="182880" algn="l"/>
              </a:tabLst>
            </a:pPr>
            <a:r>
              <a:rPr lang="en-US"/>
              <a:t>TITLE, DEPARTMENT</a:t>
            </a:r>
          </a:p>
        </p:txBody>
      </p:sp>
      <p:sp>
        <p:nvSpPr>
          <p:cNvPr id="113" name="Picture Placeholder 112">
            <a:extLst>
              <a:ext uri="{FF2B5EF4-FFF2-40B4-BE49-F238E27FC236}">
                <a16:creationId xmlns:a16="http://schemas.microsoft.com/office/drawing/2014/main" id="{EE475BD0-BC20-2C49-9208-51C83DC5B568}"/>
              </a:ext>
            </a:extLst>
          </p:cNvPr>
          <p:cNvSpPr>
            <a:spLocks noGrp="1"/>
          </p:cNvSpPr>
          <p:nvPr>
            <p:ph type="pic" sz="quarter" idx="50"/>
          </p:nvPr>
        </p:nvSpPr>
        <p:spPr>
          <a:xfrm>
            <a:off x="5219416" y="1156621"/>
            <a:ext cx="554979" cy="735995"/>
          </a:xfrm>
          <a:custGeom>
            <a:avLst/>
            <a:gdLst>
              <a:gd name="connsiteX0" fmla="*/ 0 w 554979"/>
              <a:gd name="connsiteY0" fmla="*/ 0 h 731520"/>
              <a:gd name="connsiteX1" fmla="*/ 277490 w 554979"/>
              <a:gd name="connsiteY1" fmla="*/ 0 h 731520"/>
              <a:gd name="connsiteX2" fmla="*/ 549343 w 554979"/>
              <a:gd name="connsiteY2" fmla="*/ 221566 h 731520"/>
              <a:gd name="connsiteX3" fmla="*/ 554979 w 554979"/>
              <a:gd name="connsiteY3" fmla="*/ 277480 h 731520"/>
              <a:gd name="connsiteX4" fmla="*/ 554979 w 554979"/>
              <a:gd name="connsiteY4" fmla="*/ 731520 h 731520"/>
              <a:gd name="connsiteX5" fmla="*/ 0 w 554979"/>
              <a:gd name="connsiteY5"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4979" h="731520">
                <a:moveTo>
                  <a:pt x="0" y="0"/>
                </a:moveTo>
                <a:lnTo>
                  <a:pt x="277490" y="0"/>
                </a:lnTo>
                <a:cubicBezTo>
                  <a:pt x="411587" y="0"/>
                  <a:pt x="523468" y="95119"/>
                  <a:pt x="549343" y="221566"/>
                </a:cubicBezTo>
                <a:lnTo>
                  <a:pt x="554979" y="277480"/>
                </a:lnTo>
                <a:lnTo>
                  <a:pt x="554979" y="731520"/>
                </a:lnTo>
                <a:lnTo>
                  <a:pt x="0" y="731520"/>
                </a:lnTo>
                <a:close/>
              </a:path>
            </a:pathLst>
          </a:custGeom>
          <a:noFill/>
        </p:spPr>
        <p:txBody>
          <a:bodyPr wrap="square" anchor="ctr">
            <a:noAutofit/>
          </a:bodyPr>
          <a:lstStyle>
            <a:lvl1pPr algn="ctr">
              <a:defRPr sz="600">
                <a:solidFill>
                  <a:schemeClr val="tx1"/>
                </a:solidFill>
                <a:latin typeface="+mn-lt"/>
              </a:defRPr>
            </a:lvl1pPr>
          </a:lstStyle>
          <a:p>
            <a:r>
              <a:rPr lang="en-US"/>
              <a:t>Click icon to add picture</a:t>
            </a:r>
          </a:p>
        </p:txBody>
      </p:sp>
      <p:sp>
        <p:nvSpPr>
          <p:cNvPr id="115" name="Text Placeholder 114">
            <a:extLst>
              <a:ext uri="{FF2B5EF4-FFF2-40B4-BE49-F238E27FC236}">
                <a16:creationId xmlns:a16="http://schemas.microsoft.com/office/drawing/2014/main" id="{8C98CAD5-46D7-5D4E-AF46-F9CC597B1AB0}"/>
              </a:ext>
            </a:extLst>
          </p:cNvPr>
          <p:cNvSpPr>
            <a:spLocks noGrp="1"/>
          </p:cNvSpPr>
          <p:nvPr>
            <p:ph type="body" sz="quarter" idx="51" hasCustomPrompt="1"/>
          </p:nvPr>
        </p:nvSpPr>
        <p:spPr>
          <a:xfrm>
            <a:off x="1863725" y="661679"/>
            <a:ext cx="5000537" cy="190500"/>
          </a:xfrm>
          <a:prstGeom prst="rect">
            <a:avLst/>
          </a:prstGeom>
        </p:spPr>
        <p:txBody>
          <a:bodyPr anchor="ctr"/>
          <a:lstStyle>
            <a:lvl1pPr algn="r">
              <a:defRPr sz="900" spc="-20" baseline="0">
                <a:latin typeface="Consolas" panose="020B0609020204030204" pitchFamily="49" charset="0"/>
                <a:cs typeface="Consolas" panose="020B0609020204030204" pitchFamily="49" charset="0"/>
              </a:defRPr>
            </a:lvl1pPr>
            <a:lvl2pPr>
              <a:defRPr>
                <a:latin typeface="Consolas" panose="020B0609020204030204" pitchFamily="49" charset="0"/>
                <a:cs typeface="Consolas" panose="020B0609020204030204" pitchFamily="49" charset="0"/>
              </a:defRPr>
            </a:lvl2pPr>
            <a:lvl3pPr>
              <a:defRPr>
                <a:latin typeface="Consolas" panose="020B0609020204030204" pitchFamily="49" charset="0"/>
                <a:cs typeface="Consolas" panose="020B0609020204030204" pitchFamily="49" charset="0"/>
              </a:defRPr>
            </a:lvl3pPr>
            <a:lvl4pPr>
              <a:defRPr>
                <a:latin typeface="Consolas" panose="020B0609020204030204" pitchFamily="49" charset="0"/>
                <a:cs typeface="Consolas" panose="020B0609020204030204" pitchFamily="49" charset="0"/>
              </a:defRPr>
            </a:lvl4pPr>
            <a:lvl5pPr>
              <a:defRPr>
                <a:latin typeface="Consolas" panose="020B0609020204030204" pitchFamily="49" charset="0"/>
                <a:cs typeface="Consolas" panose="020B0609020204030204" pitchFamily="49" charset="0"/>
              </a:defRPr>
            </a:lvl5pPr>
          </a:lstStyle>
          <a:p>
            <a:pPr lvl="0"/>
            <a:r>
              <a:rPr lang="en-US"/>
              <a:t>SECTION TITLE</a:t>
            </a:r>
          </a:p>
        </p:txBody>
      </p:sp>
    </p:spTree>
    <p:extLst>
      <p:ext uri="{BB962C8B-B14F-4D97-AF65-F5344CB8AC3E}">
        <p14:creationId xmlns:p14="http://schemas.microsoft.com/office/powerpoint/2010/main" val="18045486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ver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rgbClr val="00B777"/>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69" y="3422512"/>
            <a:ext cx="6362693"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69" y="3757999"/>
            <a:ext cx="6362693"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1" name="Rectangle 10">
            <a:extLst>
              <a:ext uri="{FF2B5EF4-FFF2-40B4-BE49-F238E27FC236}">
                <a16:creationId xmlns:a16="http://schemas.microsoft.com/office/drawing/2014/main" id="{6E065968-6C0F-1346-849D-82477F9FE493}"/>
              </a:ext>
            </a:extLst>
          </p:cNvPr>
          <p:cNvSpPr/>
          <p:nvPr userDrawn="1"/>
        </p:nvSpPr>
        <p:spPr>
          <a:xfrm>
            <a:off x="7370762" y="4900613"/>
            <a:ext cx="1027112" cy="242886"/>
          </a:xfrm>
          <a:prstGeom prst="rect">
            <a:avLst/>
          </a:prstGeom>
        </p:spPr>
        <p:txBody>
          <a:bodyPr wrap="none" lIns="0" tIns="0" rIns="0" bIns="0" anchor="ctr">
            <a:noAutofit/>
          </a:bodyPr>
          <a:lstStyle/>
          <a:p>
            <a:pPr algn="r"/>
            <a:r>
              <a:rPr lang="en-US" sz="800">
                <a:solidFill>
                  <a:schemeClr val="tx1"/>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2320046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ver Slide 1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rgbClr val="00B777"/>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70" y="3422512"/>
            <a:ext cx="2940310"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70" y="3757999"/>
            <a:ext cx="2940310"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1" name="Text Placeholder 2">
            <a:extLst>
              <a:ext uri="{FF2B5EF4-FFF2-40B4-BE49-F238E27FC236}">
                <a16:creationId xmlns:a16="http://schemas.microsoft.com/office/drawing/2014/main" id="{C62988D4-D1C1-1A41-8427-2DC3A0F25244}"/>
              </a:ext>
            </a:extLst>
          </p:cNvPr>
          <p:cNvSpPr>
            <a:spLocks noGrp="1"/>
          </p:cNvSpPr>
          <p:nvPr>
            <p:ph type="body" sz="quarter" idx="17" hasCustomPrompt="1"/>
          </p:nvPr>
        </p:nvSpPr>
        <p:spPr>
          <a:xfrm>
            <a:off x="5380730" y="3422512"/>
            <a:ext cx="2940310"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4" name="Text Placeholder 2">
            <a:extLst>
              <a:ext uri="{FF2B5EF4-FFF2-40B4-BE49-F238E27FC236}">
                <a16:creationId xmlns:a16="http://schemas.microsoft.com/office/drawing/2014/main" id="{BCF940C5-CE1A-6A44-BDAA-6603B2A849B5}"/>
              </a:ext>
            </a:extLst>
          </p:cNvPr>
          <p:cNvSpPr>
            <a:spLocks noGrp="1"/>
          </p:cNvSpPr>
          <p:nvPr>
            <p:ph type="body" sz="quarter" idx="18" hasCustomPrompt="1"/>
          </p:nvPr>
        </p:nvSpPr>
        <p:spPr>
          <a:xfrm>
            <a:off x="5380730" y="3757999"/>
            <a:ext cx="2940310"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8" name="Rectangle 17">
            <a:extLst>
              <a:ext uri="{FF2B5EF4-FFF2-40B4-BE49-F238E27FC236}">
                <a16:creationId xmlns:a16="http://schemas.microsoft.com/office/drawing/2014/main" id="{066CECB9-8AA7-CB4B-BE63-6C7A9D086496}"/>
              </a:ext>
            </a:extLst>
          </p:cNvPr>
          <p:cNvSpPr/>
          <p:nvPr userDrawn="1"/>
        </p:nvSpPr>
        <p:spPr>
          <a:xfrm>
            <a:off x="7370762" y="4900613"/>
            <a:ext cx="1027112" cy="242886"/>
          </a:xfrm>
          <a:prstGeom prst="rect">
            <a:avLst/>
          </a:prstGeom>
        </p:spPr>
        <p:txBody>
          <a:bodyPr wrap="none" lIns="0" tIns="0" rIns="0" bIns="0" anchor="ctr">
            <a:noAutofit/>
          </a:bodyPr>
          <a:lstStyle/>
          <a:p>
            <a:pPr algn="r"/>
            <a:r>
              <a:rPr lang="en-US" sz="800">
                <a:solidFill>
                  <a:schemeClr val="tx1"/>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1370485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6" name="Picture 15">
            <a:extLst>
              <a:ext uri="{FF2B5EF4-FFF2-40B4-BE49-F238E27FC236}">
                <a16:creationId xmlns:a16="http://schemas.microsoft.com/office/drawing/2014/main" id="{65656CE9-0040-A34F-8C4D-2091C9CAA70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971550" y="0"/>
            <a:ext cx="2825750" cy="5143500"/>
          </a:xfrm>
          <a:prstGeom prst="rect">
            <a:avLst/>
          </a:prstGeom>
        </p:spPr>
      </p:pic>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062740" y="2415441"/>
            <a:ext cx="4824896"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bg1"/>
                </a:solidFill>
                <a:latin typeface="+mn-lt"/>
                <a:ea typeface="Arial" charset="0"/>
                <a:cs typeface="Arial" charset="0"/>
              </a:defRPr>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070735" y="1235365"/>
            <a:ext cx="4819265" cy="997196"/>
          </a:xfrm>
          <a:prstGeom prst="rect">
            <a:avLst/>
          </a:prstGeom>
        </p:spPr>
        <p:txBody>
          <a:bodyPr vert="horz" wrap="square" lIns="0" tIns="0" rIns="0" bIns="0" rtlCol="0" anchor="t">
            <a:noAutofit/>
          </a:bodyPr>
          <a:lstStyle>
            <a:lvl1pPr>
              <a:defRPr sz="3600">
                <a:solidFill>
                  <a:schemeClr val="bg1"/>
                </a:solidFill>
              </a:defRPr>
            </a:lvl1pPr>
          </a:lstStyle>
          <a:p>
            <a:r>
              <a:rPr lang="en-US"/>
              <a:t>Presentation Title</a:t>
            </a:r>
            <a:br>
              <a:rPr lang="en-US"/>
            </a:br>
            <a:r>
              <a:rPr lang="en-US"/>
              <a:t>Presentation Title</a:t>
            </a:r>
          </a:p>
        </p:txBody>
      </p:sp>
      <p:sp>
        <p:nvSpPr>
          <p:cNvPr id="13" name="Text Placeholder 2">
            <a:extLst>
              <a:ext uri="{FF2B5EF4-FFF2-40B4-BE49-F238E27FC236}">
                <a16:creationId xmlns:a16="http://schemas.microsoft.com/office/drawing/2014/main" id="{DB56DA04-C94C-7D4C-850E-73A6ADC441D9}"/>
              </a:ext>
            </a:extLst>
          </p:cNvPr>
          <p:cNvSpPr>
            <a:spLocks noGrp="1"/>
          </p:cNvSpPr>
          <p:nvPr>
            <p:ph type="body" sz="quarter" idx="15" hasCustomPrompt="1"/>
          </p:nvPr>
        </p:nvSpPr>
        <p:spPr>
          <a:xfrm>
            <a:off x="4062741" y="3422512"/>
            <a:ext cx="4824894"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pic>
        <p:nvPicPr>
          <p:cNvPr id="12" name="Image">
            <a:extLst>
              <a:ext uri="{FF2B5EF4-FFF2-40B4-BE49-F238E27FC236}">
                <a16:creationId xmlns:a16="http://schemas.microsoft.com/office/drawing/2014/main" id="{7427F21E-3609-7943-AE05-8CAE39A3A873}"/>
              </a:ext>
            </a:extLst>
          </p:cNvPr>
          <p:cNvPicPr>
            <a:picLocks noChangeAspect="1"/>
          </p:cNvPicPr>
          <p:nvPr userDrawn="1"/>
        </p:nvPicPr>
        <p:blipFill>
          <a:blip r:embed="rId3"/>
          <a:srcRect/>
          <a:stretch/>
        </p:blipFill>
        <p:spPr>
          <a:xfrm>
            <a:off x="246990" y="250462"/>
            <a:ext cx="489607" cy="327631"/>
          </a:xfrm>
          <a:prstGeom prst="rect">
            <a:avLst/>
          </a:prstGeom>
          <a:ln w="12700">
            <a:miter lim="400000"/>
          </a:ln>
        </p:spPr>
      </p:pic>
      <p:sp>
        <p:nvSpPr>
          <p:cNvPr id="10" name="Rectangle 9">
            <a:extLst>
              <a:ext uri="{FF2B5EF4-FFF2-40B4-BE49-F238E27FC236}">
                <a16:creationId xmlns:a16="http://schemas.microsoft.com/office/drawing/2014/main" id="{30D660A3-5027-7045-8F6D-B7A3E56EEF1E}"/>
              </a:ext>
            </a:extLst>
          </p:cNvPr>
          <p:cNvSpPr/>
          <p:nvPr userDrawn="1"/>
        </p:nvSpPr>
        <p:spPr>
          <a:xfrm>
            <a:off x="246991" y="4667627"/>
            <a:ext cx="724560" cy="276999"/>
          </a:xfrm>
          <a:prstGeom prst="rect">
            <a:avLst/>
          </a:prstGeom>
        </p:spPr>
        <p:txBody>
          <a:bodyPr wrap="none" lIns="0" tIns="0" rIns="0" bIns="0" anchor="b">
            <a:noAutofit/>
          </a:bodyPr>
          <a:lstStyle/>
          <a:p>
            <a:pPr lvl="0"/>
            <a:r>
              <a:rPr lang="en-US" sz="1000" spc="-20" baseline="0">
                <a:solidFill>
                  <a:schemeClr val="tx2"/>
                </a:solidFill>
              </a:rPr>
              <a:t>ni.com</a:t>
            </a:r>
          </a:p>
        </p:txBody>
      </p:sp>
      <p:sp>
        <p:nvSpPr>
          <p:cNvPr id="15" name="Text Placeholder 2">
            <a:extLst>
              <a:ext uri="{FF2B5EF4-FFF2-40B4-BE49-F238E27FC236}">
                <a16:creationId xmlns:a16="http://schemas.microsoft.com/office/drawing/2014/main" id="{58899CD4-D773-0A4B-A456-E6BBF46A3C00}"/>
              </a:ext>
            </a:extLst>
          </p:cNvPr>
          <p:cNvSpPr>
            <a:spLocks noGrp="1"/>
          </p:cNvSpPr>
          <p:nvPr>
            <p:ph type="body" sz="quarter" idx="16" hasCustomPrompt="1"/>
          </p:nvPr>
        </p:nvSpPr>
        <p:spPr>
          <a:xfrm>
            <a:off x="4062740" y="3757999"/>
            <a:ext cx="4824896"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1" name="Rectangle 10">
            <a:extLst>
              <a:ext uri="{FF2B5EF4-FFF2-40B4-BE49-F238E27FC236}">
                <a16:creationId xmlns:a16="http://schemas.microsoft.com/office/drawing/2014/main" id="{BD04067B-299F-374F-82CD-727A8AB42A36}"/>
              </a:ext>
            </a:extLst>
          </p:cNvPr>
          <p:cNvSpPr/>
          <p:nvPr userDrawn="1"/>
        </p:nvSpPr>
        <p:spPr>
          <a:xfrm>
            <a:off x="7860522" y="4900613"/>
            <a:ext cx="1027112" cy="242886"/>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14191826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over Slide 2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6" name="Picture 15">
            <a:extLst>
              <a:ext uri="{FF2B5EF4-FFF2-40B4-BE49-F238E27FC236}">
                <a16:creationId xmlns:a16="http://schemas.microsoft.com/office/drawing/2014/main" id="{65656CE9-0040-A34F-8C4D-2091C9CAA70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971550" y="0"/>
            <a:ext cx="2825750" cy="5143500"/>
          </a:xfrm>
          <a:prstGeom prst="rect">
            <a:avLst/>
          </a:prstGeom>
        </p:spPr>
      </p:pic>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062740" y="2415441"/>
            <a:ext cx="4824896"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bg1"/>
                </a:solidFill>
                <a:latin typeface="+mn-lt"/>
                <a:ea typeface="Arial" charset="0"/>
                <a:cs typeface="Arial" charset="0"/>
              </a:defRPr>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070735" y="1235365"/>
            <a:ext cx="4819265" cy="997196"/>
          </a:xfrm>
          <a:prstGeom prst="rect">
            <a:avLst/>
          </a:prstGeom>
        </p:spPr>
        <p:txBody>
          <a:bodyPr vert="horz" wrap="square" lIns="0" tIns="0" rIns="0" bIns="0" rtlCol="0" anchor="t">
            <a:noAutofit/>
          </a:bodyPr>
          <a:lstStyle>
            <a:lvl1pPr>
              <a:defRPr sz="3600">
                <a:solidFill>
                  <a:schemeClr val="bg1"/>
                </a:solidFill>
              </a:defRPr>
            </a:lvl1pPr>
          </a:lstStyle>
          <a:p>
            <a:r>
              <a:rPr lang="en-US"/>
              <a:t>Presentation Title</a:t>
            </a:r>
            <a:br>
              <a:rPr lang="en-US"/>
            </a:br>
            <a:r>
              <a:rPr lang="en-US"/>
              <a:t>Presentation Title</a:t>
            </a:r>
          </a:p>
        </p:txBody>
      </p:sp>
      <p:sp>
        <p:nvSpPr>
          <p:cNvPr id="13" name="Text Placeholder 2">
            <a:extLst>
              <a:ext uri="{FF2B5EF4-FFF2-40B4-BE49-F238E27FC236}">
                <a16:creationId xmlns:a16="http://schemas.microsoft.com/office/drawing/2014/main" id="{DB56DA04-C94C-7D4C-850E-73A6ADC441D9}"/>
              </a:ext>
            </a:extLst>
          </p:cNvPr>
          <p:cNvSpPr>
            <a:spLocks noGrp="1"/>
          </p:cNvSpPr>
          <p:nvPr>
            <p:ph type="body" sz="quarter" idx="15" hasCustomPrompt="1"/>
          </p:nvPr>
        </p:nvSpPr>
        <p:spPr>
          <a:xfrm>
            <a:off x="4062741" y="3422512"/>
            <a:ext cx="2230469"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pic>
        <p:nvPicPr>
          <p:cNvPr id="12" name="Image">
            <a:extLst>
              <a:ext uri="{FF2B5EF4-FFF2-40B4-BE49-F238E27FC236}">
                <a16:creationId xmlns:a16="http://schemas.microsoft.com/office/drawing/2014/main" id="{7427F21E-3609-7943-AE05-8CAE39A3A873}"/>
              </a:ext>
            </a:extLst>
          </p:cNvPr>
          <p:cNvPicPr>
            <a:picLocks noChangeAspect="1"/>
          </p:cNvPicPr>
          <p:nvPr userDrawn="1"/>
        </p:nvPicPr>
        <p:blipFill>
          <a:blip r:embed="rId3"/>
          <a:srcRect/>
          <a:stretch/>
        </p:blipFill>
        <p:spPr>
          <a:xfrm>
            <a:off x="246990" y="250462"/>
            <a:ext cx="489607" cy="327631"/>
          </a:xfrm>
          <a:prstGeom prst="rect">
            <a:avLst/>
          </a:prstGeom>
          <a:ln w="12700">
            <a:miter lim="400000"/>
          </a:ln>
        </p:spPr>
      </p:pic>
      <p:sp>
        <p:nvSpPr>
          <p:cNvPr id="10" name="Rectangle 9">
            <a:extLst>
              <a:ext uri="{FF2B5EF4-FFF2-40B4-BE49-F238E27FC236}">
                <a16:creationId xmlns:a16="http://schemas.microsoft.com/office/drawing/2014/main" id="{30D660A3-5027-7045-8F6D-B7A3E56EEF1E}"/>
              </a:ext>
            </a:extLst>
          </p:cNvPr>
          <p:cNvSpPr/>
          <p:nvPr userDrawn="1"/>
        </p:nvSpPr>
        <p:spPr>
          <a:xfrm>
            <a:off x="246991" y="4667627"/>
            <a:ext cx="724560" cy="276999"/>
          </a:xfrm>
          <a:prstGeom prst="rect">
            <a:avLst/>
          </a:prstGeom>
        </p:spPr>
        <p:txBody>
          <a:bodyPr wrap="none" lIns="0" tIns="0" rIns="0" bIns="0" anchor="b">
            <a:noAutofit/>
          </a:bodyPr>
          <a:lstStyle/>
          <a:p>
            <a:pPr lvl="0"/>
            <a:r>
              <a:rPr lang="en-US" sz="1000" spc="-20" baseline="0">
                <a:solidFill>
                  <a:schemeClr val="tx2"/>
                </a:solidFill>
              </a:rPr>
              <a:t>ni.com</a:t>
            </a:r>
          </a:p>
        </p:txBody>
      </p:sp>
      <p:sp>
        <p:nvSpPr>
          <p:cNvPr id="15" name="Text Placeholder 2">
            <a:extLst>
              <a:ext uri="{FF2B5EF4-FFF2-40B4-BE49-F238E27FC236}">
                <a16:creationId xmlns:a16="http://schemas.microsoft.com/office/drawing/2014/main" id="{58899CD4-D773-0A4B-A456-E6BBF46A3C00}"/>
              </a:ext>
            </a:extLst>
          </p:cNvPr>
          <p:cNvSpPr>
            <a:spLocks noGrp="1"/>
          </p:cNvSpPr>
          <p:nvPr>
            <p:ph type="body" sz="quarter" idx="16" hasCustomPrompt="1"/>
          </p:nvPr>
        </p:nvSpPr>
        <p:spPr>
          <a:xfrm>
            <a:off x="4062740" y="3757999"/>
            <a:ext cx="2230470"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1" name="Text Placeholder 2">
            <a:extLst>
              <a:ext uri="{FF2B5EF4-FFF2-40B4-BE49-F238E27FC236}">
                <a16:creationId xmlns:a16="http://schemas.microsoft.com/office/drawing/2014/main" id="{642154EA-E8B3-AA44-A122-ED39A876F1C7}"/>
              </a:ext>
            </a:extLst>
          </p:cNvPr>
          <p:cNvSpPr>
            <a:spLocks noGrp="1"/>
          </p:cNvSpPr>
          <p:nvPr>
            <p:ph type="body" sz="quarter" idx="17" hasCustomPrompt="1"/>
          </p:nvPr>
        </p:nvSpPr>
        <p:spPr>
          <a:xfrm>
            <a:off x="6549575" y="3422512"/>
            <a:ext cx="2338061"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sp>
        <p:nvSpPr>
          <p:cNvPr id="14" name="Text Placeholder 2">
            <a:extLst>
              <a:ext uri="{FF2B5EF4-FFF2-40B4-BE49-F238E27FC236}">
                <a16:creationId xmlns:a16="http://schemas.microsoft.com/office/drawing/2014/main" id="{E2D1A662-941F-1842-8AA2-C52D8699D174}"/>
              </a:ext>
            </a:extLst>
          </p:cNvPr>
          <p:cNvSpPr>
            <a:spLocks noGrp="1"/>
          </p:cNvSpPr>
          <p:nvPr>
            <p:ph type="body" sz="quarter" idx="18" hasCustomPrompt="1"/>
          </p:nvPr>
        </p:nvSpPr>
        <p:spPr>
          <a:xfrm>
            <a:off x="6549574" y="3757999"/>
            <a:ext cx="2338061"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7" name="Rectangle 16">
            <a:extLst>
              <a:ext uri="{FF2B5EF4-FFF2-40B4-BE49-F238E27FC236}">
                <a16:creationId xmlns:a16="http://schemas.microsoft.com/office/drawing/2014/main" id="{5CEA94E4-CF6B-354A-8E30-CBFC777E2915}"/>
              </a:ext>
            </a:extLst>
          </p:cNvPr>
          <p:cNvSpPr/>
          <p:nvPr userDrawn="1"/>
        </p:nvSpPr>
        <p:spPr>
          <a:xfrm>
            <a:off x="7860522" y="4900613"/>
            <a:ext cx="1027112" cy="242886"/>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8636591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rand Update for ending or begining">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58B4DC-CAF3-174A-83C6-A9EAE6D49A61}"/>
              </a:ext>
            </a:extLst>
          </p:cNvPr>
          <p:cNvSpPr/>
          <p:nvPr userDrawn="1"/>
        </p:nvSpPr>
        <p:spPr>
          <a:xfrm rot="10800000">
            <a:off x="0" y="0"/>
            <a:ext cx="9144000" cy="5143500"/>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6" name="Freeform 15">
            <a:extLst>
              <a:ext uri="{FF2B5EF4-FFF2-40B4-BE49-F238E27FC236}">
                <a16:creationId xmlns:a16="http://schemas.microsoft.com/office/drawing/2014/main" id="{4318A853-BC17-0E4F-BD5F-6054F35EDA2B}"/>
              </a:ext>
            </a:extLst>
          </p:cNvPr>
          <p:cNvSpPr/>
          <p:nvPr userDrawn="1"/>
        </p:nvSpPr>
        <p:spPr>
          <a:xfrm rot="10800000" flipH="1">
            <a:off x="0" y="-4"/>
            <a:ext cx="9144001" cy="5143501"/>
          </a:xfrm>
          <a:custGeom>
            <a:avLst/>
            <a:gdLst>
              <a:gd name="connsiteX0" fmla="*/ 5208134 w 9143999"/>
              <a:gd name="connsiteY0" fmla="*/ 0 h 5143500"/>
              <a:gd name="connsiteX1" fmla="*/ 5208136 w 9143999"/>
              <a:gd name="connsiteY1" fmla="*/ 0 h 5143500"/>
              <a:gd name="connsiteX2" fmla="*/ 9143999 w 9143999"/>
              <a:gd name="connsiteY2" fmla="*/ 0 h 5143500"/>
              <a:gd name="connsiteX3" fmla="*/ 9143999 w 9143999"/>
              <a:gd name="connsiteY3" fmla="*/ 5143500 h 5143500"/>
              <a:gd name="connsiteX4" fmla="*/ 5208136 w 9143999"/>
              <a:gd name="connsiteY4" fmla="*/ 5143500 h 5143500"/>
              <a:gd name="connsiteX5" fmla="*/ 0 w 9143999"/>
              <a:gd name="connsiteY5" fmla="*/ 5143500 h 5143500"/>
              <a:gd name="connsiteX6" fmla="*/ 5208134 w 9143999"/>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3999" h="5143500">
                <a:moveTo>
                  <a:pt x="5208134" y="0"/>
                </a:moveTo>
                <a:lnTo>
                  <a:pt x="5208136" y="0"/>
                </a:lnTo>
                <a:lnTo>
                  <a:pt x="9143999" y="0"/>
                </a:lnTo>
                <a:lnTo>
                  <a:pt x="9143999" y="5143500"/>
                </a:lnTo>
                <a:lnTo>
                  <a:pt x="5208136" y="5143500"/>
                </a:lnTo>
                <a:lnTo>
                  <a:pt x="0" y="5143500"/>
                </a:lnTo>
                <a:cubicBezTo>
                  <a:pt x="0" y="2302825"/>
                  <a:pt x="2331762" y="0"/>
                  <a:pt x="5208134" y="0"/>
                </a:cubicBezTo>
                <a:close/>
              </a:path>
            </a:pathLst>
          </a:custGeom>
          <a:solidFill>
            <a:schemeClr val="bg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6" name="Graphic 4">
            <a:extLst>
              <a:ext uri="{FF2B5EF4-FFF2-40B4-BE49-F238E27FC236}">
                <a16:creationId xmlns:a16="http://schemas.microsoft.com/office/drawing/2014/main" id="{7501A2DC-C99D-5B49-99EF-FFB52ED4626F}"/>
              </a:ext>
            </a:extLst>
          </p:cNvPr>
          <p:cNvPicPr>
            <a:picLocks/>
          </p:cNvPicPr>
          <p:nvPr userDrawn="1"/>
        </p:nvPicPr>
        <p:blipFill>
          <a:blip r:embed="rId2"/>
          <a:srcRect/>
          <a:stretch/>
        </p:blipFill>
        <p:spPr>
          <a:xfrm>
            <a:off x="2612164" y="1781945"/>
            <a:ext cx="4741136" cy="1022092"/>
          </a:xfrm>
          <a:prstGeom prst="rect">
            <a:avLst/>
          </a:prstGeom>
        </p:spPr>
      </p:pic>
      <p:sp>
        <p:nvSpPr>
          <p:cNvPr id="5" name="Rectangle 4">
            <a:extLst>
              <a:ext uri="{FF2B5EF4-FFF2-40B4-BE49-F238E27FC236}">
                <a16:creationId xmlns:a16="http://schemas.microsoft.com/office/drawing/2014/main" id="{976FC5A4-51F6-1440-BB7B-FCA71DBC0C6F}"/>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6446280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1"/>
            <a:ext cx="3552825" cy="51434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endParaRPr lang="en-US"/>
          </a:p>
        </p:txBody>
      </p:sp>
      <p:sp>
        <p:nvSpPr>
          <p:cNvPr id="2" name="Title 1"/>
          <p:cNvSpPr>
            <a:spLocks noGrp="1"/>
          </p:cNvSpPr>
          <p:nvPr>
            <p:ph type="ctrTitle" hasCustomPrompt="1"/>
          </p:nvPr>
        </p:nvSpPr>
        <p:spPr>
          <a:xfrm>
            <a:off x="736600" y="829515"/>
            <a:ext cx="2446438" cy="590931"/>
          </a:xfrm>
          <a:prstGeom prst="rect">
            <a:avLst/>
          </a:prstGeom>
        </p:spPr>
        <p:txBody>
          <a:bodyPr wrap="square" lIns="0" rIns="0" anchor="t">
            <a:noAutofit/>
          </a:bodyPr>
          <a:lstStyle>
            <a:lvl1pPr algn="l">
              <a:defRPr sz="3600" baseline="0">
                <a:solidFill>
                  <a:schemeClr val="tx1"/>
                </a:solidFill>
              </a:defRPr>
            </a:lvl1pPr>
          </a:lstStyle>
          <a:p>
            <a:r>
              <a:rPr lang="en-US"/>
              <a:t>Agenda</a:t>
            </a:r>
          </a:p>
        </p:txBody>
      </p:sp>
      <p:sp>
        <p:nvSpPr>
          <p:cNvPr id="5" name="Text Placeholder 4">
            <a:extLst>
              <a:ext uri="{FF2B5EF4-FFF2-40B4-BE49-F238E27FC236}">
                <a16:creationId xmlns:a16="http://schemas.microsoft.com/office/drawing/2014/main" id="{8A08097A-F6BF-584E-9C47-5BC4A6E65785}"/>
              </a:ext>
            </a:extLst>
          </p:cNvPr>
          <p:cNvSpPr>
            <a:spLocks noGrp="1"/>
          </p:cNvSpPr>
          <p:nvPr>
            <p:ph type="body" sz="quarter" idx="10" hasCustomPrompt="1"/>
          </p:nvPr>
        </p:nvSpPr>
        <p:spPr>
          <a:xfrm>
            <a:off x="3797300" y="829515"/>
            <a:ext cx="4599538" cy="1938992"/>
          </a:xfrm>
          <a:prstGeom prst="rect">
            <a:avLst/>
          </a:prstGeom>
        </p:spPr>
        <p:txBody>
          <a:bodyPr wrap="square" lIns="0" tIns="0" rIns="0" anchor="t">
            <a:noAutofit/>
          </a:bodyPr>
          <a:lstStyle>
            <a:lvl1pPr marL="0" marR="0" indent="0" algn="l" defTabSz="914400" rtl="0" eaLnBrk="1" fontAlgn="auto" latinLnBrk="0" hangingPunct="1">
              <a:lnSpc>
                <a:spcPct val="100000"/>
              </a:lnSpc>
              <a:spcBef>
                <a:spcPts val="0"/>
              </a:spcBef>
              <a:spcAft>
                <a:spcPts val="1200"/>
              </a:spcAft>
              <a:buClr>
                <a:schemeClr val="bg2">
                  <a:lumMod val="50000"/>
                </a:schemeClr>
              </a:buClr>
              <a:buSzPct val="70000"/>
              <a:buFont typeface="Wingdings" charset="2"/>
              <a:buNone/>
              <a:tabLst>
                <a:tab pos="182880" algn="l"/>
              </a:tabLst>
              <a:defRPr sz="1600"/>
            </a:lvl1pPr>
          </a:lstStyle>
          <a:p>
            <a:pPr lvl="0"/>
            <a:r>
              <a:rPr lang="en-US"/>
              <a:t>Content Item 1</a:t>
            </a:r>
          </a:p>
          <a:p>
            <a:pPr lvl="0"/>
            <a:r>
              <a:rPr lang="en-US"/>
              <a:t>Content Item 2</a:t>
            </a:r>
          </a:p>
          <a:p>
            <a:pPr lvl="0"/>
            <a:r>
              <a:rPr lang="en-US"/>
              <a:t>Content Item 3</a:t>
            </a:r>
          </a:p>
          <a:p>
            <a:pPr lvl="0"/>
            <a:r>
              <a:rPr lang="en-US"/>
              <a:t>Content Item 4</a:t>
            </a:r>
          </a:p>
          <a:p>
            <a:pPr lvl="0"/>
            <a:r>
              <a:rPr lang="en-US"/>
              <a:t>Content Item 5 </a:t>
            </a:r>
          </a:p>
        </p:txBody>
      </p:sp>
      <p:sp>
        <p:nvSpPr>
          <p:cNvPr id="10" name="Text Placeholder 2">
            <a:extLst>
              <a:ext uri="{FF2B5EF4-FFF2-40B4-BE49-F238E27FC236}">
                <a16:creationId xmlns:a16="http://schemas.microsoft.com/office/drawing/2014/main" id="{80A5EDD0-1CB4-2B41-A679-1B853092C722}"/>
              </a:ext>
            </a:extLst>
          </p:cNvPr>
          <p:cNvSpPr>
            <a:spLocks noGrp="1"/>
          </p:cNvSpPr>
          <p:nvPr>
            <p:ph type="body" sz="quarter" idx="17" hasCustomPrompt="1"/>
          </p:nvPr>
        </p:nvSpPr>
        <p:spPr>
          <a:xfrm>
            <a:off x="3794464" y="340219"/>
            <a:ext cx="4603411"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4" name="Rectangle 13">
            <a:extLst>
              <a:ext uri="{FF2B5EF4-FFF2-40B4-BE49-F238E27FC236}">
                <a16:creationId xmlns:a16="http://schemas.microsoft.com/office/drawing/2014/main" id="{60480955-08E5-A84E-A06C-1ADD27561CB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grpSp>
        <p:nvGrpSpPr>
          <p:cNvPr id="28" name="Group 27">
            <a:extLst>
              <a:ext uri="{FF2B5EF4-FFF2-40B4-BE49-F238E27FC236}">
                <a16:creationId xmlns:a16="http://schemas.microsoft.com/office/drawing/2014/main" id="{0A01A894-262B-F94E-8BD2-DA7CF9CA6D79}"/>
              </a:ext>
            </a:extLst>
          </p:cNvPr>
          <p:cNvGrpSpPr/>
          <p:nvPr userDrawn="1"/>
        </p:nvGrpSpPr>
        <p:grpSpPr>
          <a:xfrm>
            <a:off x="253999" y="259645"/>
            <a:ext cx="8143876" cy="4677479"/>
            <a:chOff x="253999" y="256470"/>
            <a:chExt cx="8143876" cy="4677479"/>
          </a:xfrm>
        </p:grpSpPr>
        <p:grpSp>
          <p:nvGrpSpPr>
            <p:cNvPr id="18" name="Group 17">
              <a:extLst>
                <a:ext uri="{FF2B5EF4-FFF2-40B4-BE49-F238E27FC236}">
                  <a16:creationId xmlns:a16="http://schemas.microsoft.com/office/drawing/2014/main" id="{15F92D2A-1D24-144F-8314-92BA0673621A}"/>
                </a:ext>
              </a:extLst>
            </p:cNvPr>
            <p:cNvGrpSpPr/>
            <p:nvPr userDrawn="1"/>
          </p:nvGrpSpPr>
          <p:grpSpPr>
            <a:xfrm flipH="1" flipV="1">
              <a:off x="253999" y="256470"/>
              <a:ext cx="2929039" cy="4677479"/>
              <a:chOff x="701574" y="218374"/>
              <a:chExt cx="2929039" cy="4677479"/>
            </a:xfrm>
          </p:grpSpPr>
          <p:sp>
            <p:nvSpPr>
              <p:cNvPr id="19" name="Freeform 18">
                <a:extLst>
                  <a:ext uri="{FF2B5EF4-FFF2-40B4-BE49-F238E27FC236}">
                    <a16:creationId xmlns:a16="http://schemas.microsoft.com/office/drawing/2014/main" id="{DB210C0D-B602-A941-AC72-7D0DC7F5AB19}"/>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20" name="Straight Connector 19">
                <a:extLst>
                  <a:ext uri="{FF2B5EF4-FFF2-40B4-BE49-F238E27FC236}">
                    <a16:creationId xmlns:a16="http://schemas.microsoft.com/office/drawing/2014/main" id="{E873A4F4-1A51-6140-8C37-E56751AC7620}"/>
                  </a:ext>
                </a:extLst>
              </p:cNvPr>
              <p:cNvCxnSpPr>
                <a:cxnSpLocks/>
              </p:cNvCxnSpPr>
              <p:nvPr userDrawn="1"/>
            </p:nvCxnSpPr>
            <p:spPr>
              <a:xfrm flipH="1" flipV="1">
                <a:off x="3630613" y="218374"/>
                <a:ext cx="0" cy="329159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8183967-A333-1248-9118-8BE4B63D9CA9}"/>
                  </a:ext>
                </a:extLst>
              </p:cNvPr>
              <p:cNvCxnSpPr>
                <a:cxnSpLocks/>
              </p:cNvCxnSpPr>
              <p:nvPr/>
            </p:nvCxnSpPr>
            <p:spPr>
              <a:xfrm flipH="1" flipV="1">
                <a:off x="701574" y="4895853"/>
                <a:ext cx="1543703"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76C4BB49-F13F-8A4F-8052-DA15D9A94E75}"/>
                </a:ext>
              </a:extLst>
            </p:cNvPr>
            <p:cNvCxnSpPr>
              <a:cxnSpLocks/>
            </p:cNvCxnSpPr>
            <p:nvPr userDrawn="1"/>
          </p:nvCxnSpPr>
          <p:spPr>
            <a:xfrm>
              <a:off x="3183038" y="256470"/>
              <a:ext cx="521483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grpSp>
      <p:pic>
        <p:nvPicPr>
          <p:cNvPr id="29" name="Image">
            <a:extLst>
              <a:ext uri="{FF2B5EF4-FFF2-40B4-BE49-F238E27FC236}">
                <a16:creationId xmlns:a16="http://schemas.microsoft.com/office/drawing/2014/main" id="{1966D446-3E01-7747-9494-656B03576F6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577B721-AF46-944E-8E68-F28B06C76E54}"/>
              </a:ext>
            </a:extLst>
          </p:cNvPr>
          <p:cNvSpPr/>
          <p:nvPr userDrawn="1"/>
        </p:nvSpPr>
        <p:spPr>
          <a:xfrm>
            <a:off x="3806824"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137102275"/>
      </p:ext>
    </p:extLst>
  </p:cSld>
  <p:clrMapOvr>
    <a:masterClrMapping/>
  </p:clrMapOvr>
  <p:extLst>
    <p:ext uri="{DCECCB84-F9BA-43D5-87BE-67443E8EF086}">
      <p15:sldGuideLst xmlns:p15="http://schemas.microsoft.com/office/powerpoint/2012/main">
        <p15:guide id="1" pos="26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Layout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3" name="Subtitle 2"/>
          <p:cNvSpPr>
            <a:spLocks noGrp="1"/>
          </p:cNvSpPr>
          <p:nvPr>
            <p:ph type="subTitle" idx="1" hasCustomPrompt="1"/>
          </p:nvPr>
        </p:nvSpPr>
        <p:spPr>
          <a:xfrm>
            <a:off x="731499" y="1278431"/>
            <a:ext cx="7661275"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D5B5601-6668-5F4C-809E-C9F5909FB969}"/>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9" name="Rectangle 8">
            <a:extLst>
              <a:ext uri="{FF2B5EF4-FFF2-40B4-BE49-F238E27FC236}">
                <a16:creationId xmlns:a16="http://schemas.microsoft.com/office/drawing/2014/main" id="{6C160506-0F76-C746-BDBC-F31EC4F6F119}"/>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27452521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Layout 1a">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8" name="Text Placeholder 2">
            <a:extLst>
              <a:ext uri="{FF2B5EF4-FFF2-40B4-BE49-F238E27FC236}">
                <a16:creationId xmlns:a16="http://schemas.microsoft.com/office/drawing/2014/main" id="{9D62AF0F-3C4F-704D-BAB1-BDD0EDDB78C7}"/>
              </a:ext>
            </a:extLst>
          </p:cNvPr>
          <p:cNvSpPr>
            <a:spLocks noGrp="1"/>
          </p:cNvSpPr>
          <p:nvPr>
            <p:ph type="body" sz="quarter" idx="18" hasCustomPrompt="1"/>
          </p:nvPr>
        </p:nvSpPr>
        <p:spPr>
          <a:xfrm>
            <a:off x="731499" y="340219"/>
            <a:ext cx="7661275"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1" name="Rectangle 10">
            <a:extLst>
              <a:ext uri="{FF2B5EF4-FFF2-40B4-BE49-F238E27FC236}">
                <a16:creationId xmlns:a16="http://schemas.microsoft.com/office/drawing/2014/main" id="{23B81580-C246-6D46-A232-81815BA42B5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9" name="Rectangle 8">
            <a:extLst>
              <a:ext uri="{FF2B5EF4-FFF2-40B4-BE49-F238E27FC236}">
                <a16:creationId xmlns:a16="http://schemas.microsoft.com/office/drawing/2014/main" id="{C79B169B-7AC1-9341-900B-8D02B4E534E9}"/>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7537545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Layout 1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E3A968-F23F-2744-9756-85D653CBC191}"/>
              </a:ext>
            </a:extLst>
          </p:cNvPr>
          <p:cNvSpPr/>
          <p:nvPr userDrawn="1"/>
        </p:nvSpPr>
        <p:spPr>
          <a:xfrm>
            <a:off x="0" y="-1"/>
            <a:ext cx="9143999" cy="5143501"/>
          </a:xfrm>
          <a:prstGeom prst="rect">
            <a:avLst/>
          </a:prstGeom>
          <a:solidFill>
            <a:schemeClr val="bg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3" name="Subtitle 2"/>
          <p:cNvSpPr>
            <a:spLocks noGrp="1"/>
          </p:cNvSpPr>
          <p:nvPr>
            <p:ph type="subTitle" idx="1" hasCustomPrompt="1"/>
          </p:nvPr>
        </p:nvSpPr>
        <p:spPr>
          <a:xfrm>
            <a:off x="731499" y="1278431"/>
            <a:ext cx="7661275"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D5B5601-6668-5F4C-809E-C9F5909FB969}"/>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9A5A92B1-6D3B-D041-BD32-EF812A7C2A9A}"/>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50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02968606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ayout 1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DF124D-66C2-8241-BF1E-3A8BFC624C38}"/>
              </a:ext>
            </a:extLst>
          </p:cNvPr>
          <p:cNvSpPr/>
          <p:nvPr userDrawn="1"/>
        </p:nvSpPr>
        <p:spPr>
          <a:xfrm>
            <a:off x="0" y="-1"/>
            <a:ext cx="9143999" cy="5143501"/>
          </a:xfrm>
          <a:prstGeom prst="rect">
            <a:avLst/>
          </a:prstGeom>
          <a:solidFill>
            <a:schemeClr val="bg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9" name="Text Placeholder 2">
            <a:extLst>
              <a:ext uri="{FF2B5EF4-FFF2-40B4-BE49-F238E27FC236}">
                <a16:creationId xmlns:a16="http://schemas.microsoft.com/office/drawing/2014/main" id="{CDC304C6-F2A3-FE4C-917C-4F654B14133B}"/>
              </a:ext>
            </a:extLst>
          </p:cNvPr>
          <p:cNvSpPr>
            <a:spLocks noGrp="1"/>
          </p:cNvSpPr>
          <p:nvPr>
            <p:ph type="body" sz="quarter" idx="18" hasCustomPrompt="1"/>
          </p:nvPr>
        </p:nvSpPr>
        <p:spPr>
          <a:xfrm>
            <a:off x="731499" y="340219"/>
            <a:ext cx="7661275"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1" name="Straight Connector 10">
            <a:extLst>
              <a:ext uri="{FF2B5EF4-FFF2-40B4-BE49-F238E27FC236}">
                <a16:creationId xmlns:a16="http://schemas.microsoft.com/office/drawing/2014/main" id="{F3AD1011-073C-FC42-BB61-FFB3D9FD2DD4}"/>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4" name="Rectangle 13">
            <a:extLst>
              <a:ext uri="{FF2B5EF4-FFF2-40B4-BE49-F238E27FC236}">
                <a16:creationId xmlns:a16="http://schemas.microsoft.com/office/drawing/2014/main" id="{1FBF0E51-B095-2946-B9F9-6CC3B19EDC21}"/>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DA3678D1-DFBF-2645-91E2-BC0832071272}"/>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50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2110735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ayout 2">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966952" y="1278431"/>
            <a:ext cx="7430923"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966952"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8" name="Picture 17">
            <a:extLst>
              <a:ext uri="{FF2B5EF4-FFF2-40B4-BE49-F238E27FC236}">
                <a16:creationId xmlns:a16="http://schemas.microsoft.com/office/drawing/2014/main" id="{37473A60-D842-8041-AF7F-FBA6485D4A1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25" name="Image">
            <a:extLst>
              <a:ext uri="{FF2B5EF4-FFF2-40B4-BE49-F238E27FC236}">
                <a16:creationId xmlns:a16="http://schemas.microsoft.com/office/drawing/2014/main" id="{B810EAB7-1B73-774A-98B9-52A96B505D3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1" name="Rectangle 10">
            <a:extLst>
              <a:ext uri="{FF2B5EF4-FFF2-40B4-BE49-F238E27FC236}">
                <a16:creationId xmlns:a16="http://schemas.microsoft.com/office/drawing/2014/main" id="{990A3163-457C-A44B-983A-F5976641164C}"/>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4" name="Title 1">
            <a:extLst>
              <a:ext uri="{FF2B5EF4-FFF2-40B4-BE49-F238E27FC236}">
                <a16:creationId xmlns:a16="http://schemas.microsoft.com/office/drawing/2014/main" id="{3012EB55-CAF1-B745-A8B8-69DBAEF78A1E}"/>
              </a:ext>
            </a:extLst>
          </p:cNvPr>
          <p:cNvSpPr>
            <a:spLocks noGrp="1"/>
          </p:cNvSpPr>
          <p:nvPr>
            <p:ph type="ctrTitle" hasCustomPrompt="1"/>
          </p:nvPr>
        </p:nvSpPr>
        <p:spPr>
          <a:xfrm>
            <a:off x="966952" y="711561"/>
            <a:ext cx="7430923"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cxnSp>
        <p:nvCxnSpPr>
          <p:cNvPr id="15" name="Straight Connector 14">
            <a:extLst>
              <a:ext uri="{FF2B5EF4-FFF2-40B4-BE49-F238E27FC236}">
                <a16:creationId xmlns:a16="http://schemas.microsoft.com/office/drawing/2014/main" id="{8D94132C-DA23-CF48-915B-BF200FBE561B}"/>
              </a:ext>
            </a:extLst>
          </p:cNvPr>
          <p:cNvCxnSpPr>
            <a:cxnSpLocks/>
          </p:cNvCxnSpPr>
          <p:nvPr userDrawn="1"/>
        </p:nvCxnSpPr>
        <p:spPr>
          <a:xfrm>
            <a:off x="952500" y="259987"/>
            <a:ext cx="74453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0" name="Rectangle 9">
            <a:extLst>
              <a:ext uri="{FF2B5EF4-FFF2-40B4-BE49-F238E27FC236}">
                <a16:creationId xmlns:a16="http://schemas.microsoft.com/office/drawing/2014/main" id="{B0771855-9F43-684E-A902-D28B33A3D377}"/>
              </a:ext>
            </a:extLst>
          </p:cNvPr>
          <p:cNvSpPr/>
          <p:nvPr userDrawn="1"/>
        </p:nvSpPr>
        <p:spPr>
          <a:xfrm>
            <a:off x="966952"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9447595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Layout 2b">
    <p:bg>
      <p:bgPr>
        <a:solidFill>
          <a:schemeClr val="bg1"/>
        </a:solid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966952" y="1503010"/>
            <a:ext cx="3502163"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4" name="Text Placeholder 2">
            <a:extLst>
              <a:ext uri="{FF2B5EF4-FFF2-40B4-BE49-F238E27FC236}">
                <a16:creationId xmlns:a16="http://schemas.microsoft.com/office/drawing/2014/main" id="{28B9D991-92B2-7541-A773-34C69566F23E}"/>
              </a:ext>
            </a:extLst>
          </p:cNvPr>
          <p:cNvSpPr>
            <a:spLocks noGrp="1"/>
          </p:cNvSpPr>
          <p:nvPr>
            <p:ph type="body" sz="quarter" idx="17" hasCustomPrompt="1"/>
          </p:nvPr>
        </p:nvSpPr>
        <p:spPr>
          <a:xfrm>
            <a:off x="4923155" y="1515954"/>
            <a:ext cx="3474720"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22" name="Title 1">
            <a:extLst>
              <a:ext uri="{FF2B5EF4-FFF2-40B4-BE49-F238E27FC236}">
                <a16:creationId xmlns:a16="http://schemas.microsoft.com/office/drawing/2014/main" id="{D619FD15-00EC-4C49-B5E5-7ABDD257312E}"/>
              </a:ext>
            </a:extLst>
          </p:cNvPr>
          <p:cNvSpPr>
            <a:spLocks noGrp="1"/>
          </p:cNvSpPr>
          <p:nvPr>
            <p:ph type="ctrTitle" hasCustomPrompt="1"/>
          </p:nvPr>
        </p:nvSpPr>
        <p:spPr>
          <a:xfrm>
            <a:off x="966952" y="711561"/>
            <a:ext cx="7430923"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0" name="Text Placeholder 2">
            <a:extLst>
              <a:ext uri="{FF2B5EF4-FFF2-40B4-BE49-F238E27FC236}">
                <a16:creationId xmlns:a16="http://schemas.microsoft.com/office/drawing/2014/main" id="{85570E35-6FDD-4348-9FB0-B5B48333E504}"/>
              </a:ext>
            </a:extLst>
          </p:cNvPr>
          <p:cNvSpPr>
            <a:spLocks noGrp="1"/>
          </p:cNvSpPr>
          <p:nvPr>
            <p:ph type="body" sz="quarter" idx="18" hasCustomPrompt="1"/>
          </p:nvPr>
        </p:nvSpPr>
        <p:spPr>
          <a:xfrm>
            <a:off x="966952" y="340219"/>
            <a:ext cx="7425822"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11" name="Picture 10">
            <a:extLst>
              <a:ext uri="{FF2B5EF4-FFF2-40B4-BE49-F238E27FC236}">
                <a16:creationId xmlns:a16="http://schemas.microsoft.com/office/drawing/2014/main" id="{94272C15-2307-0E49-A587-65D3C4160B0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pic>
        <p:nvPicPr>
          <p:cNvPr id="15" name="Image">
            <a:extLst>
              <a:ext uri="{FF2B5EF4-FFF2-40B4-BE49-F238E27FC236}">
                <a16:creationId xmlns:a16="http://schemas.microsoft.com/office/drawing/2014/main" id="{D3477284-2357-F24F-971B-02159D028821}"/>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8" name="Straight Connector 17">
            <a:extLst>
              <a:ext uri="{FF2B5EF4-FFF2-40B4-BE49-F238E27FC236}">
                <a16:creationId xmlns:a16="http://schemas.microsoft.com/office/drawing/2014/main" id="{D880943D-BC1C-B847-9569-C2B8AA454C59}"/>
              </a:ext>
            </a:extLst>
          </p:cNvPr>
          <p:cNvCxnSpPr>
            <a:cxnSpLocks/>
          </p:cNvCxnSpPr>
          <p:nvPr userDrawn="1"/>
        </p:nvCxnSpPr>
        <p:spPr>
          <a:xfrm>
            <a:off x="952500" y="259987"/>
            <a:ext cx="74453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9" name="Rectangle 18">
            <a:extLst>
              <a:ext uri="{FF2B5EF4-FFF2-40B4-BE49-F238E27FC236}">
                <a16:creationId xmlns:a16="http://schemas.microsoft.com/office/drawing/2014/main" id="{E1B9BBB9-BB6E-EA4A-91BA-515E8808FE4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2E26B890-0A74-8A41-8C85-EA6092023B28}"/>
              </a:ext>
            </a:extLst>
          </p:cNvPr>
          <p:cNvSpPr/>
          <p:nvPr userDrawn="1"/>
        </p:nvSpPr>
        <p:spPr>
          <a:xfrm>
            <a:off x="966952"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22504581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Layout one column image 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B72E2B3-9BF0-1042-A313-B9BB422E1A91}"/>
              </a:ext>
            </a:extLst>
          </p:cNvPr>
          <p:cNvSpPr>
            <a:spLocks noGrp="1"/>
          </p:cNvSpPr>
          <p:nvPr>
            <p:ph type="pic" sz="quarter" idx="15"/>
          </p:nvPr>
        </p:nvSpPr>
        <p:spPr>
          <a:xfrm>
            <a:off x="720776" y="0"/>
            <a:ext cx="1773238"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736899" y="1231201"/>
            <a:ext cx="6159448"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738488" y="711561"/>
            <a:ext cx="61536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2736898" y="1856140"/>
            <a:ext cx="6161037"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31" name="Picture 30">
            <a:extLst>
              <a:ext uri="{FF2B5EF4-FFF2-40B4-BE49-F238E27FC236}">
                <a16:creationId xmlns:a16="http://schemas.microsoft.com/office/drawing/2014/main" id="{1B716C47-908D-D74F-B6CA-344420A58AD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32" name="Image">
            <a:extLst>
              <a:ext uri="{FF2B5EF4-FFF2-40B4-BE49-F238E27FC236}">
                <a16:creationId xmlns:a16="http://schemas.microsoft.com/office/drawing/2014/main" id="{A0349B96-D354-2E42-9CA0-0C84AB238E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0" name="Straight Connector 9">
            <a:extLst>
              <a:ext uri="{FF2B5EF4-FFF2-40B4-BE49-F238E27FC236}">
                <a16:creationId xmlns:a16="http://schemas.microsoft.com/office/drawing/2014/main" id="{3105BDF0-C47A-644A-9BB3-D80DDDA7AB11}"/>
              </a:ext>
            </a:extLst>
          </p:cNvPr>
          <p:cNvCxnSpPr>
            <a:cxnSpLocks/>
          </p:cNvCxnSpPr>
          <p:nvPr userDrawn="1"/>
        </p:nvCxnSpPr>
        <p:spPr>
          <a:xfrm>
            <a:off x="2736898" y="259987"/>
            <a:ext cx="566097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1FD11567-DD40-5840-B632-1C6307D58DDC}"/>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1" name="Rectangle 10">
            <a:extLst>
              <a:ext uri="{FF2B5EF4-FFF2-40B4-BE49-F238E27FC236}">
                <a16:creationId xmlns:a16="http://schemas.microsoft.com/office/drawing/2014/main" id="{F4A1FB94-768C-704C-B192-6F09E4DD3D73}"/>
              </a:ext>
            </a:extLst>
          </p:cNvPr>
          <p:cNvSpPr/>
          <p:nvPr userDrawn="1"/>
        </p:nvSpPr>
        <p:spPr>
          <a:xfrm>
            <a:off x="2736898"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9537997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Layout one column image b">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2725091" y="1506507"/>
            <a:ext cx="6167046"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6" name="Rectangle 15">
            <a:extLst>
              <a:ext uri="{FF2B5EF4-FFF2-40B4-BE49-F238E27FC236}">
                <a16:creationId xmlns:a16="http://schemas.microsoft.com/office/drawing/2014/main" id="{B6FC48D4-4D70-7549-A6A0-74D47EA8F98F}"/>
              </a:ext>
            </a:extLst>
          </p:cNvPr>
          <p:cNvSpPr/>
          <p:nvPr userDrawn="1"/>
        </p:nvSpPr>
        <p:spPr>
          <a:xfrm>
            <a:off x="2033587" y="4660752"/>
            <a:ext cx="490537" cy="276999"/>
          </a:xfrm>
          <a:prstGeom prst="rect">
            <a:avLst/>
          </a:prstGeom>
        </p:spPr>
        <p:txBody>
          <a:bodyPr wrap="none" lIns="0" tIns="0" rIns="0" bIns="0" anchor="b">
            <a:noAutofit/>
          </a:bodyPr>
          <a:lstStyle/>
          <a:p>
            <a:pPr lvl="0"/>
            <a:r>
              <a:rPr lang="en-US" sz="1000" spc="-20" baseline="0"/>
              <a:t>ni.com</a:t>
            </a:r>
          </a:p>
        </p:txBody>
      </p:sp>
      <p:sp>
        <p:nvSpPr>
          <p:cNvPr id="26" name="Text Placeholder 2">
            <a:extLst>
              <a:ext uri="{FF2B5EF4-FFF2-40B4-BE49-F238E27FC236}">
                <a16:creationId xmlns:a16="http://schemas.microsoft.com/office/drawing/2014/main" id="{F4EDBC35-5703-ED48-A5D1-6FEB9AEA986D}"/>
              </a:ext>
            </a:extLst>
          </p:cNvPr>
          <p:cNvSpPr>
            <a:spLocks noGrp="1"/>
          </p:cNvSpPr>
          <p:nvPr>
            <p:ph type="body" sz="quarter" idx="17" hasCustomPrompt="1"/>
          </p:nvPr>
        </p:nvSpPr>
        <p:spPr>
          <a:xfrm>
            <a:off x="2738489" y="340219"/>
            <a:ext cx="5659386" cy="1538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12" name="Image" descr="Image">
            <a:extLst>
              <a:ext uri="{FF2B5EF4-FFF2-40B4-BE49-F238E27FC236}">
                <a16:creationId xmlns:a16="http://schemas.microsoft.com/office/drawing/2014/main" id="{1445D0A4-2B94-C04A-B04A-9932C5E619B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5650" y="252729"/>
            <a:ext cx="254000" cy="169312"/>
          </a:xfrm>
          <a:prstGeom prst="rect">
            <a:avLst/>
          </a:prstGeom>
          <a:ln w="12700">
            <a:miter lim="400000"/>
          </a:ln>
        </p:spPr>
      </p:pic>
      <p:sp>
        <p:nvSpPr>
          <p:cNvPr id="19" name="Picture Placeholder 3">
            <a:extLst>
              <a:ext uri="{FF2B5EF4-FFF2-40B4-BE49-F238E27FC236}">
                <a16:creationId xmlns:a16="http://schemas.microsoft.com/office/drawing/2014/main" id="{1FE6EF93-46C8-6A42-97B8-BE70A204E629}"/>
              </a:ext>
            </a:extLst>
          </p:cNvPr>
          <p:cNvSpPr>
            <a:spLocks noGrp="1"/>
          </p:cNvSpPr>
          <p:nvPr>
            <p:ph type="pic" sz="quarter" idx="15"/>
          </p:nvPr>
        </p:nvSpPr>
        <p:spPr>
          <a:xfrm>
            <a:off x="720776" y="0"/>
            <a:ext cx="1773238"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20" name="Title Placeholder 1">
            <a:extLst>
              <a:ext uri="{FF2B5EF4-FFF2-40B4-BE49-F238E27FC236}">
                <a16:creationId xmlns:a16="http://schemas.microsoft.com/office/drawing/2014/main" id="{3B079713-D13B-DB4D-A0A3-4B69555ACFA7}"/>
              </a:ext>
            </a:extLst>
          </p:cNvPr>
          <p:cNvSpPr>
            <a:spLocks noGrp="1"/>
          </p:cNvSpPr>
          <p:nvPr>
            <p:ph type="title" hasCustomPrompt="1"/>
          </p:nvPr>
        </p:nvSpPr>
        <p:spPr>
          <a:xfrm>
            <a:off x="2738489" y="711561"/>
            <a:ext cx="6151512"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pic>
        <p:nvPicPr>
          <p:cNvPr id="23" name="Picture 22">
            <a:extLst>
              <a:ext uri="{FF2B5EF4-FFF2-40B4-BE49-F238E27FC236}">
                <a16:creationId xmlns:a16="http://schemas.microsoft.com/office/drawing/2014/main" id="{18FAB066-B8F6-DD4C-823D-95ADE8C5DED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24" name="Image">
            <a:extLst>
              <a:ext uri="{FF2B5EF4-FFF2-40B4-BE49-F238E27FC236}">
                <a16:creationId xmlns:a16="http://schemas.microsoft.com/office/drawing/2014/main" id="{7FB7B301-4A9A-314A-BBF5-D6A29791967F}"/>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3" name="Straight Connector 12">
            <a:extLst>
              <a:ext uri="{FF2B5EF4-FFF2-40B4-BE49-F238E27FC236}">
                <a16:creationId xmlns:a16="http://schemas.microsoft.com/office/drawing/2014/main" id="{4A2FBDDF-A14B-BF45-B2E0-D8A4671E5CBF}"/>
              </a:ext>
            </a:extLst>
          </p:cNvPr>
          <p:cNvCxnSpPr>
            <a:cxnSpLocks/>
          </p:cNvCxnSpPr>
          <p:nvPr userDrawn="1"/>
        </p:nvCxnSpPr>
        <p:spPr>
          <a:xfrm>
            <a:off x="2736898" y="259987"/>
            <a:ext cx="566097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25FDCA2B-60DA-4949-A417-120A7E39D605}"/>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5" name="Rectangle 14">
            <a:extLst>
              <a:ext uri="{FF2B5EF4-FFF2-40B4-BE49-F238E27FC236}">
                <a16:creationId xmlns:a16="http://schemas.microsoft.com/office/drawing/2014/main" id="{23860967-93FD-8646-8C9D-DD6A77661692}"/>
              </a:ext>
            </a:extLst>
          </p:cNvPr>
          <p:cNvSpPr/>
          <p:nvPr userDrawn="1"/>
        </p:nvSpPr>
        <p:spPr>
          <a:xfrm>
            <a:off x="2736898"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120355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Layout two column image 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495297" y="1231201"/>
            <a:ext cx="4401050"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496886" y="711561"/>
            <a:ext cx="44010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4495750" y="1856140"/>
            <a:ext cx="440218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0" name="Picture Placeholder 3">
            <a:extLst>
              <a:ext uri="{FF2B5EF4-FFF2-40B4-BE49-F238E27FC236}">
                <a16:creationId xmlns:a16="http://schemas.microsoft.com/office/drawing/2014/main" id="{899578E7-23DD-0B4C-93DA-0D4051412B2C}"/>
              </a:ext>
            </a:extLst>
          </p:cNvPr>
          <p:cNvSpPr>
            <a:spLocks noGrp="1"/>
          </p:cNvSpPr>
          <p:nvPr>
            <p:ph type="pic" sz="quarter" idx="15"/>
          </p:nvPr>
        </p:nvSpPr>
        <p:spPr>
          <a:xfrm>
            <a:off x="720776" y="0"/>
            <a:ext cx="3552825"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16" name="Picture 15">
            <a:extLst>
              <a:ext uri="{FF2B5EF4-FFF2-40B4-BE49-F238E27FC236}">
                <a16:creationId xmlns:a16="http://schemas.microsoft.com/office/drawing/2014/main" id="{89B0B760-6A25-6A48-BBB2-1773C040F97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7" name="Image">
            <a:extLst>
              <a:ext uri="{FF2B5EF4-FFF2-40B4-BE49-F238E27FC236}">
                <a16:creationId xmlns:a16="http://schemas.microsoft.com/office/drawing/2014/main" id="{456291A7-B6F5-E24B-838D-1A2D7953BBD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2" name="Straight Connector 11">
            <a:extLst>
              <a:ext uri="{FF2B5EF4-FFF2-40B4-BE49-F238E27FC236}">
                <a16:creationId xmlns:a16="http://schemas.microsoft.com/office/drawing/2014/main" id="{16006D29-95ED-4C42-8356-98F21AE383A0}"/>
              </a:ext>
            </a:extLst>
          </p:cNvPr>
          <p:cNvCxnSpPr>
            <a:cxnSpLocks/>
          </p:cNvCxnSpPr>
          <p:nvPr userDrawn="1"/>
        </p:nvCxnSpPr>
        <p:spPr>
          <a:xfrm>
            <a:off x="4495297" y="259987"/>
            <a:ext cx="3902578"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ED787143-B02B-2146-AE4A-B771C891E23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1" name="Rectangle 10">
            <a:extLst>
              <a:ext uri="{FF2B5EF4-FFF2-40B4-BE49-F238E27FC236}">
                <a16:creationId xmlns:a16="http://schemas.microsoft.com/office/drawing/2014/main" id="{39F179A0-94F2-8341-A646-FFF344E3C616}"/>
              </a:ext>
            </a:extLst>
          </p:cNvPr>
          <p:cNvSpPr/>
          <p:nvPr userDrawn="1"/>
        </p:nvSpPr>
        <p:spPr>
          <a:xfrm>
            <a:off x="4495297"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5421083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Layout two column image b">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496886" y="711561"/>
            <a:ext cx="44010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4495297" y="1502540"/>
            <a:ext cx="440218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0" name="Picture Placeholder 3">
            <a:extLst>
              <a:ext uri="{FF2B5EF4-FFF2-40B4-BE49-F238E27FC236}">
                <a16:creationId xmlns:a16="http://schemas.microsoft.com/office/drawing/2014/main" id="{899578E7-23DD-0B4C-93DA-0D4051412B2C}"/>
              </a:ext>
            </a:extLst>
          </p:cNvPr>
          <p:cNvSpPr>
            <a:spLocks noGrp="1"/>
          </p:cNvSpPr>
          <p:nvPr>
            <p:ph type="pic" sz="quarter" idx="15"/>
          </p:nvPr>
        </p:nvSpPr>
        <p:spPr>
          <a:xfrm>
            <a:off x="720776" y="0"/>
            <a:ext cx="3552825"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15" name="Picture 14">
            <a:extLst>
              <a:ext uri="{FF2B5EF4-FFF2-40B4-BE49-F238E27FC236}">
                <a16:creationId xmlns:a16="http://schemas.microsoft.com/office/drawing/2014/main" id="{20229DA8-0F6C-BB4E-B391-BB921034B5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6" name="Image">
            <a:extLst>
              <a:ext uri="{FF2B5EF4-FFF2-40B4-BE49-F238E27FC236}">
                <a16:creationId xmlns:a16="http://schemas.microsoft.com/office/drawing/2014/main" id="{4A1E96AB-85B9-524C-AFCB-34983C4BCD11}"/>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9" name="Text Placeholder 2">
            <a:extLst>
              <a:ext uri="{FF2B5EF4-FFF2-40B4-BE49-F238E27FC236}">
                <a16:creationId xmlns:a16="http://schemas.microsoft.com/office/drawing/2014/main" id="{C137542F-7CFD-7D46-923C-FBFA81939E27}"/>
              </a:ext>
            </a:extLst>
          </p:cNvPr>
          <p:cNvSpPr>
            <a:spLocks noGrp="1"/>
          </p:cNvSpPr>
          <p:nvPr>
            <p:ph type="body" sz="quarter" idx="18" hasCustomPrompt="1"/>
          </p:nvPr>
        </p:nvSpPr>
        <p:spPr>
          <a:xfrm>
            <a:off x="4495298" y="340219"/>
            <a:ext cx="3902578"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2" name="Straight Connector 11">
            <a:extLst>
              <a:ext uri="{FF2B5EF4-FFF2-40B4-BE49-F238E27FC236}">
                <a16:creationId xmlns:a16="http://schemas.microsoft.com/office/drawing/2014/main" id="{B56C6164-0C4F-BE45-A870-E93D69E7144E}"/>
              </a:ext>
            </a:extLst>
          </p:cNvPr>
          <p:cNvCxnSpPr>
            <a:cxnSpLocks/>
          </p:cNvCxnSpPr>
          <p:nvPr userDrawn="1"/>
        </p:nvCxnSpPr>
        <p:spPr>
          <a:xfrm>
            <a:off x="4495297" y="259987"/>
            <a:ext cx="3902578"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85AE6FDA-4B6A-C84A-B72E-E9DB4B5E5DFE}"/>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1" name="Rectangle 10">
            <a:extLst>
              <a:ext uri="{FF2B5EF4-FFF2-40B4-BE49-F238E27FC236}">
                <a16:creationId xmlns:a16="http://schemas.microsoft.com/office/drawing/2014/main" id="{311EA2BE-624A-784C-9982-B663698AEB84}"/>
              </a:ext>
            </a:extLst>
          </p:cNvPr>
          <p:cNvSpPr/>
          <p:nvPr userDrawn="1"/>
        </p:nvSpPr>
        <p:spPr>
          <a:xfrm>
            <a:off x="4495297"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1316291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Layout three column image a">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6858BE9B-51E6-F84A-9648-A13FF30C5464}"/>
              </a:ext>
            </a:extLst>
          </p:cNvPr>
          <p:cNvSpPr>
            <a:spLocks noGrp="1"/>
          </p:cNvSpPr>
          <p:nvPr>
            <p:ph type="pic" sz="quarter" idx="17"/>
          </p:nvPr>
        </p:nvSpPr>
        <p:spPr>
          <a:xfrm>
            <a:off x="3807812" y="0"/>
            <a:ext cx="5330825" cy="5143501"/>
          </a:xfrm>
          <a:prstGeom prst="rect">
            <a:avLst/>
          </a:pr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959888" y="1231201"/>
            <a:ext cx="2626228"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961477" y="711561"/>
            <a:ext cx="2626227"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960799" y="1856140"/>
            <a:ext cx="262690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3" name="Picture 12">
            <a:extLst>
              <a:ext uri="{FF2B5EF4-FFF2-40B4-BE49-F238E27FC236}">
                <a16:creationId xmlns:a16="http://schemas.microsoft.com/office/drawing/2014/main" id="{11FAA1E8-554F-0944-8425-FFBCE31826E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5" name="Image">
            <a:extLst>
              <a:ext uri="{FF2B5EF4-FFF2-40B4-BE49-F238E27FC236}">
                <a16:creationId xmlns:a16="http://schemas.microsoft.com/office/drawing/2014/main" id="{C4A3EE5B-D545-6548-BB26-FBD79FED1C0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7" name="Straight Connector 16">
            <a:extLst>
              <a:ext uri="{FF2B5EF4-FFF2-40B4-BE49-F238E27FC236}">
                <a16:creationId xmlns:a16="http://schemas.microsoft.com/office/drawing/2014/main" id="{207C9DD0-FCE3-5447-B6FD-C2061D4D7543}"/>
              </a:ext>
            </a:extLst>
          </p:cNvPr>
          <p:cNvCxnSpPr>
            <a:cxnSpLocks/>
          </p:cNvCxnSpPr>
          <p:nvPr userDrawn="1"/>
        </p:nvCxnSpPr>
        <p:spPr>
          <a:xfrm>
            <a:off x="959888" y="259987"/>
            <a:ext cx="209232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AC01DBA1-E3BD-F846-A1B2-F4B1020066A2}"/>
              </a:ext>
            </a:extLst>
          </p:cNvPr>
          <p:cNvSpPr/>
          <p:nvPr userDrawn="1"/>
        </p:nvSpPr>
        <p:spPr>
          <a:xfrm>
            <a:off x="3109363"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0" name="Rectangle 9">
            <a:extLst>
              <a:ext uri="{FF2B5EF4-FFF2-40B4-BE49-F238E27FC236}">
                <a16:creationId xmlns:a16="http://schemas.microsoft.com/office/drawing/2014/main" id="{3CB1E282-A999-9B46-AA88-B73664913366}"/>
              </a:ext>
            </a:extLst>
          </p:cNvPr>
          <p:cNvSpPr/>
          <p:nvPr userDrawn="1"/>
        </p:nvSpPr>
        <p:spPr>
          <a:xfrm>
            <a:off x="966952"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40706203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Layout three column image b">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3D3A975-61A8-EC4B-8011-05DB72584BD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961477" y="1498582"/>
            <a:ext cx="258729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21" name="Image">
            <a:extLst>
              <a:ext uri="{FF2B5EF4-FFF2-40B4-BE49-F238E27FC236}">
                <a16:creationId xmlns:a16="http://schemas.microsoft.com/office/drawing/2014/main" id="{923B94DB-01B6-3041-B7E4-04333DA22DEC}"/>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9" name="Picture Placeholder 12">
            <a:extLst>
              <a:ext uri="{FF2B5EF4-FFF2-40B4-BE49-F238E27FC236}">
                <a16:creationId xmlns:a16="http://schemas.microsoft.com/office/drawing/2014/main" id="{131E5258-E0D8-1547-A5C1-F359267CCE96}"/>
              </a:ext>
            </a:extLst>
          </p:cNvPr>
          <p:cNvSpPr>
            <a:spLocks noGrp="1"/>
          </p:cNvSpPr>
          <p:nvPr>
            <p:ph type="pic" sz="quarter" idx="17"/>
          </p:nvPr>
        </p:nvSpPr>
        <p:spPr>
          <a:xfrm>
            <a:off x="3807812" y="0"/>
            <a:ext cx="5330825" cy="5143501"/>
          </a:xfrm>
          <a:prstGeom prst="rect">
            <a:avLst/>
          </a:pr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15" name="Title Placeholder 1">
            <a:extLst>
              <a:ext uri="{FF2B5EF4-FFF2-40B4-BE49-F238E27FC236}">
                <a16:creationId xmlns:a16="http://schemas.microsoft.com/office/drawing/2014/main" id="{0B53735B-7F31-A344-8B99-EEA0E20E1216}"/>
              </a:ext>
            </a:extLst>
          </p:cNvPr>
          <p:cNvSpPr>
            <a:spLocks noGrp="1"/>
          </p:cNvSpPr>
          <p:nvPr>
            <p:ph type="title" hasCustomPrompt="1"/>
          </p:nvPr>
        </p:nvSpPr>
        <p:spPr>
          <a:xfrm>
            <a:off x="961477" y="711561"/>
            <a:ext cx="2587295"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0" name="Text Placeholder 2">
            <a:extLst>
              <a:ext uri="{FF2B5EF4-FFF2-40B4-BE49-F238E27FC236}">
                <a16:creationId xmlns:a16="http://schemas.microsoft.com/office/drawing/2014/main" id="{8114D33A-0B45-984B-B04E-FF7BDA27CF22}"/>
              </a:ext>
            </a:extLst>
          </p:cNvPr>
          <p:cNvSpPr>
            <a:spLocks noGrp="1"/>
          </p:cNvSpPr>
          <p:nvPr>
            <p:ph type="body" sz="quarter" idx="18" hasCustomPrompt="1"/>
          </p:nvPr>
        </p:nvSpPr>
        <p:spPr>
          <a:xfrm>
            <a:off x="961477" y="340219"/>
            <a:ext cx="2126167"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1" name="Straight Connector 10">
            <a:extLst>
              <a:ext uri="{FF2B5EF4-FFF2-40B4-BE49-F238E27FC236}">
                <a16:creationId xmlns:a16="http://schemas.microsoft.com/office/drawing/2014/main" id="{38B097F9-28E3-574B-B0E5-5746F63E5E70}"/>
              </a:ext>
            </a:extLst>
          </p:cNvPr>
          <p:cNvCxnSpPr>
            <a:cxnSpLocks/>
          </p:cNvCxnSpPr>
          <p:nvPr userDrawn="1"/>
        </p:nvCxnSpPr>
        <p:spPr>
          <a:xfrm>
            <a:off x="959888" y="259987"/>
            <a:ext cx="209232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8AD27D53-93EB-674B-A6F2-15363FB558E0}"/>
              </a:ext>
            </a:extLst>
          </p:cNvPr>
          <p:cNvSpPr/>
          <p:nvPr userDrawn="1"/>
        </p:nvSpPr>
        <p:spPr>
          <a:xfrm>
            <a:off x="3109363"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52B6B333-C4F8-B54F-B779-579CFB804240}"/>
              </a:ext>
            </a:extLst>
          </p:cNvPr>
          <p:cNvSpPr/>
          <p:nvPr userDrawn="1"/>
        </p:nvSpPr>
        <p:spPr>
          <a:xfrm>
            <a:off x="966952"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29902635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ayout Custom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7010A8C-51DA-E548-8EAF-301699457CEF}"/>
              </a:ext>
            </a:extLst>
          </p:cNvPr>
          <p:cNvSpPr/>
          <p:nvPr userDrawn="1"/>
        </p:nvSpPr>
        <p:spPr>
          <a:xfrm>
            <a:off x="492126" y="-1"/>
            <a:ext cx="4089607" cy="5143501"/>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4" name="Rectangle 13">
            <a:extLst>
              <a:ext uri="{FF2B5EF4-FFF2-40B4-BE49-F238E27FC236}">
                <a16:creationId xmlns:a16="http://schemas.microsoft.com/office/drawing/2014/main" id="{75144823-72DE-2D4F-9D8C-0C21B10A35CE}"/>
              </a:ext>
            </a:extLst>
          </p:cNvPr>
          <p:cNvSpPr/>
          <p:nvPr userDrawn="1"/>
        </p:nvSpPr>
        <p:spPr>
          <a:xfrm>
            <a:off x="0" y="0"/>
            <a:ext cx="9144000" cy="51435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1007854" y="711560"/>
            <a:ext cx="3324929" cy="861774"/>
          </a:xfrm>
          <a:prstGeom prst="rect">
            <a:avLst/>
          </a:prstGeom>
        </p:spPr>
        <p:txBody>
          <a:bodyPr vert="horz" wrap="square" lIns="0" tIns="0" rIns="0" bIns="0" rtlCol="0" anchor="t">
            <a:noAutofit/>
          </a:bodyPr>
          <a:lstStyle>
            <a:lvl1pPr>
              <a:lnSpc>
                <a:spcPct val="100000"/>
              </a:lnSpc>
              <a:defRPr sz="2800">
                <a:solidFill>
                  <a:schemeClr val="bg1"/>
                </a:solidFill>
              </a:defRPr>
            </a:lvl1pPr>
          </a:lstStyle>
          <a:p>
            <a:r>
              <a:rPr lang="en-US"/>
              <a:t>Heading</a:t>
            </a:r>
            <a:br>
              <a:rPr lang="en-US"/>
            </a:br>
            <a:r>
              <a:rPr lang="en-US"/>
              <a:t>Heading</a:t>
            </a:r>
          </a:p>
        </p:txBody>
      </p:sp>
      <p:sp>
        <p:nvSpPr>
          <p:cNvPr id="23" name="Text Placeholder 2">
            <a:extLst>
              <a:ext uri="{FF2B5EF4-FFF2-40B4-BE49-F238E27FC236}">
                <a16:creationId xmlns:a16="http://schemas.microsoft.com/office/drawing/2014/main" id="{564BE38A-6CB5-5A45-95E9-F14E6DB4F364}"/>
              </a:ext>
            </a:extLst>
          </p:cNvPr>
          <p:cNvSpPr>
            <a:spLocks noGrp="1"/>
          </p:cNvSpPr>
          <p:nvPr>
            <p:ph type="body" sz="quarter" idx="16" hasCustomPrompt="1"/>
          </p:nvPr>
        </p:nvSpPr>
        <p:spPr>
          <a:xfrm>
            <a:off x="1005808" y="1932842"/>
            <a:ext cx="3324929" cy="184666"/>
          </a:xfrm>
          <a:prstGeom prst="rect">
            <a:avLst/>
          </a:prstGeom>
        </p:spPr>
        <p:txBody>
          <a:bodyPr wrap="square" lIns="0" tIns="0" rIns="0" bIns="0" anchor="t">
            <a:noAutofit/>
          </a:bodyPr>
          <a:lstStyle>
            <a:lvl1pPr marL="0" indent="0">
              <a:buFont typeface="Arial" panose="020B0604020202020204" pitchFamily="34" charset="0"/>
              <a:buNone/>
              <a:defRPr lang="en-US" sz="1400" b="0" i="0" kern="1200" baseline="0" dirty="0" smtClean="0">
                <a:solidFill>
                  <a:schemeClr val="bg1"/>
                </a:solidFill>
                <a:latin typeface="+mn-lt"/>
                <a:ea typeface="Arial" charset="0"/>
                <a:cs typeface="Arial" charset="0"/>
              </a:defRPr>
            </a:lvl1pPr>
          </a:lstStyle>
          <a:p>
            <a:pPr lvl="0"/>
            <a:r>
              <a:rPr lang="en-US"/>
              <a:t>Body Copy </a:t>
            </a:r>
          </a:p>
        </p:txBody>
      </p:sp>
      <p:sp>
        <p:nvSpPr>
          <p:cNvPr id="24" name="Text Placeholder 2">
            <a:extLst>
              <a:ext uri="{FF2B5EF4-FFF2-40B4-BE49-F238E27FC236}">
                <a16:creationId xmlns:a16="http://schemas.microsoft.com/office/drawing/2014/main" id="{70565657-29C5-5D47-8C3D-E9781BFCCF81}"/>
              </a:ext>
            </a:extLst>
          </p:cNvPr>
          <p:cNvSpPr>
            <a:spLocks noGrp="1"/>
          </p:cNvSpPr>
          <p:nvPr>
            <p:ph type="body" sz="quarter" idx="17" hasCustomPrompt="1"/>
          </p:nvPr>
        </p:nvSpPr>
        <p:spPr>
          <a:xfrm>
            <a:off x="1007855" y="340219"/>
            <a:ext cx="2544970"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bg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3" name="Picture Placeholder 3">
            <a:extLst>
              <a:ext uri="{FF2B5EF4-FFF2-40B4-BE49-F238E27FC236}">
                <a16:creationId xmlns:a16="http://schemas.microsoft.com/office/drawing/2014/main" id="{F0672F0B-2D5E-E840-93AA-7ABB4A9FC4C1}"/>
              </a:ext>
            </a:extLst>
          </p:cNvPr>
          <p:cNvSpPr>
            <a:spLocks noGrp="1"/>
          </p:cNvSpPr>
          <p:nvPr>
            <p:ph type="pic" sz="quarter" idx="18"/>
          </p:nvPr>
        </p:nvSpPr>
        <p:spPr>
          <a:xfrm>
            <a:off x="4829384" y="-2"/>
            <a:ext cx="4313317"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29" name="Rectangle 28">
            <a:extLst>
              <a:ext uri="{FF2B5EF4-FFF2-40B4-BE49-F238E27FC236}">
                <a16:creationId xmlns:a16="http://schemas.microsoft.com/office/drawing/2014/main" id="{1524F6A8-44C2-814A-8B5F-3EFB65BFD77D}"/>
              </a:ext>
            </a:extLst>
          </p:cNvPr>
          <p:cNvSpPr/>
          <p:nvPr userDrawn="1"/>
        </p:nvSpPr>
        <p:spPr>
          <a:xfrm>
            <a:off x="4583033" y="-1"/>
            <a:ext cx="246351" cy="5143501"/>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32" name="Picture 31">
            <a:extLst>
              <a:ext uri="{FF2B5EF4-FFF2-40B4-BE49-F238E27FC236}">
                <a16:creationId xmlns:a16="http://schemas.microsoft.com/office/drawing/2014/main" id="{A2E7CB54-733E-4A4B-B5E5-2CE11206149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1"/>
            <a:ext cx="743001" cy="5143499"/>
          </a:xfrm>
          <a:prstGeom prst="rect">
            <a:avLst/>
          </a:prstGeom>
        </p:spPr>
      </p:pic>
      <p:pic>
        <p:nvPicPr>
          <p:cNvPr id="33" name="Image">
            <a:extLst>
              <a:ext uri="{FF2B5EF4-FFF2-40B4-BE49-F238E27FC236}">
                <a16:creationId xmlns:a16="http://schemas.microsoft.com/office/drawing/2014/main" id="{1BFA2E31-4FD1-DD41-977F-854A85DDD2EE}"/>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6" name="Straight Connector 15">
            <a:extLst>
              <a:ext uri="{FF2B5EF4-FFF2-40B4-BE49-F238E27FC236}">
                <a16:creationId xmlns:a16="http://schemas.microsoft.com/office/drawing/2014/main" id="{ED3604C3-4C9B-D54A-825E-49DAA169DC65}"/>
              </a:ext>
            </a:extLst>
          </p:cNvPr>
          <p:cNvCxnSpPr>
            <a:cxnSpLocks/>
          </p:cNvCxnSpPr>
          <p:nvPr userDrawn="1"/>
        </p:nvCxnSpPr>
        <p:spPr>
          <a:xfrm>
            <a:off x="1005809" y="259987"/>
            <a:ext cx="2826363"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E8065885-0DCF-A045-9ADA-E955330294D6}"/>
              </a:ext>
            </a:extLst>
          </p:cNvPr>
          <p:cNvSpPr/>
          <p:nvPr userDrawn="1"/>
        </p:nvSpPr>
        <p:spPr>
          <a:xfrm>
            <a:off x="3889322" y="148185"/>
            <a:ext cx="443462" cy="183494"/>
          </a:xfrm>
          <a:prstGeom prst="rect">
            <a:avLst/>
          </a:prstGeom>
        </p:spPr>
        <p:txBody>
          <a:bodyPr wrap="none" lIns="0" tIns="0" rIns="0" bIns="0" anchor="ctr">
            <a:noAutofit/>
          </a:bodyPr>
          <a:lstStyle/>
          <a:p>
            <a:pPr lvl="0" algn="r"/>
            <a:r>
              <a:rPr lang="en-US" sz="1000" spc="-20" baseline="0">
                <a:solidFill>
                  <a:schemeClr val="tx2"/>
                </a:solidFill>
              </a:rPr>
              <a:t>ni.com</a:t>
            </a:r>
          </a:p>
        </p:txBody>
      </p:sp>
      <p:sp>
        <p:nvSpPr>
          <p:cNvPr id="19" name="Rectangle 18">
            <a:extLst>
              <a:ext uri="{FF2B5EF4-FFF2-40B4-BE49-F238E27FC236}">
                <a16:creationId xmlns:a16="http://schemas.microsoft.com/office/drawing/2014/main" id="{C5D56E12-6988-E74B-8D10-236367DA1C92}"/>
              </a:ext>
            </a:extLst>
          </p:cNvPr>
          <p:cNvSpPr/>
          <p:nvPr userDrawn="1"/>
        </p:nvSpPr>
        <p:spPr>
          <a:xfrm>
            <a:off x="966952"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4047046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Layout Custom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5144823-72DE-2D4F-9D8C-0C21B10A35CE}"/>
              </a:ext>
            </a:extLst>
          </p:cNvPr>
          <p:cNvSpPr/>
          <p:nvPr userDrawn="1"/>
        </p:nvSpPr>
        <p:spPr>
          <a:xfrm>
            <a:off x="0" y="0"/>
            <a:ext cx="9144000" cy="51435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572000" y="1231942"/>
            <a:ext cx="3322566"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573590" y="711560"/>
            <a:ext cx="3314700"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9" name="Text Placeholder 2">
            <a:extLst>
              <a:ext uri="{FF2B5EF4-FFF2-40B4-BE49-F238E27FC236}">
                <a16:creationId xmlns:a16="http://schemas.microsoft.com/office/drawing/2014/main" id="{9EC19153-B3A6-D045-9C5D-66D4AF5FE3E7}"/>
              </a:ext>
            </a:extLst>
          </p:cNvPr>
          <p:cNvSpPr>
            <a:spLocks noGrp="1"/>
          </p:cNvSpPr>
          <p:nvPr>
            <p:ph type="body" sz="quarter" idx="16" hasCustomPrompt="1"/>
          </p:nvPr>
        </p:nvSpPr>
        <p:spPr>
          <a:xfrm>
            <a:off x="4572000" y="1909051"/>
            <a:ext cx="3306763" cy="184666"/>
          </a:xfrm>
          <a:prstGeom prst="rect">
            <a:avLst/>
          </a:prstGeom>
        </p:spPr>
        <p:txBody>
          <a:bodyPr wrap="square" lIns="0" tIns="0" rIns="0" bIns="0" anchor="t">
            <a:noAutofit/>
          </a:bodyPr>
          <a:lstStyle>
            <a:lvl1pPr marL="0" indent="0">
              <a:buFont typeface="Arial" panose="020B0604020202020204" pitchFamily="34" charset="0"/>
              <a:buNone/>
              <a:defRPr lang="en-US" sz="1400" b="0" i="0" kern="1200" baseline="0" dirty="0">
                <a:solidFill>
                  <a:schemeClr val="tx1"/>
                </a:solidFill>
                <a:latin typeface="+mn-lt"/>
                <a:ea typeface="Arial"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Body Copy </a:t>
            </a:r>
          </a:p>
        </p:txBody>
      </p:sp>
      <p:sp>
        <p:nvSpPr>
          <p:cNvPr id="30" name="Rectangle 29">
            <a:extLst>
              <a:ext uri="{FF2B5EF4-FFF2-40B4-BE49-F238E27FC236}">
                <a16:creationId xmlns:a16="http://schemas.microsoft.com/office/drawing/2014/main" id="{D175A266-A475-664F-825C-760A21AB5335}"/>
              </a:ext>
            </a:extLst>
          </p:cNvPr>
          <p:cNvSpPr/>
          <p:nvPr userDrawn="1"/>
        </p:nvSpPr>
        <p:spPr>
          <a:xfrm>
            <a:off x="4085014" y="-1"/>
            <a:ext cx="239109" cy="5143501"/>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36" name="Picture Placeholder 3">
            <a:extLst>
              <a:ext uri="{FF2B5EF4-FFF2-40B4-BE49-F238E27FC236}">
                <a16:creationId xmlns:a16="http://schemas.microsoft.com/office/drawing/2014/main" id="{FFE2ADD0-1055-FC4D-8D0B-E03C5ED7193B}"/>
              </a:ext>
            </a:extLst>
          </p:cNvPr>
          <p:cNvSpPr>
            <a:spLocks noGrp="1"/>
          </p:cNvSpPr>
          <p:nvPr>
            <p:ph type="pic" sz="quarter" idx="15"/>
          </p:nvPr>
        </p:nvSpPr>
        <p:spPr>
          <a:xfrm>
            <a:off x="736601" y="-1"/>
            <a:ext cx="3348412" cy="5143502"/>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37" name="Picture 36">
            <a:extLst>
              <a:ext uri="{FF2B5EF4-FFF2-40B4-BE49-F238E27FC236}">
                <a16:creationId xmlns:a16="http://schemas.microsoft.com/office/drawing/2014/main" id="{5797A924-0170-9946-8ADB-D1906A8CC43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1"/>
            <a:ext cx="736600" cy="5143499"/>
          </a:xfrm>
          <a:prstGeom prst="rect">
            <a:avLst/>
          </a:prstGeom>
        </p:spPr>
      </p:pic>
      <p:pic>
        <p:nvPicPr>
          <p:cNvPr id="38" name="Image">
            <a:extLst>
              <a:ext uri="{FF2B5EF4-FFF2-40B4-BE49-F238E27FC236}">
                <a16:creationId xmlns:a16="http://schemas.microsoft.com/office/drawing/2014/main" id="{03453159-D837-E940-96DD-0B2E07F58E59}"/>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2" name="Straight Connector 11">
            <a:extLst>
              <a:ext uri="{FF2B5EF4-FFF2-40B4-BE49-F238E27FC236}">
                <a16:creationId xmlns:a16="http://schemas.microsoft.com/office/drawing/2014/main" id="{5FACD669-CC8A-0843-9ADD-C3CB11F72A81}"/>
              </a:ext>
            </a:extLst>
          </p:cNvPr>
          <p:cNvCxnSpPr>
            <a:cxnSpLocks/>
          </p:cNvCxnSpPr>
          <p:nvPr userDrawn="1"/>
        </p:nvCxnSpPr>
        <p:spPr>
          <a:xfrm>
            <a:off x="4572000" y="259987"/>
            <a:ext cx="38258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D405BEA2-7FA2-6041-89A2-ECAF0BD563D3}"/>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5" name="Rectangle 14">
            <a:extLst>
              <a:ext uri="{FF2B5EF4-FFF2-40B4-BE49-F238E27FC236}">
                <a16:creationId xmlns:a16="http://schemas.microsoft.com/office/drawing/2014/main" id="{6A655CFA-E4A3-7D46-A62D-C6E266BE3BA5}"/>
              </a:ext>
            </a:extLst>
          </p:cNvPr>
          <p:cNvSpPr/>
          <p:nvPr userDrawn="1"/>
        </p:nvSpPr>
        <p:spPr>
          <a:xfrm>
            <a:off x="4495297"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8161600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Multiple Photos with Conten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A08097A-F6BF-584E-9C47-5BC4A6E65785}"/>
              </a:ext>
            </a:extLst>
          </p:cNvPr>
          <p:cNvSpPr>
            <a:spLocks noGrp="1"/>
          </p:cNvSpPr>
          <p:nvPr>
            <p:ph type="body" sz="quarter" idx="10" hasCustomPrompt="1"/>
          </p:nvPr>
        </p:nvSpPr>
        <p:spPr>
          <a:xfrm>
            <a:off x="249858" y="1892136"/>
            <a:ext cx="3293442" cy="2684894"/>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sp>
        <p:nvSpPr>
          <p:cNvPr id="6" name="Picture Placeholder 5">
            <a:extLst>
              <a:ext uri="{FF2B5EF4-FFF2-40B4-BE49-F238E27FC236}">
                <a16:creationId xmlns:a16="http://schemas.microsoft.com/office/drawing/2014/main" id="{AE533EBD-56B4-EB44-850B-C79FB1998F0D}"/>
              </a:ext>
            </a:extLst>
          </p:cNvPr>
          <p:cNvSpPr>
            <a:spLocks noGrp="1"/>
          </p:cNvSpPr>
          <p:nvPr>
            <p:ph type="pic" sz="quarter" idx="11"/>
          </p:nvPr>
        </p:nvSpPr>
        <p:spPr>
          <a:xfrm>
            <a:off x="3797300" y="0"/>
            <a:ext cx="3311525" cy="1881699"/>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0" name="Picture Placeholder 9">
            <a:extLst>
              <a:ext uri="{FF2B5EF4-FFF2-40B4-BE49-F238E27FC236}">
                <a16:creationId xmlns:a16="http://schemas.microsoft.com/office/drawing/2014/main" id="{D87B2641-C808-1545-8430-0211D0684D8D}"/>
              </a:ext>
            </a:extLst>
          </p:cNvPr>
          <p:cNvSpPr>
            <a:spLocks noGrp="1"/>
          </p:cNvSpPr>
          <p:nvPr>
            <p:ph type="pic" sz="quarter" idx="12"/>
          </p:nvPr>
        </p:nvSpPr>
        <p:spPr>
          <a:xfrm>
            <a:off x="3800476" y="2127436"/>
            <a:ext cx="3308350" cy="3016065"/>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4" name="Picture Placeholder 5">
            <a:extLst>
              <a:ext uri="{FF2B5EF4-FFF2-40B4-BE49-F238E27FC236}">
                <a16:creationId xmlns:a16="http://schemas.microsoft.com/office/drawing/2014/main" id="{CF628120-0A24-FD4A-A7BE-C0F319077DA2}"/>
              </a:ext>
            </a:extLst>
          </p:cNvPr>
          <p:cNvSpPr>
            <a:spLocks noGrp="1"/>
          </p:cNvSpPr>
          <p:nvPr>
            <p:ph type="pic" sz="quarter" idx="13"/>
          </p:nvPr>
        </p:nvSpPr>
        <p:spPr>
          <a:xfrm>
            <a:off x="7353431" y="-1"/>
            <a:ext cx="1790570" cy="2994185"/>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5" name="Picture Placeholder 9">
            <a:extLst>
              <a:ext uri="{FF2B5EF4-FFF2-40B4-BE49-F238E27FC236}">
                <a16:creationId xmlns:a16="http://schemas.microsoft.com/office/drawing/2014/main" id="{C4F3BEFB-80A1-C34A-BE24-95E9E772577D}"/>
              </a:ext>
            </a:extLst>
          </p:cNvPr>
          <p:cNvSpPr>
            <a:spLocks noGrp="1"/>
          </p:cNvSpPr>
          <p:nvPr>
            <p:ph type="pic" sz="quarter" idx="14"/>
          </p:nvPr>
        </p:nvSpPr>
        <p:spPr>
          <a:xfrm>
            <a:off x="7354888" y="3273425"/>
            <a:ext cx="1790570" cy="1870076"/>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pic>
        <p:nvPicPr>
          <p:cNvPr id="21" name="Image">
            <a:extLst>
              <a:ext uri="{FF2B5EF4-FFF2-40B4-BE49-F238E27FC236}">
                <a16:creationId xmlns:a16="http://schemas.microsoft.com/office/drawing/2014/main" id="{48B1FD06-0461-CD4B-BA18-DEF9E6300F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2" name="Straight Connector 11">
            <a:extLst>
              <a:ext uri="{FF2B5EF4-FFF2-40B4-BE49-F238E27FC236}">
                <a16:creationId xmlns:a16="http://schemas.microsoft.com/office/drawing/2014/main" id="{8D944049-D3AC-4A4A-916E-30E8CF00AD95}"/>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AC78E4D2-6C69-EC4C-A9F9-1BC2086CC09B}"/>
              </a:ext>
            </a:extLst>
          </p:cNvPr>
          <p:cNvSpPr/>
          <p:nvPr userDrawn="1"/>
        </p:nvSpPr>
        <p:spPr>
          <a:xfrm>
            <a:off x="3123430"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7" name="Text Placeholder 2">
            <a:extLst>
              <a:ext uri="{FF2B5EF4-FFF2-40B4-BE49-F238E27FC236}">
                <a16:creationId xmlns:a16="http://schemas.microsoft.com/office/drawing/2014/main" id="{93446005-27E5-DA47-B13E-5D47D8357BEC}"/>
              </a:ext>
            </a:extLst>
          </p:cNvPr>
          <p:cNvSpPr>
            <a:spLocks noGrp="1"/>
          </p:cNvSpPr>
          <p:nvPr>
            <p:ph type="body" sz="quarter" idx="17" hasCustomPrompt="1"/>
          </p:nvPr>
        </p:nvSpPr>
        <p:spPr>
          <a:xfrm>
            <a:off x="736601" y="340219"/>
            <a:ext cx="2329679" cy="16930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8" name="Title 1">
            <a:extLst>
              <a:ext uri="{FF2B5EF4-FFF2-40B4-BE49-F238E27FC236}">
                <a16:creationId xmlns:a16="http://schemas.microsoft.com/office/drawing/2014/main" id="{F3BB4AA9-9C4C-2143-9E9C-3DCBEF230922}"/>
              </a:ext>
            </a:extLst>
          </p:cNvPr>
          <p:cNvSpPr>
            <a:spLocks noGrp="1"/>
          </p:cNvSpPr>
          <p:nvPr>
            <p:ph type="ctrTitle" hasCustomPrompt="1"/>
          </p:nvPr>
        </p:nvSpPr>
        <p:spPr>
          <a:xfrm>
            <a:off x="242889" y="721405"/>
            <a:ext cx="3309936" cy="852127"/>
          </a:xfrm>
          <a:prstGeom prst="rect">
            <a:avLst/>
          </a:prstGeom>
        </p:spPr>
        <p:txBody>
          <a:bodyPr wrap="square" lIns="0" r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sz="2800" baseline="0">
                <a:solidFill>
                  <a:schemeClr val="tx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Heading</a:t>
            </a:r>
            <a:br>
              <a:rPr lang="en-US"/>
            </a:br>
            <a:r>
              <a:rPr lang="en-US">
                <a:solidFill>
                  <a:schemeClr val="tx1"/>
                </a:solidFill>
              </a:rPr>
              <a:t>Heading</a:t>
            </a:r>
            <a:endParaRPr lang="en-US"/>
          </a:p>
        </p:txBody>
      </p:sp>
      <p:sp>
        <p:nvSpPr>
          <p:cNvPr id="16" name="Rectangle 15">
            <a:extLst>
              <a:ext uri="{FF2B5EF4-FFF2-40B4-BE49-F238E27FC236}">
                <a16:creationId xmlns:a16="http://schemas.microsoft.com/office/drawing/2014/main" id="{979AF7CA-2A68-3C46-93A2-A837969082F2}"/>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5760731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Multiple Photos with Content 2">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E533EBD-56B4-EB44-850B-C79FB1998F0D}"/>
              </a:ext>
            </a:extLst>
          </p:cNvPr>
          <p:cNvSpPr>
            <a:spLocks noGrp="1"/>
          </p:cNvSpPr>
          <p:nvPr>
            <p:ph type="pic" sz="quarter" idx="11"/>
          </p:nvPr>
        </p:nvSpPr>
        <p:spPr>
          <a:xfrm>
            <a:off x="2775703"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4" name="Picture Placeholder 5">
            <a:extLst>
              <a:ext uri="{FF2B5EF4-FFF2-40B4-BE49-F238E27FC236}">
                <a16:creationId xmlns:a16="http://schemas.microsoft.com/office/drawing/2014/main" id="{CF628120-0A24-FD4A-A7BE-C0F319077DA2}"/>
              </a:ext>
            </a:extLst>
          </p:cNvPr>
          <p:cNvSpPr>
            <a:spLocks noGrp="1"/>
          </p:cNvSpPr>
          <p:nvPr>
            <p:ph type="pic" sz="quarter" idx="13"/>
          </p:nvPr>
        </p:nvSpPr>
        <p:spPr>
          <a:xfrm>
            <a:off x="7023123"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6" name="Picture Placeholder 5">
            <a:extLst>
              <a:ext uri="{FF2B5EF4-FFF2-40B4-BE49-F238E27FC236}">
                <a16:creationId xmlns:a16="http://schemas.microsoft.com/office/drawing/2014/main" id="{AD7635C8-85FE-924B-A1A3-F3ADFB0A440C}"/>
              </a:ext>
            </a:extLst>
          </p:cNvPr>
          <p:cNvSpPr>
            <a:spLocks noGrp="1"/>
          </p:cNvSpPr>
          <p:nvPr>
            <p:ph type="pic" sz="quarter" idx="15"/>
          </p:nvPr>
        </p:nvSpPr>
        <p:spPr>
          <a:xfrm>
            <a:off x="4901485"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7" name="Picture Placeholder 5">
            <a:extLst>
              <a:ext uri="{FF2B5EF4-FFF2-40B4-BE49-F238E27FC236}">
                <a16:creationId xmlns:a16="http://schemas.microsoft.com/office/drawing/2014/main" id="{9ED2B9A2-3748-DB45-9F2F-540D72E30864}"/>
              </a:ext>
            </a:extLst>
          </p:cNvPr>
          <p:cNvSpPr>
            <a:spLocks noGrp="1"/>
          </p:cNvSpPr>
          <p:nvPr>
            <p:ph type="pic" sz="quarter" idx="16"/>
          </p:nvPr>
        </p:nvSpPr>
        <p:spPr>
          <a:xfrm>
            <a:off x="2775704" y="2824187"/>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9" name="Picture Placeholder 5">
            <a:extLst>
              <a:ext uri="{FF2B5EF4-FFF2-40B4-BE49-F238E27FC236}">
                <a16:creationId xmlns:a16="http://schemas.microsoft.com/office/drawing/2014/main" id="{EC77C048-FF9C-AF4D-BAD6-DBCDB73B0877}"/>
              </a:ext>
            </a:extLst>
          </p:cNvPr>
          <p:cNvSpPr>
            <a:spLocks noGrp="1"/>
          </p:cNvSpPr>
          <p:nvPr>
            <p:ph type="pic" sz="quarter" idx="17"/>
          </p:nvPr>
        </p:nvSpPr>
        <p:spPr>
          <a:xfrm>
            <a:off x="7023123" y="2824187"/>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20" name="Picture Placeholder 5">
            <a:extLst>
              <a:ext uri="{FF2B5EF4-FFF2-40B4-BE49-F238E27FC236}">
                <a16:creationId xmlns:a16="http://schemas.microsoft.com/office/drawing/2014/main" id="{2BE0015C-3996-AB4D-BB10-42B891124E86}"/>
              </a:ext>
            </a:extLst>
          </p:cNvPr>
          <p:cNvSpPr>
            <a:spLocks noGrp="1"/>
          </p:cNvSpPr>
          <p:nvPr>
            <p:ph type="pic" sz="quarter" idx="18"/>
          </p:nvPr>
        </p:nvSpPr>
        <p:spPr>
          <a:xfrm>
            <a:off x="4901485" y="2829751"/>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21" name="Text Placeholder 4">
            <a:extLst>
              <a:ext uri="{FF2B5EF4-FFF2-40B4-BE49-F238E27FC236}">
                <a16:creationId xmlns:a16="http://schemas.microsoft.com/office/drawing/2014/main" id="{88A8AEA6-884D-5F49-B1CB-95001C38FC19}"/>
              </a:ext>
            </a:extLst>
          </p:cNvPr>
          <p:cNvSpPr>
            <a:spLocks noGrp="1"/>
          </p:cNvSpPr>
          <p:nvPr>
            <p:ph type="body" sz="quarter" idx="10" hasCustomPrompt="1"/>
          </p:nvPr>
        </p:nvSpPr>
        <p:spPr>
          <a:xfrm>
            <a:off x="249858" y="1892136"/>
            <a:ext cx="2263073" cy="2769660"/>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pic>
        <p:nvPicPr>
          <p:cNvPr id="26" name="Image">
            <a:extLst>
              <a:ext uri="{FF2B5EF4-FFF2-40B4-BE49-F238E27FC236}">
                <a16:creationId xmlns:a16="http://schemas.microsoft.com/office/drawing/2014/main" id="{39EA1AB9-512F-604E-B418-C4FABE8A6E3D}"/>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Title 1">
            <a:extLst>
              <a:ext uri="{FF2B5EF4-FFF2-40B4-BE49-F238E27FC236}">
                <a16:creationId xmlns:a16="http://schemas.microsoft.com/office/drawing/2014/main" id="{08C59BA3-08AD-694C-9D90-62F73D099945}"/>
              </a:ext>
            </a:extLst>
          </p:cNvPr>
          <p:cNvSpPr>
            <a:spLocks noGrp="1"/>
          </p:cNvSpPr>
          <p:nvPr>
            <p:ph type="ctrTitle" hasCustomPrompt="1"/>
          </p:nvPr>
        </p:nvSpPr>
        <p:spPr>
          <a:xfrm>
            <a:off x="242889" y="721404"/>
            <a:ext cx="2278051" cy="852130"/>
          </a:xfrm>
          <a:prstGeom prst="rect">
            <a:avLst/>
          </a:prstGeom>
        </p:spPr>
        <p:txBody>
          <a:bodyPr wrap="square" lIns="0" rIns="0" anchor="t">
            <a:noAutofit/>
          </a:bodyPr>
          <a:lstStyle>
            <a:lvl1pPr algn="l">
              <a:defRPr sz="2800" baseline="0">
                <a:solidFill>
                  <a:schemeClr val="tx1"/>
                </a:solidFill>
              </a:defRPr>
            </a:lvl1pPr>
          </a:lstStyle>
          <a:p>
            <a:r>
              <a:rPr lang="en-US"/>
              <a:t>Heading</a:t>
            </a:r>
            <a:br>
              <a:rPr lang="en-US"/>
            </a:br>
            <a:r>
              <a:rPr lang="en-US"/>
              <a:t>Heading</a:t>
            </a:r>
          </a:p>
        </p:txBody>
      </p:sp>
      <p:cxnSp>
        <p:nvCxnSpPr>
          <p:cNvPr id="22" name="Straight Connector 21">
            <a:extLst>
              <a:ext uri="{FF2B5EF4-FFF2-40B4-BE49-F238E27FC236}">
                <a16:creationId xmlns:a16="http://schemas.microsoft.com/office/drawing/2014/main" id="{60A203F7-B12A-E649-A007-637DE01EA68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3" name="Rectangle 22">
            <a:extLst>
              <a:ext uri="{FF2B5EF4-FFF2-40B4-BE49-F238E27FC236}">
                <a16:creationId xmlns:a16="http://schemas.microsoft.com/office/drawing/2014/main" id="{4E7D81F0-0D3B-D546-A57B-157C18289620}"/>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25" name="Text Placeholder 2">
            <a:extLst>
              <a:ext uri="{FF2B5EF4-FFF2-40B4-BE49-F238E27FC236}">
                <a16:creationId xmlns:a16="http://schemas.microsoft.com/office/drawing/2014/main" id="{08417AFA-FEC2-CF47-8CDA-CDBC7D656758}"/>
              </a:ext>
            </a:extLst>
          </p:cNvPr>
          <p:cNvSpPr>
            <a:spLocks noGrp="1"/>
          </p:cNvSpPr>
          <p:nvPr>
            <p:ph type="body" sz="quarter" idx="19" hasCustomPrompt="1"/>
          </p:nvPr>
        </p:nvSpPr>
        <p:spPr>
          <a:xfrm>
            <a:off x="736601" y="340219"/>
            <a:ext cx="7661274" cy="169312"/>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8" name="Rectangle 17">
            <a:extLst>
              <a:ext uri="{FF2B5EF4-FFF2-40B4-BE49-F238E27FC236}">
                <a16:creationId xmlns:a16="http://schemas.microsoft.com/office/drawing/2014/main" id="{E97E4DD4-EFC8-1A42-834D-815069B33D84}"/>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4881265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ustomer Story 1">
    <p:bg>
      <p:bgPr>
        <a:solidFill>
          <a:schemeClr val="bg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C5B4D97-FB58-254F-89C6-62ECB2B5F6FD}"/>
              </a:ext>
            </a:extLst>
          </p:cNvPr>
          <p:cNvSpPr>
            <a:spLocks noGrp="1"/>
          </p:cNvSpPr>
          <p:nvPr>
            <p:ph type="pic" sz="quarter" idx="12"/>
          </p:nvPr>
        </p:nvSpPr>
        <p:spPr>
          <a:xfrm>
            <a:off x="3797298" y="0"/>
            <a:ext cx="3308351" cy="5143500"/>
          </a:xfrm>
          <a:prstGeom prst="rect">
            <a:avLst/>
          </a:prstGeom>
          <a:solidFill>
            <a:schemeClr val="bg1">
              <a:lumMod val="95000"/>
            </a:schemeClr>
          </a:solidFill>
        </p:spPr>
        <p:txBody>
          <a:bodyPr anchor="ctr"/>
          <a:lstStyle>
            <a:lvl1pPr marL="0" indent="0" algn="ctr">
              <a:buFont typeface="Arial" panose="020B0604020202020204" pitchFamily="34" charset="0"/>
              <a:buNone/>
              <a:defRPr sz="1400">
                <a:solidFill>
                  <a:schemeClr val="tx2"/>
                </a:solidFill>
              </a:defRPr>
            </a:lvl1pPr>
          </a:lstStyle>
          <a:p>
            <a:r>
              <a:rPr lang="en-US"/>
              <a:t>Click icon to add picture</a:t>
            </a:r>
          </a:p>
        </p:txBody>
      </p:sp>
      <p:sp>
        <p:nvSpPr>
          <p:cNvPr id="2" name="Title 1"/>
          <p:cNvSpPr>
            <a:spLocks noGrp="1"/>
          </p:cNvSpPr>
          <p:nvPr>
            <p:ph type="ctrTitle" hasCustomPrompt="1"/>
          </p:nvPr>
        </p:nvSpPr>
        <p:spPr>
          <a:xfrm>
            <a:off x="241299" y="711562"/>
            <a:ext cx="3325593" cy="861974"/>
          </a:xfrm>
          <a:prstGeom prst="rect">
            <a:avLst/>
          </a:prstGeom>
        </p:spPr>
        <p:txBody>
          <a:bodyPr wrap="square" lIns="0" rIns="0" anchor="t">
            <a:noAutofit/>
          </a:bodyPr>
          <a:lstStyle>
            <a:lvl1pPr>
              <a:defRPr lang="en-US" sz="2800" dirty="0">
                <a:solidFill>
                  <a:schemeClr val="tx1"/>
                </a:solidFill>
              </a:defRPr>
            </a:lvl1pPr>
          </a:lstStyle>
          <a:p>
            <a:pPr marL="0" marR="0" lvl="0" indent="0" fontAlgn="auto">
              <a:spcAft>
                <a:spcPts val="0"/>
              </a:spcAft>
              <a:buClrTx/>
              <a:buSzTx/>
              <a:buFontTx/>
              <a:tabLst/>
            </a:pPr>
            <a:r>
              <a:rPr lang="en-US"/>
              <a:t>Customer Story</a:t>
            </a:r>
            <a:br>
              <a:rPr lang="en-US"/>
            </a:br>
            <a:r>
              <a:rPr lang="en-US"/>
              <a:t>Heading</a:t>
            </a:r>
          </a:p>
        </p:txBody>
      </p:sp>
      <p:pic>
        <p:nvPicPr>
          <p:cNvPr id="9" name="Picture 8">
            <a:extLst>
              <a:ext uri="{FF2B5EF4-FFF2-40B4-BE49-F238E27FC236}">
                <a16:creationId xmlns:a16="http://schemas.microsoft.com/office/drawing/2014/main" id="{CF12E9C8-CB26-FD4E-99E4-04293959E7E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2"/>
          <a:stretch/>
        </p:blipFill>
        <p:spPr>
          <a:xfrm>
            <a:off x="8659811" y="-1"/>
            <a:ext cx="492126" cy="5143501"/>
          </a:xfrm>
          <a:prstGeom prst="rect">
            <a:avLst/>
          </a:prstGeom>
        </p:spPr>
      </p:pic>
      <p:sp>
        <p:nvSpPr>
          <p:cNvPr id="8" name="Rectangle 7">
            <a:extLst>
              <a:ext uri="{FF2B5EF4-FFF2-40B4-BE49-F238E27FC236}">
                <a16:creationId xmlns:a16="http://schemas.microsoft.com/office/drawing/2014/main" id="{EA8D2F38-8F39-ED47-A28C-F951932A0BFF}"/>
              </a:ext>
            </a:extLst>
          </p:cNvPr>
          <p:cNvSpPr/>
          <p:nvPr userDrawn="1"/>
        </p:nvSpPr>
        <p:spPr>
          <a:xfrm>
            <a:off x="7105650" y="-1"/>
            <a:ext cx="1546225" cy="5143501"/>
          </a:xfrm>
          <a:prstGeom prst="rect">
            <a:avLst/>
          </a:prstGeom>
          <a:solidFill>
            <a:schemeClr val="tx1"/>
          </a:solidFill>
          <a:ln w="12700">
            <a:solidFill>
              <a:schemeClr val="bg2">
                <a:lumMod val="2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2" name="Text Placeholder 11">
            <a:extLst>
              <a:ext uri="{FF2B5EF4-FFF2-40B4-BE49-F238E27FC236}">
                <a16:creationId xmlns:a16="http://schemas.microsoft.com/office/drawing/2014/main" id="{461F58D3-DE45-3449-8FB1-982D5CD9E798}"/>
              </a:ext>
            </a:extLst>
          </p:cNvPr>
          <p:cNvSpPr>
            <a:spLocks noGrp="1"/>
          </p:cNvSpPr>
          <p:nvPr>
            <p:ph type="body" sz="quarter" idx="14" hasCustomPrompt="1"/>
          </p:nvPr>
        </p:nvSpPr>
        <p:spPr>
          <a:xfrm>
            <a:off x="7359649" y="250825"/>
            <a:ext cx="1038226" cy="1389064"/>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17" name="Text Placeholder 11">
            <a:extLst>
              <a:ext uri="{FF2B5EF4-FFF2-40B4-BE49-F238E27FC236}">
                <a16:creationId xmlns:a16="http://schemas.microsoft.com/office/drawing/2014/main" id="{A6FD69E1-7FAE-1446-B229-E02F1904E0CC}"/>
              </a:ext>
            </a:extLst>
          </p:cNvPr>
          <p:cNvSpPr>
            <a:spLocks noGrp="1"/>
          </p:cNvSpPr>
          <p:nvPr>
            <p:ph type="body" sz="quarter" idx="15" hasCustomPrompt="1"/>
          </p:nvPr>
        </p:nvSpPr>
        <p:spPr>
          <a:xfrm>
            <a:off x="7359649" y="1892589"/>
            <a:ext cx="1038226" cy="1380836"/>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18" name="Text Placeholder 11">
            <a:extLst>
              <a:ext uri="{FF2B5EF4-FFF2-40B4-BE49-F238E27FC236}">
                <a16:creationId xmlns:a16="http://schemas.microsoft.com/office/drawing/2014/main" id="{FA481285-85AF-124E-B497-1DB35DD2820C}"/>
              </a:ext>
            </a:extLst>
          </p:cNvPr>
          <p:cNvSpPr>
            <a:spLocks noGrp="1"/>
          </p:cNvSpPr>
          <p:nvPr>
            <p:ph type="body" sz="quarter" idx="16" hasCustomPrompt="1"/>
          </p:nvPr>
        </p:nvSpPr>
        <p:spPr>
          <a:xfrm>
            <a:off x="7359649" y="3513571"/>
            <a:ext cx="1038226" cy="1387042"/>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29" name="Text Placeholder 2">
            <a:extLst>
              <a:ext uri="{FF2B5EF4-FFF2-40B4-BE49-F238E27FC236}">
                <a16:creationId xmlns:a16="http://schemas.microsoft.com/office/drawing/2014/main" id="{A1CC4436-7A03-CC42-9FCB-9E86D5A5136E}"/>
              </a:ext>
            </a:extLst>
          </p:cNvPr>
          <p:cNvSpPr>
            <a:spLocks noGrp="1"/>
          </p:cNvSpPr>
          <p:nvPr>
            <p:ph type="body" sz="quarter" idx="17" hasCustomPrompt="1"/>
          </p:nvPr>
        </p:nvSpPr>
        <p:spPr>
          <a:xfrm>
            <a:off x="741965" y="340219"/>
            <a:ext cx="2324315" cy="16219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38" name="Image">
            <a:extLst>
              <a:ext uri="{FF2B5EF4-FFF2-40B4-BE49-F238E27FC236}">
                <a16:creationId xmlns:a16="http://schemas.microsoft.com/office/drawing/2014/main" id="{CAF69B79-F069-9A4B-8F7F-00E6EF245F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4" name="Straight Connector 13">
            <a:extLst>
              <a:ext uri="{FF2B5EF4-FFF2-40B4-BE49-F238E27FC236}">
                <a16:creationId xmlns:a16="http://schemas.microsoft.com/office/drawing/2014/main" id="{276D3422-C15E-E843-909B-1EC359B68168}"/>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5A6DDFC5-C819-024A-A53F-3335E014C363}"/>
              </a:ext>
            </a:extLst>
          </p:cNvPr>
          <p:cNvSpPr/>
          <p:nvPr userDrawn="1"/>
        </p:nvSpPr>
        <p:spPr>
          <a:xfrm>
            <a:off x="3123430"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9" name="Text Placeholder 4">
            <a:extLst>
              <a:ext uri="{FF2B5EF4-FFF2-40B4-BE49-F238E27FC236}">
                <a16:creationId xmlns:a16="http://schemas.microsoft.com/office/drawing/2014/main" id="{964D9CB4-A4F2-A545-810E-CD823A25700E}"/>
              </a:ext>
            </a:extLst>
          </p:cNvPr>
          <p:cNvSpPr>
            <a:spLocks noGrp="1"/>
          </p:cNvSpPr>
          <p:nvPr>
            <p:ph type="body" sz="quarter" idx="10" hasCustomPrompt="1"/>
          </p:nvPr>
        </p:nvSpPr>
        <p:spPr>
          <a:xfrm>
            <a:off x="249858" y="1892136"/>
            <a:ext cx="3293442" cy="2684894"/>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sp>
        <p:nvSpPr>
          <p:cNvPr id="20" name="Rectangle 19">
            <a:extLst>
              <a:ext uri="{FF2B5EF4-FFF2-40B4-BE49-F238E27FC236}">
                <a16:creationId xmlns:a16="http://schemas.microsoft.com/office/drawing/2014/main" id="{99A2D8C1-7A82-E948-A805-841C47D6A21C}"/>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165736436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2_Customer Story With Quote">
    <p:bg>
      <p:bgPr>
        <a:solidFill>
          <a:schemeClr val="bg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C5B4D97-FB58-254F-89C6-62ECB2B5F6FD}"/>
              </a:ext>
            </a:extLst>
          </p:cNvPr>
          <p:cNvSpPr>
            <a:spLocks noGrp="1"/>
          </p:cNvSpPr>
          <p:nvPr>
            <p:ph type="pic" sz="quarter" idx="12"/>
          </p:nvPr>
        </p:nvSpPr>
        <p:spPr>
          <a:xfrm>
            <a:off x="3797298" y="0"/>
            <a:ext cx="3308351" cy="5143500"/>
          </a:xfrm>
          <a:prstGeom prst="rect">
            <a:avLst/>
          </a:prstGeom>
          <a:solidFill>
            <a:schemeClr val="bg1">
              <a:lumMod val="95000"/>
            </a:schemeClr>
          </a:solidFill>
        </p:spPr>
        <p:txBody>
          <a:bodyPr anchor="ctr"/>
          <a:lstStyle>
            <a:lvl1pPr marL="0" indent="0" algn="ctr">
              <a:buFont typeface="Arial" panose="020B0604020202020204" pitchFamily="34" charset="0"/>
              <a:buNone/>
              <a:defRPr sz="1400">
                <a:solidFill>
                  <a:schemeClr val="tx2"/>
                </a:solidFill>
              </a:defRPr>
            </a:lvl1pPr>
          </a:lstStyle>
          <a:p>
            <a:r>
              <a:rPr lang="en-US"/>
              <a:t>Click icon to add picture</a:t>
            </a:r>
          </a:p>
        </p:txBody>
      </p:sp>
      <p:sp>
        <p:nvSpPr>
          <p:cNvPr id="2" name="Title 1"/>
          <p:cNvSpPr>
            <a:spLocks noGrp="1"/>
          </p:cNvSpPr>
          <p:nvPr>
            <p:ph type="ctrTitle" hasCustomPrompt="1"/>
          </p:nvPr>
        </p:nvSpPr>
        <p:spPr>
          <a:xfrm>
            <a:off x="241299" y="711562"/>
            <a:ext cx="3325593" cy="861974"/>
          </a:xfrm>
          <a:prstGeom prst="rect">
            <a:avLst/>
          </a:prstGeom>
        </p:spPr>
        <p:txBody>
          <a:bodyPr wrap="square" lIns="0" rIns="0" anchor="t">
            <a:noAutofit/>
          </a:bodyPr>
          <a:lstStyle>
            <a:lvl1pPr>
              <a:defRPr lang="en-US" sz="2800" dirty="0">
                <a:solidFill>
                  <a:schemeClr val="tx1"/>
                </a:solidFill>
              </a:defRPr>
            </a:lvl1pPr>
          </a:lstStyle>
          <a:p>
            <a:pPr marL="0" marR="0" lvl="0" indent="0" fontAlgn="auto">
              <a:spcAft>
                <a:spcPts val="0"/>
              </a:spcAft>
              <a:buClrTx/>
              <a:buSzTx/>
              <a:buFontTx/>
              <a:tabLst/>
            </a:pPr>
            <a:r>
              <a:rPr lang="en-US"/>
              <a:t>Customer Story</a:t>
            </a:r>
            <a:br>
              <a:rPr lang="en-US"/>
            </a:br>
            <a:r>
              <a:rPr lang="en-US"/>
              <a:t>Heading</a:t>
            </a:r>
          </a:p>
        </p:txBody>
      </p:sp>
      <p:pic>
        <p:nvPicPr>
          <p:cNvPr id="9" name="Picture 8">
            <a:extLst>
              <a:ext uri="{FF2B5EF4-FFF2-40B4-BE49-F238E27FC236}">
                <a16:creationId xmlns:a16="http://schemas.microsoft.com/office/drawing/2014/main" id="{CF12E9C8-CB26-FD4E-99E4-04293959E7E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2"/>
          <a:stretch/>
        </p:blipFill>
        <p:spPr>
          <a:xfrm>
            <a:off x="8659811" y="-1"/>
            <a:ext cx="492126" cy="5143501"/>
          </a:xfrm>
          <a:prstGeom prst="rect">
            <a:avLst/>
          </a:prstGeom>
        </p:spPr>
      </p:pic>
      <p:sp>
        <p:nvSpPr>
          <p:cNvPr id="8" name="Rectangle 7">
            <a:extLst>
              <a:ext uri="{FF2B5EF4-FFF2-40B4-BE49-F238E27FC236}">
                <a16:creationId xmlns:a16="http://schemas.microsoft.com/office/drawing/2014/main" id="{EA8D2F38-8F39-ED47-A28C-F951932A0BFF}"/>
              </a:ext>
            </a:extLst>
          </p:cNvPr>
          <p:cNvSpPr/>
          <p:nvPr userDrawn="1"/>
        </p:nvSpPr>
        <p:spPr>
          <a:xfrm>
            <a:off x="7105650" y="-1"/>
            <a:ext cx="1546225" cy="5143501"/>
          </a:xfrm>
          <a:prstGeom prst="rect">
            <a:avLst/>
          </a:prstGeom>
          <a:solidFill>
            <a:schemeClr val="tx1"/>
          </a:solidFill>
          <a:ln w="12700">
            <a:solidFill>
              <a:schemeClr val="bg2">
                <a:lumMod val="2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2" name="Text Placeholder 11">
            <a:extLst>
              <a:ext uri="{FF2B5EF4-FFF2-40B4-BE49-F238E27FC236}">
                <a16:creationId xmlns:a16="http://schemas.microsoft.com/office/drawing/2014/main" id="{461F58D3-DE45-3449-8FB1-982D5CD9E798}"/>
              </a:ext>
            </a:extLst>
          </p:cNvPr>
          <p:cNvSpPr>
            <a:spLocks noGrp="1"/>
          </p:cNvSpPr>
          <p:nvPr>
            <p:ph type="body" sz="quarter" idx="14" hasCustomPrompt="1"/>
          </p:nvPr>
        </p:nvSpPr>
        <p:spPr>
          <a:xfrm>
            <a:off x="7359649" y="268805"/>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29" name="Text Placeholder 2">
            <a:extLst>
              <a:ext uri="{FF2B5EF4-FFF2-40B4-BE49-F238E27FC236}">
                <a16:creationId xmlns:a16="http://schemas.microsoft.com/office/drawing/2014/main" id="{A1CC4436-7A03-CC42-9FCB-9E86D5A5136E}"/>
              </a:ext>
            </a:extLst>
          </p:cNvPr>
          <p:cNvSpPr>
            <a:spLocks noGrp="1"/>
          </p:cNvSpPr>
          <p:nvPr>
            <p:ph type="body" sz="quarter" idx="17" hasCustomPrompt="1"/>
          </p:nvPr>
        </p:nvSpPr>
        <p:spPr>
          <a:xfrm>
            <a:off x="741965" y="340219"/>
            <a:ext cx="2245781"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38" name="Image">
            <a:extLst>
              <a:ext uri="{FF2B5EF4-FFF2-40B4-BE49-F238E27FC236}">
                <a16:creationId xmlns:a16="http://schemas.microsoft.com/office/drawing/2014/main" id="{CAF69B79-F069-9A4B-8F7F-00E6EF245F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4" name="Straight Connector 13">
            <a:extLst>
              <a:ext uri="{FF2B5EF4-FFF2-40B4-BE49-F238E27FC236}">
                <a16:creationId xmlns:a16="http://schemas.microsoft.com/office/drawing/2014/main" id="{276D3422-C15E-E843-909B-1EC359B68168}"/>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5A6DDFC5-C819-024A-A53F-3335E014C363}"/>
              </a:ext>
            </a:extLst>
          </p:cNvPr>
          <p:cNvSpPr/>
          <p:nvPr userDrawn="1"/>
        </p:nvSpPr>
        <p:spPr>
          <a:xfrm>
            <a:off x="3123430" y="148185"/>
            <a:ext cx="443462" cy="183494"/>
          </a:xfrm>
          <a:prstGeom prst="rect">
            <a:avLst/>
          </a:prstGeom>
        </p:spPr>
        <p:txBody>
          <a:bodyPr wrap="none" lIns="0" tIns="0" rIns="0" bIns="0" anchor="ctr">
            <a:noAutofit/>
          </a:bodyPr>
          <a:lstStyle/>
          <a:p>
            <a:pPr marL="0" marR="0" lvl="0" indent="0" algn="r" defTabSz="309555" rtl="0" fontAlgn="auto" latinLnBrk="0" hangingPunct="0">
              <a:lnSpc>
                <a:spcPts val="1125"/>
              </a:lnSpc>
              <a:spcBef>
                <a:spcPts val="0"/>
              </a:spcBef>
              <a:spcAft>
                <a:spcPts val="0"/>
              </a:spcAft>
              <a:buClrTx/>
              <a:buSzTx/>
              <a:buFontTx/>
              <a:buNone/>
              <a:tabLst/>
            </a:pPr>
            <a:r>
              <a:rPr kumimoji="0" lang="en-US" sz="1000" b="0" i="0" u="none" strike="noStrike" cap="none" spc="-20" normalizeH="0" baseline="0">
                <a:ln>
                  <a:noFill/>
                </a:ln>
                <a:solidFill>
                  <a:schemeClr val="tx1"/>
                </a:solidFill>
                <a:effectLst/>
                <a:uFillTx/>
                <a:latin typeface="+mn-lt"/>
                <a:ea typeface="+mj-ea"/>
                <a:cs typeface="+mj-cs"/>
                <a:sym typeface="Founders Grotesk"/>
              </a:rPr>
              <a:t>ni.com</a:t>
            </a:r>
          </a:p>
        </p:txBody>
      </p:sp>
      <p:grpSp>
        <p:nvGrpSpPr>
          <p:cNvPr id="20" name="Group 19">
            <a:extLst>
              <a:ext uri="{FF2B5EF4-FFF2-40B4-BE49-F238E27FC236}">
                <a16:creationId xmlns:a16="http://schemas.microsoft.com/office/drawing/2014/main" id="{80F83A2D-0E5F-7B40-BF1F-3D292779DAF3}"/>
              </a:ext>
            </a:extLst>
          </p:cNvPr>
          <p:cNvGrpSpPr/>
          <p:nvPr userDrawn="1"/>
        </p:nvGrpSpPr>
        <p:grpSpPr>
          <a:xfrm flipH="1">
            <a:off x="241298" y="1892589"/>
            <a:ext cx="3311525" cy="2770223"/>
            <a:chOff x="143113" y="2095349"/>
            <a:chExt cx="3487500" cy="3054682"/>
          </a:xfrm>
        </p:grpSpPr>
        <p:sp>
          <p:nvSpPr>
            <p:cNvPr id="21" name="Freeform 20">
              <a:extLst>
                <a:ext uri="{FF2B5EF4-FFF2-40B4-BE49-F238E27FC236}">
                  <a16:creationId xmlns:a16="http://schemas.microsoft.com/office/drawing/2014/main" id="{621F0B2E-BAF6-AD4A-A455-4FE8E1153183}"/>
                </a:ext>
              </a:extLst>
            </p:cNvPr>
            <p:cNvSpPr/>
            <p:nvPr/>
          </p:nvSpPr>
          <p:spPr>
            <a:xfrm rot="5400000">
              <a:off x="2245001" y="3764419"/>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22" name="Straight Connector 21">
              <a:extLst>
                <a:ext uri="{FF2B5EF4-FFF2-40B4-BE49-F238E27FC236}">
                  <a16:creationId xmlns:a16="http://schemas.microsoft.com/office/drawing/2014/main" id="{2B675865-3560-B746-8C16-5A7A468610C1}"/>
                </a:ext>
              </a:extLst>
            </p:cNvPr>
            <p:cNvCxnSpPr>
              <a:cxnSpLocks/>
            </p:cNvCxnSpPr>
            <p:nvPr userDrawn="1"/>
          </p:nvCxnSpPr>
          <p:spPr>
            <a:xfrm flipH="1" flipV="1">
              <a:off x="3630613" y="2095349"/>
              <a:ext cx="0" cy="1668799"/>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383627-F26B-B34B-A423-8F78E7DA2022}"/>
                </a:ext>
              </a:extLst>
            </p:cNvPr>
            <p:cNvCxnSpPr>
              <a:cxnSpLocks/>
            </p:cNvCxnSpPr>
            <p:nvPr/>
          </p:nvCxnSpPr>
          <p:spPr>
            <a:xfrm flipH="1">
              <a:off x="143113" y="5150031"/>
              <a:ext cx="2102164"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4" name="Text Placeholder 24">
            <a:extLst>
              <a:ext uri="{FF2B5EF4-FFF2-40B4-BE49-F238E27FC236}">
                <a16:creationId xmlns:a16="http://schemas.microsoft.com/office/drawing/2014/main" id="{7BE3004C-2369-384D-9887-FA57DAAD4743}"/>
              </a:ext>
            </a:extLst>
          </p:cNvPr>
          <p:cNvSpPr>
            <a:spLocks noGrp="1"/>
          </p:cNvSpPr>
          <p:nvPr>
            <p:ph type="body" sz="quarter" idx="18" hasCustomPrompt="1"/>
          </p:nvPr>
        </p:nvSpPr>
        <p:spPr>
          <a:xfrm>
            <a:off x="1228725" y="409502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25" name="Text Placeholder 24">
            <a:extLst>
              <a:ext uri="{FF2B5EF4-FFF2-40B4-BE49-F238E27FC236}">
                <a16:creationId xmlns:a16="http://schemas.microsoft.com/office/drawing/2014/main" id="{F7A6E3AF-75B3-BE47-899D-5ED34EA0697B}"/>
              </a:ext>
            </a:extLst>
          </p:cNvPr>
          <p:cNvSpPr>
            <a:spLocks noGrp="1"/>
          </p:cNvSpPr>
          <p:nvPr>
            <p:ph type="body" sz="quarter" idx="19" hasCustomPrompt="1"/>
          </p:nvPr>
        </p:nvSpPr>
        <p:spPr>
          <a:xfrm>
            <a:off x="1228725" y="4305730"/>
            <a:ext cx="2324100" cy="291907"/>
          </a:xfrm>
          <a:prstGeom prst="rect">
            <a:avLst/>
          </a:prstGeom>
        </p:spPr>
        <p:txBody>
          <a:bodyPr lIns="0" tIns="0" rIns="0" bIns="0" anchor="t"/>
          <a:lstStyle>
            <a:lvl1pPr algn="r">
              <a:defRPr sz="100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26" name="Text Placeholder 11">
            <a:extLst>
              <a:ext uri="{FF2B5EF4-FFF2-40B4-BE49-F238E27FC236}">
                <a16:creationId xmlns:a16="http://schemas.microsoft.com/office/drawing/2014/main" id="{783A2A97-1116-DF49-9F1A-0757A52C80CC}"/>
              </a:ext>
            </a:extLst>
          </p:cNvPr>
          <p:cNvSpPr>
            <a:spLocks noGrp="1"/>
          </p:cNvSpPr>
          <p:nvPr>
            <p:ph type="body" sz="quarter" idx="20" hasCustomPrompt="1"/>
          </p:nvPr>
        </p:nvSpPr>
        <p:spPr>
          <a:xfrm>
            <a:off x="7359649" y="697834"/>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27" name="Text Placeholder 11">
            <a:extLst>
              <a:ext uri="{FF2B5EF4-FFF2-40B4-BE49-F238E27FC236}">
                <a16:creationId xmlns:a16="http://schemas.microsoft.com/office/drawing/2014/main" id="{C8EE8CFB-20CE-754E-83B0-6B0F4FDD1758}"/>
              </a:ext>
            </a:extLst>
          </p:cNvPr>
          <p:cNvSpPr>
            <a:spLocks noGrp="1"/>
          </p:cNvSpPr>
          <p:nvPr>
            <p:ph type="body" sz="quarter" idx="21" hasCustomPrompt="1"/>
          </p:nvPr>
        </p:nvSpPr>
        <p:spPr>
          <a:xfrm>
            <a:off x="7359649" y="2216671"/>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28" name="Text Placeholder 11">
            <a:extLst>
              <a:ext uri="{FF2B5EF4-FFF2-40B4-BE49-F238E27FC236}">
                <a16:creationId xmlns:a16="http://schemas.microsoft.com/office/drawing/2014/main" id="{B4FD18C8-831F-0B4F-AAA0-D62BCC063E13}"/>
              </a:ext>
            </a:extLst>
          </p:cNvPr>
          <p:cNvSpPr>
            <a:spLocks noGrp="1"/>
          </p:cNvSpPr>
          <p:nvPr>
            <p:ph type="body" sz="quarter" idx="22" hasCustomPrompt="1"/>
          </p:nvPr>
        </p:nvSpPr>
        <p:spPr>
          <a:xfrm>
            <a:off x="7359649" y="2645700"/>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30" name="Text Placeholder 11">
            <a:extLst>
              <a:ext uri="{FF2B5EF4-FFF2-40B4-BE49-F238E27FC236}">
                <a16:creationId xmlns:a16="http://schemas.microsoft.com/office/drawing/2014/main" id="{ABEFE6F0-BCA9-324B-B281-0ECDFFE62E76}"/>
              </a:ext>
            </a:extLst>
          </p:cNvPr>
          <p:cNvSpPr>
            <a:spLocks noGrp="1"/>
          </p:cNvSpPr>
          <p:nvPr>
            <p:ph type="body" sz="quarter" idx="23" hasCustomPrompt="1"/>
          </p:nvPr>
        </p:nvSpPr>
        <p:spPr>
          <a:xfrm>
            <a:off x="7359649" y="4246948"/>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31" name="Text Placeholder 11">
            <a:extLst>
              <a:ext uri="{FF2B5EF4-FFF2-40B4-BE49-F238E27FC236}">
                <a16:creationId xmlns:a16="http://schemas.microsoft.com/office/drawing/2014/main" id="{7A4F6431-7C8C-0D4E-9FB9-DD110EB8CCC2}"/>
              </a:ext>
            </a:extLst>
          </p:cNvPr>
          <p:cNvSpPr>
            <a:spLocks noGrp="1"/>
          </p:cNvSpPr>
          <p:nvPr>
            <p:ph type="body" sz="quarter" idx="24" hasCustomPrompt="1"/>
          </p:nvPr>
        </p:nvSpPr>
        <p:spPr>
          <a:xfrm>
            <a:off x="7359649" y="4675977"/>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4" name="Text Placeholder 3">
            <a:extLst>
              <a:ext uri="{FF2B5EF4-FFF2-40B4-BE49-F238E27FC236}">
                <a16:creationId xmlns:a16="http://schemas.microsoft.com/office/drawing/2014/main" id="{7743356B-A00E-BE47-970E-54D7E1C17F2A}"/>
              </a:ext>
            </a:extLst>
          </p:cNvPr>
          <p:cNvSpPr>
            <a:spLocks noGrp="1"/>
          </p:cNvSpPr>
          <p:nvPr>
            <p:ph type="body" sz="quarter" idx="25" hasCustomPrompt="1"/>
          </p:nvPr>
        </p:nvSpPr>
        <p:spPr>
          <a:xfrm>
            <a:off x="492125" y="1832300"/>
            <a:ext cx="3074988" cy="2022227"/>
          </a:xfrm>
          <a:prstGeom prst="rect">
            <a:avLst/>
          </a:prstGeom>
        </p:spPr>
        <p:txBody>
          <a:bodyPr vert="horz" wrap="square" lIns="0" tIns="0" rIns="0" bIns="0" rtlCol="0" anchor="t">
            <a:noAutofit/>
          </a:bodyPr>
          <a:lstStyle>
            <a:lvl1pPr>
              <a:defRPr kumimoji="0" lang="en-US" sz="1600" u="none" strike="noStrike" kern="1000" cap="none" spc="0" normalizeH="0" dirty="0">
                <a:ln>
                  <a:noFill/>
                </a:ln>
                <a:solidFill>
                  <a:schemeClr val="tx2"/>
                </a:solidFill>
                <a:effectLst/>
                <a:uFillTx/>
                <a:latin typeface="+mj-lt"/>
                <a:sym typeface="Founders Grotesk"/>
              </a:defRPr>
            </a:lvl1pPr>
          </a:lstStyle>
          <a:p>
            <a:pPr lvl="0">
              <a:spcBef>
                <a:spcPct val="0"/>
              </a:spcBef>
              <a:buClrTx/>
              <a:buSzTx/>
              <a:buFontTx/>
              <a:tabLst/>
            </a:pPr>
            <a:r>
              <a:rPr lang="en-US" sz="1800"/>
              <a:t>Place your quote here. Place your quote here. Place your quote here. Place your quote here.</a:t>
            </a:r>
          </a:p>
        </p:txBody>
      </p:sp>
      <p:sp>
        <p:nvSpPr>
          <p:cNvPr id="32" name="Rectangle 31">
            <a:extLst>
              <a:ext uri="{FF2B5EF4-FFF2-40B4-BE49-F238E27FC236}">
                <a16:creationId xmlns:a16="http://schemas.microsoft.com/office/drawing/2014/main" id="{86157FBE-7B63-E241-ADFF-0846B465CFBA}"/>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87985027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1_Customer Story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076DD0A-2DE2-294B-A520-6268B2AE3359}"/>
              </a:ext>
            </a:extLst>
          </p:cNvPr>
          <p:cNvSpPr/>
          <p:nvPr userDrawn="1"/>
        </p:nvSpPr>
        <p:spPr>
          <a:xfrm>
            <a:off x="227414" y="4667627"/>
            <a:ext cx="736644" cy="276999"/>
          </a:xfrm>
          <a:prstGeom prst="rect">
            <a:avLst/>
          </a:prstGeom>
        </p:spPr>
        <p:txBody>
          <a:bodyPr wrap="none" lIns="0" tIns="0" rIns="0" bIns="0" anchor="b">
            <a:noAutofit/>
          </a:bodyPr>
          <a:lstStyle/>
          <a:p>
            <a:pPr lvl="0"/>
            <a:r>
              <a:rPr lang="en-US" sz="1000" spc="-20" baseline="0">
                <a:solidFill>
                  <a:schemeClr val="tx1"/>
                </a:solidFill>
              </a:rPr>
              <a:t>ni.com</a:t>
            </a:r>
          </a:p>
        </p:txBody>
      </p:sp>
      <p:sp>
        <p:nvSpPr>
          <p:cNvPr id="23" name="Text Placeholder 2">
            <a:extLst>
              <a:ext uri="{FF2B5EF4-FFF2-40B4-BE49-F238E27FC236}">
                <a16:creationId xmlns:a16="http://schemas.microsoft.com/office/drawing/2014/main" id="{13841CEA-524D-334B-886F-EADBA3DB3B3F}"/>
              </a:ext>
            </a:extLst>
          </p:cNvPr>
          <p:cNvSpPr>
            <a:spLocks noGrp="1"/>
          </p:cNvSpPr>
          <p:nvPr>
            <p:ph type="body" sz="quarter" idx="19" hasCustomPrompt="1"/>
          </p:nvPr>
        </p:nvSpPr>
        <p:spPr>
          <a:xfrm>
            <a:off x="736601" y="2206794"/>
            <a:ext cx="7905748" cy="1534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24" name="Text Placeholder 4">
            <a:extLst>
              <a:ext uri="{FF2B5EF4-FFF2-40B4-BE49-F238E27FC236}">
                <a16:creationId xmlns:a16="http://schemas.microsoft.com/office/drawing/2014/main" id="{88AD20AE-58EE-794E-BF76-F37A9AB3F520}"/>
              </a:ext>
            </a:extLst>
          </p:cNvPr>
          <p:cNvSpPr>
            <a:spLocks noGrp="1"/>
          </p:cNvSpPr>
          <p:nvPr>
            <p:ph type="body" sz="quarter" idx="20" hasCustomPrompt="1"/>
          </p:nvPr>
        </p:nvSpPr>
        <p:spPr>
          <a:xfrm>
            <a:off x="736602" y="2453991"/>
            <a:ext cx="7905748" cy="479709"/>
          </a:xfrm>
          <a:prstGeom prst="rect">
            <a:avLst/>
          </a:prstGeom>
        </p:spPr>
        <p:txBody>
          <a:bodyPr vert="horz" wrap="square" lIns="0" tIns="0" rIns="0" bIns="0" rtlCol="0" anchor="t">
            <a:noAutofit/>
          </a:bodyPr>
          <a:lstStyle>
            <a:lvl1pPr>
              <a:defRPr lang="en-US" sz="2800" kern="1000" spc="0" dirty="0">
                <a:latin typeface="+mj-lt"/>
              </a:defRPr>
            </a:lvl1pPr>
          </a:lstStyle>
          <a:p>
            <a:pPr lvl="0">
              <a:spcBef>
                <a:spcPct val="0"/>
              </a:spcBef>
            </a:pPr>
            <a:r>
              <a:rPr lang="en-US"/>
              <a:t>Customer Story Heading</a:t>
            </a:r>
          </a:p>
        </p:txBody>
      </p:sp>
      <p:sp>
        <p:nvSpPr>
          <p:cNvPr id="12" name="Text Placeholder 2">
            <a:extLst>
              <a:ext uri="{FF2B5EF4-FFF2-40B4-BE49-F238E27FC236}">
                <a16:creationId xmlns:a16="http://schemas.microsoft.com/office/drawing/2014/main" id="{2A86A67F-6951-894E-9250-E633CE0061AA}"/>
              </a:ext>
            </a:extLst>
          </p:cNvPr>
          <p:cNvSpPr>
            <a:spLocks noGrp="1"/>
          </p:cNvSpPr>
          <p:nvPr>
            <p:ph type="body" sz="quarter" idx="18" hasCustomPrompt="1"/>
          </p:nvPr>
        </p:nvSpPr>
        <p:spPr>
          <a:xfrm>
            <a:off x="736600" y="3040466"/>
            <a:ext cx="7905735" cy="1227085"/>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3" name="Freeform 12">
            <a:extLst>
              <a:ext uri="{FF2B5EF4-FFF2-40B4-BE49-F238E27FC236}">
                <a16:creationId xmlns:a16="http://schemas.microsoft.com/office/drawing/2014/main" id="{D6FA260E-52D6-6F44-8999-DB1C2AF2274E}"/>
              </a:ext>
            </a:extLst>
          </p:cNvPr>
          <p:cNvSpPr/>
          <p:nvPr userDrawn="1"/>
        </p:nvSpPr>
        <p:spPr>
          <a:xfrm rot="16200000" flipH="1">
            <a:off x="288649" y="3371775"/>
            <a:ext cx="1227085" cy="1315433"/>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sp>
        <p:nvSpPr>
          <p:cNvPr id="14" name="Picture Placeholder 31">
            <a:extLst>
              <a:ext uri="{FF2B5EF4-FFF2-40B4-BE49-F238E27FC236}">
                <a16:creationId xmlns:a16="http://schemas.microsoft.com/office/drawing/2014/main" id="{EF6A3635-BEB4-C946-9274-65FCAAC33CED}"/>
              </a:ext>
            </a:extLst>
          </p:cNvPr>
          <p:cNvSpPr>
            <a:spLocks noGrp="1"/>
          </p:cNvSpPr>
          <p:nvPr>
            <p:ph type="pic" sz="quarter" idx="21"/>
          </p:nvPr>
        </p:nvSpPr>
        <p:spPr>
          <a:xfrm>
            <a:off x="-7493" y="0"/>
            <a:ext cx="9144001" cy="2113083"/>
          </a:xfrm>
          <a:custGeom>
            <a:avLst/>
            <a:gdLst>
              <a:gd name="connsiteX0" fmla="*/ 0 w 9144001"/>
              <a:gd name="connsiteY0" fmla="*/ 0 h 2571750"/>
              <a:gd name="connsiteX1" fmla="*/ 7493 w 9144001"/>
              <a:gd name="connsiteY1" fmla="*/ 0 h 2571750"/>
              <a:gd name="connsiteX2" fmla="*/ 7493 w 9144001"/>
              <a:gd name="connsiteY2" fmla="*/ 830388 h 2571750"/>
              <a:gd name="connsiteX3" fmla="*/ 976757 w 9144001"/>
              <a:gd name="connsiteY3" fmla="*/ 83038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0 h 2571750"/>
              <a:gd name="connsiteX1" fmla="*/ 7493 w 9144001"/>
              <a:gd name="connsiteY1" fmla="*/ 0 h 2571750"/>
              <a:gd name="connsiteX2" fmla="*/ 7493 w 9144001"/>
              <a:gd name="connsiteY2" fmla="*/ 830388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61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295255"/>
              <a:gd name="connsiteY0" fmla="*/ 1054308 h 2571750"/>
              <a:gd name="connsiteX1" fmla="*/ 158747 w 9295255"/>
              <a:gd name="connsiteY1" fmla="*/ 0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295255"/>
              <a:gd name="connsiteY0" fmla="*/ 1054308 h 2571750"/>
              <a:gd name="connsiteX1" fmla="*/ 289376 w 9295255"/>
              <a:gd name="connsiteY1" fmla="*/ 1891059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144001"/>
              <a:gd name="connsiteY0" fmla="*/ 2571750 h 2571750"/>
              <a:gd name="connsiteX1" fmla="*/ 138122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1148637 w 9144001"/>
              <a:gd name="connsiteY3" fmla="*/ 1031209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76757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2571750">
                <a:moveTo>
                  <a:pt x="0" y="2571750"/>
                </a:moveTo>
                <a:lnTo>
                  <a:pt x="618" y="1891059"/>
                </a:lnTo>
                <a:cubicBezTo>
                  <a:pt x="2910" y="2229217"/>
                  <a:pt x="12076" y="676316"/>
                  <a:pt x="14368" y="1014474"/>
                </a:cubicBezTo>
                <a:lnTo>
                  <a:pt x="976757" y="1014474"/>
                </a:lnTo>
                <a:cubicBezTo>
                  <a:pt x="979049" y="670738"/>
                  <a:pt x="974465" y="343736"/>
                  <a:pt x="976757" y="0"/>
                </a:cubicBezTo>
                <a:lnTo>
                  <a:pt x="9144001" y="0"/>
                </a:lnTo>
                <a:lnTo>
                  <a:pt x="9144001" y="2571750"/>
                </a:lnTo>
                <a:lnTo>
                  <a:pt x="0" y="2571750"/>
                </a:lnTo>
                <a:close/>
              </a:path>
            </a:pathLst>
          </a:cu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grpSp>
        <p:nvGrpSpPr>
          <p:cNvPr id="15" name="Group 14">
            <a:extLst>
              <a:ext uri="{FF2B5EF4-FFF2-40B4-BE49-F238E27FC236}">
                <a16:creationId xmlns:a16="http://schemas.microsoft.com/office/drawing/2014/main" id="{8ED4AA98-32E8-404F-8486-E2CC4F1EC576}"/>
              </a:ext>
            </a:extLst>
          </p:cNvPr>
          <p:cNvGrpSpPr/>
          <p:nvPr userDrawn="1"/>
        </p:nvGrpSpPr>
        <p:grpSpPr>
          <a:xfrm>
            <a:off x="0" y="0"/>
            <a:ext cx="976756" cy="830388"/>
            <a:chOff x="0" y="0"/>
            <a:chExt cx="976756" cy="830388"/>
          </a:xfrm>
        </p:grpSpPr>
        <p:sp>
          <p:nvSpPr>
            <p:cNvPr id="16" name="Rectangle 15">
              <a:extLst>
                <a:ext uri="{FF2B5EF4-FFF2-40B4-BE49-F238E27FC236}">
                  <a16:creationId xmlns:a16="http://schemas.microsoft.com/office/drawing/2014/main" id="{13C1AD95-F671-1943-84DD-2E6B7D3586E7}"/>
                </a:ext>
              </a:extLst>
            </p:cNvPr>
            <p:cNvSpPr/>
            <p:nvPr userDrawn="1"/>
          </p:nvSpPr>
          <p:spPr>
            <a:xfrm>
              <a:off x="0" y="0"/>
              <a:ext cx="976756" cy="830388"/>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7" name="Image">
              <a:extLst>
                <a:ext uri="{FF2B5EF4-FFF2-40B4-BE49-F238E27FC236}">
                  <a16:creationId xmlns:a16="http://schemas.microsoft.com/office/drawing/2014/main" id="{B0A59DCE-C4DF-DD42-BF0A-5825E33E38D4}"/>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grpSp>
      <p:sp>
        <p:nvSpPr>
          <p:cNvPr id="11" name="Rectangle 10">
            <a:extLst>
              <a:ext uri="{FF2B5EF4-FFF2-40B4-BE49-F238E27FC236}">
                <a16:creationId xmlns:a16="http://schemas.microsoft.com/office/drawing/2014/main" id="{3249F4E9-F009-FD48-8611-838F9005F0B8}"/>
              </a:ext>
            </a:extLst>
          </p:cNvPr>
          <p:cNvSpPr/>
          <p:nvPr userDrawn="1"/>
        </p:nvSpPr>
        <p:spPr>
          <a:xfrm>
            <a:off x="7353300" y="4900613"/>
            <a:ext cx="1289050" cy="242886"/>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80216821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2_Customer Story With Quote 2">
    <p:spTree>
      <p:nvGrpSpPr>
        <p:cNvPr id="1" name=""/>
        <p:cNvGrpSpPr/>
        <p:nvPr/>
      </p:nvGrpSpPr>
      <p:grpSpPr>
        <a:xfrm>
          <a:off x="0" y="0"/>
          <a:ext cx="0" cy="0"/>
          <a:chOff x="0" y="0"/>
          <a:chExt cx="0" cy="0"/>
        </a:xfrm>
      </p:grpSpPr>
      <p:sp>
        <p:nvSpPr>
          <p:cNvPr id="20" name="Picture Placeholder 31">
            <a:extLst>
              <a:ext uri="{FF2B5EF4-FFF2-40B4-BE49-F238E27FC236}">
                <a16:creationId xmlns:a16="http://schemas.microsoft.com/office/drawing/2014/main" id="{E8A6A484-84E1-9C4A-BE1B-218336379D8B}"/>
              </a:ext>
            </a:extLst>
          </p:cNvPr>
          <p:cNvSpPr>
            <a:spLocks noGrp="1"/>
          </p:cNvSpPr>
          <p:nvPr>
            <p:ph type="pic" sz="quarter" idx="21"/>
          </p:nvPr>
        </p:nvSpPr>
        <p:spPr>
          <a:xfrm>
            <a:off x="-7493" y="0"/>
            <a:ext cx="9144001" cy="2113083"/>
          </a:xfrm>
          <a:custGeom>
            <a:avLst/>
            <a:gdLst>
              <a:gd name="connsiteX0" fmla="*/ 0 w 9144001"/>
              <a:gd name="connsiteY0" fmla="*/ 0 h 2571750"/>
              <a:gd name="connsiteX1" fmla="*/ 7493 w 9144001"/>
              <a:gd name="connsiteY1" fmla="*/ 0 h 2571750"/>
              <a:gd name="connsiteX2" fmla="*/ 7493 w 9144001"/>
              <a:gd name="connsiteY2" fmla="*/ 830388 h 2571750"/>
              <a:gd name="connsiteX3" fmla="*/ 976757 w 9144001"/>
              <a:gd name="connsiteY3" fmla="*/ 83038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0 h 2571750"/>
              <a:gd name="connsiteX1" fmla="*/ 7493 w 9144001"/>
              <a:gd name="connsiteY1" fmla="*/ 0 h 2571750"/>
              <a:gd name="connsiteX2" fmla="*/ 7493 w 9144001"/>
              <a:gd name="connsiteY2" fmla="*/ 830388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61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295255"/>
              <a:gd name="connsiteY0" fmla="*/ 1054308 h 2571750"/>
              <a:gd name="connsiteX1" fmla="*/ 158747 w 9295255"/>
              <a:gd name="connsiteY1" fmla="*/ 0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295255"/>
              <a:gd name="connsiteY0" fmla="*/ 1054308 h 2571750"/>
              <a:gd name="connsiteX1" fmla="*/ 289376 w 9295255"/>
              <a:gd name="connsiteY1" fmla="*/ 1891059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144001"/>
              <a:gd name="connsiteY0" fmla="*/ 2571750 h 2571750"/>
              <a:gd name="connsiteX1" fmla="*/ 138122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1148637 w 9144001"/>
              <a:gd name="connsiteY3" fmla="*/ 1031209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76757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2571750">
                <a:moveTo>
                  <a:pt x="0" y="2571750"/>
                </a:moveTo>
                <a:lnTo>
                  <a:pt x="618" y="1891059"/>
                </a:lnTo>
                <a:cubicBezTo>
                  <a:pt x="2910" y="2229217"/>
                  <a:pt x="12076" y="676316"/>
                  <a:pt x="14368" y="1014474"/>
                </a:cubicBezTo>
                <a:lnTo>
                  <a:pt x="976757" y="1014474"/>
                </a:lnTo>
                <a:cubicBezTo>
                  <a:pt x="979049" y="670738"/>
                  <a:pt x="974465" y="343736"/>
                  <a:pt x="976757" y="0"/>
                </a:cubicBezTo>
                <a:lnTo>
                  <a:pt x="9144001" y="0"/>
                </a:lnTo>
                <a:lnTo>
                  <a:pt x="9144001" y="2571750"/>
                </a:lnTo>
                <a:lnTo>
                  <a:pt x="0" y="2571750"/>
                </a:lnTo>
                <a:close/>
              </a:path>
            </a:pathLst>
          </a:cu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42" name="Title Placeholder 1">
            <a:extLst>
              <a:ext uri="{FF2B5EF4-FFF2-40B4-BE49-F238E27FC236}">
                <a16:creationId xmlns:a16="http://schemas.microsoft.com/office/drawing/2014/main" id="{15260148-DF88-B840-90EE-0C47D3327631}"/>
              </a:ext>
            </a:extLst>
          </p:cNvPr>
          <p:cNvSpPr>
            <a:spLocks noGrp="1"/>
          </p:cNvSpPr>
          <p:nvPr>
            <p:ph type="title" hasCustomPrompt="1"/>
          </p:nvPr>
        </p:nvSpPr>
        <p:spPr>
          <a:xfrm>
            <a:off x="736599" y="3132639"/>
            <a:ext cx="7905748" cy="1033322"/>
          </a:xfrm>
          <a:prstGeom prst="rect">
            <a:avLst/>
          </a:prstGeom>
        </p:spPr>
        <p:txBody>
          <a:bodyPr vert="horz" wrap="square" lIns="0" tIns="0" rIns="0" bIns="0" rtlCol="0" anchor="t">
            <a:noAutofit/>
          </a:bodyPr>
          <a:lstStyle>
            <a:lvl1pPr algn="l">
              <a:defRPr lang="en-US" sz="1600" dirty="0">
                <a:solidFill>
                  <a:schemeClr val="tx2"/>
                </a:solidFill>
              </a:defRPr>
            </a:lvl1pPr>
          </a:lstStyle>
          <a:p>
            <a:pPr lvl="0">
              <a:lnSpc>
                <a:spcPct val="100000"/>
              </a:lnSpc>
            </a:pPr>
            <a:r>
              <a:rPr lang="en-US"/>
              <a:t>Place your quote here. Place your quote here. Place your quote here. </a:t>
            </a:r>
          </a:p>
        </p:txBody>
      </p:sp>
      <p:grpSp>
        <p:nvGrpSpPr>
          <p:cNvPr id="43" name="Group 42">
            <a:extLst>
              <a:ext uri="{FF2B5EF4-FFF2-40B4-BE49-F238E27FC236}">
                <a16:creationId xmlns:a16="http://schemas.microsoft.com/office/drawing/2014/main" id="{62CC6AA5-C1EF-0548-9CE8-F9BF6B1A4B1D}"/>
              </a:ext>
            </a:extLst>
          </p:cNvPr>
          <p:cNvGrpSpPr/>
          <p:nvPr userDrawn="1"/>
        </p:nvGrpSpPr>
        <p:grpSpPr>
          <a:xfrm flipV="1">
            <a:off x="244475" y="2453991"/>
            <a:ext cx="8645525" cy="2189043"/>
            <a:chOff x="253999" y="256470"/>
            <a:chExt cx="9104950" cy="2472337"/>
          </a:xfrm>
        </p:grpSpPr>
        <p:grpSp>
          <p:nvGrpSpPr>
            <p:cNvPr id="44" name="Group 43">
              <a:extLst>
                <a:ext uri="{FF2B5EF4-FFF2-40B4-BE49-F238E27FC236}">
                  <a16:creationId xmlns:a16="http://schemas.microsoft.com/office/drawing/2014/main" id="{B9378DBA-50B5-3A48-8C5E-45B29DAB382E}"/>
                </a:ext>
              </a:extLst>
            </p:cNvPr>
            <p:cNvGrpSpPr/>
            <p:nvPr userDrawn="1"/>
          </p:nvGrpSpPr>
          <p:grpSpPr>
            <a:xfrm flipH="1" flipV="1">
              <a:off x="253999" y="256470"/>
              <a:ext cx="2929039" cy="2472337"/>
              <a:chOff x="701574" y="2423516"/>
              <a:chExt cx="2929039" cy="2472337"/>
            </a:xfrm>
          </p:grpSpPr>
          <p:sp>
            <p:nvSpPr>
              <p:cNvPr id="46" name="Freeform 45">
                <a:extLst>
                  <a:ext uri="{FF2B5EF4-FFF2-40B4-BE49-F238E27FC236}">
                    <a16:creationId xmlns:a16="http://schemas.microsoft.com/office/drawing/2014/main" id="{D989985E-5187-0949-8871-D63CF18A6327}"/>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7" name="Straight Connector 46">
                <a:extLst>
                  <a:ext uri="{FF2B5EF4-FFF2-40B4-BE49-F238E27FC236}">
                    <a16:creationId xmlns:a16="http://schemas.microsoft.com/office/drawing/2014/main" id="{7A073211-F272-8D4B-9561-18C82AF51382}"/>
                  </a:ext>
                </a:extLst>
              </p:cNvPr>
              <p:cNvCxnSpPr>
                <a:cxnSpLocks/>
              </p:cNvCxnSpPr>
              <p:nvPr userDrawn="1"/>
            </p:nvCxnSpPr>
            <p:spPr>
              <a:xfrm flipH="1" flipV="1">
                <a:off x="3630613" y="2423516"/>
                <a:ext cx="0" cy="1086455"/>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E9CB451-215A-024F-9057-56EAB4F18CC1}"/>
                  </a:ext>
                </a:extLst>
              </p:cNvPr>
              <p:cNvCxnSpPr>
                <a:cxnSpLocks/>
              </p:cNvCxnSpPr>
              <p:nvPr/>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6478B1C9-CD78-C845-BDE3-22BDE7CDE976}"/>
                </a:ext>
              </a:extLst>
            </p:cNvPr>
            <p:cNvCxnSpPr>
              <a:cxnSpLocks/>
            </p:cNvCxnSpPr>
            <p:nvPr userDrawn="1"/>
          </p:nvCxnSpPr>
          <p:spPr>
            <a:xfrm flipV="1">
              <a:off x="3183038" y="256470"/>
              <a:ext cx="6175911"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sp>
        <p:nvSpPr>
          <p:cNvPr id="50" name="Text Placeholder 24">
            <a:extLst>
              <a:ext uri="{FF2B5EF4-FFF2-40B4-BE49-F238E27FC236}">
                <a16:creationId xmlns:a16="http://schemas.microsoft.com/office/drawing/2014/main" id="{8471C3B6-5F99-5E48-8910-59FA055EC8E9}"/>
              </a:ext>
            </a:extLst>
          </p:cNvPr>
          <p:cNvSpPr>
            <a:spLocks noGrp="1"/>
          </p:cNvSpPr>
          <p:nvPr>
            <p:ph type="body" sz="quarter" idx="16" hasCustomPrompt="1"/>
          </p:nvPr>
        </p:nvSpPr>
        <p:spPr>
          <a:xfrm>
            <a:off x="6318238" y="4174746"/>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51" name="Text Placeholder 24">
            <a:extLst>
              <a:ext uri="{FF2B5EF4-FFF2-40B4-BE49-F238E27FC236}">
                <a16:creationId xmlns:a16="http://schemas.microsoft.com/office/drawing/2014/main" id="{CEE1B424-793B-AD4A-8311-9DB301636339}"/>
              </a:ext>
            </a:extLst>
          </p:cNvPr>
          <p:cNvSpPr>
            <a:spLocks noGrp="1"/>
          </p:cNvSpPr>
          <p:nvPr>
            <p:ph type="body" sz="quarter" idx="17" hasCustomPrompt="1"/>
          </p:nvPr>
        </p:nvSpPr>
        <p:spPr>
          <a:xfrm>
            <a:off x="6318238" y="4385456"/>
            <a:ext cx="2324100" cy="207664"/>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91C31525-13D6-6647-85D8-3A22B819A073}"/>
              </a:ext>
            </a:extLst>
          </p:cNvPr>
          <p:cNvSpPr/>
          <p:nvPr userDrawn="1"/>
        </p:nvSpPr>
        <p:spPr>
          <a:xfrm>
            <a:off x="234906" y="4667627"/>
            <a:ext cx="736644" cy="276999"/>
          </a:xfrm>
          <a:prstGeom prst="rect">
            <a:avLst/>
          </a:prstGeom>
        </p:spPr>
        <p:txBody>
          <a:bodyPr wrap="none" lIns="0" tIns="0" rIns="0" bIns="0" anchor="b">
            <a:noAutofit/>
          </a:bodyPr>
          <a:lstStyle/>
          <a:p>
            <a:pPr lvl="0"/>
            <a:r>
              <a:rPr lang="en-US" sz="1000" spc="-20" baseline="0">
                <a:solidFill>
                  <a:schemeClr val="tx1"/>
                </a:solidFill>
              </a:rPr>
              <a:t>ni.com</a:t>
            </a:r>
          </a:p>
        </p:txBody>
      </p:sp>
      <p:sp>
        <p:nvSpPr>
          <p:cNvPr id="21" name="Text Placeholder 2">
            <a:extLst>
              <a:ext uri="{FF2B5EF4-FFF2-40B4-BE49-F238E27FC236}">
                <a16:creationId xmlns:a16="http://schemas.microsoft.com/office/drawing/2014/main" id="{C7582ED6-B11E-2840-BC16-8AA55377756B}"/>
              </a:ext>
            </a:extLst>
          </p:cNvPr>
          <p:cNvSpPr>
            <a:spLocks noGrp="1"/>
          </p:cNvSpPr>
          <p:nvPr>
            <p:ph type="body" sz="quarter" idx="18" hasCustomPrompt="1"/>
          </p:nvPr>
        </p:nvSpPr>
        <p:spPr>
          <a:xfrm>
            <a:off x="736599" y="2206794"/>
            <a:ext cx="7905739" cy="1534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5" name="Text Placeholder 4">
            <a:extLst>
              <a:ext uri="{FF2B5EF4-FFF2-40B4-BE49-F238E27FC236}">
                <a16:creationId xmlns:a16="http://schemas.microsoft.com/office/drawing/2014/main" id="{BC3DE98B-3528-A744-86A4-DCFFB947339A}"/>
              </a:ext>
            </a:extLst>
          </p:cNvPr>
          <p:cNvSpPr>
            <a:spLocks noGrp="1"/>
          </p:cNvSpPr>
          <p:nvPr>
            <p:ph type="body" sz="quarter" idx="19" hasCustomPrompt="1"/>
          </p:nvPr>
        </p:nvSpPr>
        <p:spPr>
          <a:xfrm>
            <a:off x="736600" y="2453991"/>
            <a:ext cx="7905739" cy="479709"/>
          </a:xfrm>
          <a:prstGeom prst="rect">
            <a:avLst/>
          </a:prstGeom>
        </p:spPr>
        <p:txBody>
          <a:bodyPr vert="horz" wrap="square" lIns="0" tIns="0" rIns="0" bIns="0" rtlCol="0" anchor="t">
            <a:noAutofit/>
          </a:bodyPr>
          <a:lstStyle>
            <a:lvl1pPr>
              <a:defRPr lang="en-US" sz="2800" kern="1000" spc="0" dirty="0">
                <a:latin typeface="+mj-lt"/>
              </a:defRPr>
            </a:lvl1pPr>
          </a:lstStyle>
          <a:p>
            <a:pPr lvl="0">
              <a:spcBef>
                <a:spcPct val="0"/>
              </a:spcBef>
            </a:pPr>
            <a:r>
              <a:rPr lang="en-US"/>
              <a:t>Customer Story Heading</a:t>
            </a:r>
          </a:p>
        </p:txBody>
      </p:sp>
      <p:grpSp>
        <p:nvGrpSpPr>
          <p:cNvPr id="28" name="Group 27">
            <a:extLst>
              <a:ext uri="{FF2B5EF4-FFF2-40B4-BE49-F238E27FC236}">
                <a16:creationId xmlns:a16="http://schemas.microsoft.com/office/drawing/2014/main" id="{30682D7F-A8E4-E647-824A-A3055BB67211}"/>
              </a:ext>
            </a:extLst>
          </p:cNvPr>
          <p:cNvGrpSpPr/>
          <p:nvPr userDrawn="1"/>
        </p:nvGrpSpPr>
        <p:grpSpPr>
          <a:xfrm>
            <a:off x="0" y="0"/>
            <a:ext cx="976756" cy="830388"/>
            <a:chOff x="0" y="0"/>
            <a:chExt cx="976756" cy="830388"/>
          </a:xfrm>
        </p:grpSpPr>
        <p:sp>
          <p:nvSpPr>
            <p:cNvPr id="29" name="Rectangle 28">
              <a:extLst>
                <a:ext uri="{FF2B5EF4-FFF2-40B4-BE49-F238E27FC236}">
                  <a16:creationId xmlns:a16="http://schemas.microsoft.com/office/drawing/2014/main" id="{41EFDE17-815B-C744-AB1E-F53555C77370}"/>
                </a:ext>
              </a:extLst>
            </p:cNvPr>
            <p:cNvSpPr/>
            <p:nvPr userDrawn="1"/>
          </p:nvSpPr>
          <p:spPr>
            <a:xfrm>
              <a:off x="0" y="0"/>
              <a:ext cx="976756" cy="830388"/>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30" name="Image">
              <a:extLst>
                <a:ext uri="{FF2B5EF4-FFF2-40B4-BE49-F238E27FC236}">
                  <a16:creationId xmlns:a16="http://schemas.microsoft.com/office/drawing/2014/main" id="{2A4BE874-D293-184D-B0A4-EC203483EF10}"/>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grpSp>
      <p:sp>
        <p:nvSpPr>
          <p:cNvPr id="22" name="Rectangle 21">
            <a:extLst>
              <a:ext uri="{FF2B5EF4-FFF2-40B4-BE49-F238E27FC236}">
                <a16:creationId xmlns:a16="http://schemas.microsoft.com/office/drawing/2014/main" id="{051B143D-8B50-E047-9C98-87A9D478C484}"/>
              </a:ext>
            </a:extLst>
          </p:cNvPr>
          <p:cNvSpPr/>
          <p:nvPr userDrawn="1"/>
        </p:nvSpPr>
        <p:spPr>
          <a:xfrm>
            <a:off x="7353300" y="4900613"/>
            <a:ext cx="1289050" cy="242886"/>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4787872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1_Quote Slide">
    <p:spTree>
      <p:nvGrpSpPr>
        <p:cNvPr id="1" name=""/>
        <p:cNvGrpSpPr/>
        <p:nvPr/>
      </p:nvGrpSpPr>
      <p:grpSpPr>
        <a:xfrm>
          <a:off x="0" y="0"/>
          <a:ext cx="0" cy="0"/>
          <a:chOff x="0" y="0"/>
          <a:chExt cx="0" cy="0"/>
        </a:xfrm>
      </p:grpSpPr>
      <p:sp>
        <p:nvSpPr>
          <p:cNvPr id="81" name="Picture Placeholder 80">
            <a:extLst>
              <a:ext uri="{FF2B5EF4-FFF2-40B4-BE49-F238E27FC236}">
                <a16:creationId xmlns:a16="http://schemas.microsoft.com/office/drawing/2014/main" id="{AEE067B2-F4B1-2441-A56D-BD1587AB4B4B}"/>
              </a:ext>
            </a:extLst>
          </p:cNvPr>
          <p:cNvSpPr>
            <a:spLocks noGrp="1"/>
          </p:cNvSpPr>
          <p:nvPr>
            <p:ph type="pic" sz="quarter" idx="18"/>
          </p:nvPr>
        </p:nvSpPr>
        <p:spPr>
          <a:xfrm>
            <a:off x="6605588" y="1023938"/>
            <a:ext cx="2538412" cy="3095625"/>
          </a:xfrm>
          <a:custGeom>
            <a:avLst/>
            <a:gdLst>
              <a:gd name="connsiteX0" fmla="*/ 453275 w 2538412"/>
              <a:gd name="connsiteY0" fmla="*/ 0 h 3095625"/>
              <a:gd name="connsiteX1" fmla="*/ 2538412 w 2538412"/>
              <a:gd name="connsiteY1" fmla="*/ 0 h 3095625"/>
              <a:gd name="connsiteX2" fmla="*/ 2538412 w 2538412"/>
              <a:gd name="connsiteY2" fmla="*/ 3095625 h 3095625"/>
              <a:gd name="connsiteX3" fmla="*/ 0 w 2538412"/>
              <a:gd name="connsiteY3" fmla="*/ 3095625 h 3095625"/>
              <a:gd name="connsiteX4" fmla="*/ 0 w 2538412"/>
              <a:gd name="connsiteY4" fmla="*/ 456411 h 3095625"/>
              <a:gd name="connsiteX5" fmla="*/ 453275 w 2538412"/>
              <a:gd name="connsiteY5" fmla="*/ 456411 h 309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8412" h="3095625">
                <a:moveTo>
                  <a:pt x="453275" y="0"/>
                </a:moveTo>
                <a:lnTo>
                  <a:pt x="2538412" y="0"/>
                </a:lnTo>
                <a:lnTo>
                  <a:pt x="2538412" y="3095625"/>
                </a:lnTo>
                <a:lnTo>
                  <a:pt x="0" y="3095625"/>
                </a:lnTo>
                <a:lnTo>
                  <a:pt x="0" y="456411"/>
                </a:lnTo>
                <a:lnTo>
                  <a:pt x="453275" y="456411"/>
                </a:lnTo>
                <a:close/>
              </a:path>
            </a:pathLst>
          </a:custGeom>
          <a:solidFill>
            <a:schemeClr val="bg1">
              <a:lumMod val="95000"/>
            </a:schemeClr>
          </a:solidFill>
        </p:spPr>
        <p:txBody>
          <a:bodyPr wrap="square" anchor="ctr">
            <a:noAutofit/>
          </a:bodyPr>
          <a:lstStyle>
            <a:lvl1pPr algn="ctr">
              <a:defRPr sz="1100">
                <a:solidFill>
                  <a:schemeClr val="tx2"/>
                </a:solidFill>
              </a:defRPr>
            </a:lvl1pPr>
          </a:lstStyle>
          <a:p>
            <a:r>
              <a:rPr lang="en-US"/>
              <a:t>Click icon to add picture</a:t>
            </a:r>
          </a:p>
        </p:txBody>
      </p:sp>
      <p:sp>
        <p:nvSpPr>
          <p:cNvPr id="38" name="Freeform 37">
            <a:extLst>
              <a:ext uri="{FF2B5EF4-FFF2-40B4-BE49-F238E27FC236}">
                <a16:creationId xmlns:a16="http://schemas.microsoft.com/office/drawing/2014/main" id="{BA7A081F-361F-964E-B608-EEB95DB39FCD}"/>
              </a:ext>
            </a:extLst>
          </p:cNvPr>
          <p:cNvSpPr txBox="1">
            <a:spLocks/>
          </p:cNvSpPr>
          <p:nvPr userDrawn="1"/>
        </p:nvSpPr>
        <p:spPr>
          <a:xfrm>
            <a:off x="6604944" y="1024489"/>
            <a:ext cx="453919" cy="456412"/>
          </a:xfrm>
          <a:custGeom>
            <a:avLst/>
            <a:gdLst>
              <a:gd name="connsiteX0" fmla="*/ 0 w 453919"/>
              <a:gd name="connsiteY0" fmla="*/ 0 h 456412"/>
              <a:gd name="connsiteX1" fmla="*/ 453919 w 453919"/>
              <a:gd name="connsiteY1" fmla="*/ 0 h 456412"/>
              <a:gd name="connsiteX2" fmla="*/ 453919 w 453919"/>
              <a:gd name="connsiteY2" fmla="*/ 456412 h 456412"/>
              <a:gd name="connsiteX3" fmla="*/ 0 w 453919"/>
              <a:gd name="connsiteY3" fmla="*/ 456412 h 456412"/>
              <a:gd name="connsiteX4" fmla="*/ 0 w 453919"/>
              <a:gd name="connsiteY4" fmla="*/ 0 h 456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919" h="456412">
                <a:moveTo>
                  <a:pt x="0" y="0"/>
                </a:moveTo>
                <a:lnTo>
                  <a:pt x="453919" y="0"/>
                </a:lnTo>
                <a:lnTo>
                  <a:pt x="453919" y="456412"/>
                </a:lnTo>
                <a:lnTo>
                  <a:pt x="0" y="456412"/>
                </a:lnTo>
                <a:lnTo>
                  <a:pt x="0" y="0"/>
                </a:lnTo>
                <a:close/>
              </a:path>
            </a:pathLst>
          </a:custGeom>
          <a:solidFill>
            <a:schemeClr val="accent1"/>
          </a:solidFill>
        </p:spPr>
        <p:txBody>
          <a:bodyPr wrap="square" anchor="ctr">
            <a:noAutofit/>
          </a:bodyPr>
          <a:lstStyle>
            <a:lvl1pPr marL="0" marR="0" indent="0" algn="ctr"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lang="en-US" sz="1050" b="0" i="0" kern="1200" baseline="0">
                <a:solidFill>
                  <a:schemeClr val="tx2"/>
                </a:solidFill>
                <a:latin typeface="+mn-lt"/>
                <a:ea typeface="Arial" charset="0"/>
                <a:cs typeface="Arial" charset="0"/>
              </a:defRPr>
            </a:lvl1pPr>
            <a:lvl2pPr marL="274320" indent="0" algn="l" defTabSz="914400" rtl="0" eaLnBrk="1" latinLnBrk="0" hangingPunct="1">
              <a:lnSpc>
                <a:spcPct val="90000"/>
              </a:lnSpc>
              <a:spcBef>
                <a:spcPts val="500"/>
              </a:spcBef>
              <a:buClr>
                <a:schemeClr val="bg2">
                  <a:lumMod val="50000"/>
                </a:schemeClr>
              </a:buClr>
              <a:buSzPct val="70000"/>
              <a:buFont typeface="Wingdings" charset="2"/>
              <a:buNone/>
              <a:defRPr lang="en-US" sz="1600" b="0" i="0" kern="1200" baseline="0" dirty="0" smtClean="0">
                <a:solidFill>
                  <a:schemeClr val="tx1"/>
                </a:solidFill>
                <a:latin typeface="+mn-lt"/>
                <a:ea typeface="+mn-ea"/>
                <a:cs typeface="Univers LT Std 45 Light"/>
              </a:defRPr>
            </a:lvl2pPr>
            <a:lvl3pPr marL="548640" indent="0" algn="l" defTabSz="914400" rtl="0" eaLnBrk="1" latinLnBrk="0" hangingPunct="1">
              <a:lnSpc>
                <a:spcPct val="90000"/>
              </a:lnSpc>
              <a:spcBef>
                <a:spcPts val="500"/>
              </a:spcBef>
              <a:buClr>
                <a:schemeClr val="bg2">
                  <a:lumMod val="50000"/>
                </a:schemeClr>
              </a:buClr>
              <a:buSzPct val="70000"/>
              <a:buFont typeface="Wingdings" charset="2"/>
              <a:buNone/>
              <a:defRPr lang="en-US" sz="1400" b="0" i="0" kern="1200" baseline="0" dirty="0" smtClean="0">
                <a:solidFill>
                  <a:schemeClr val="tx1"/>
                </a:solidFill>
                <a:latin typeface="+mn-lt"/>
                <a:ea typeface="+mn-ea"/>
                <a:cs typeface="Univers LT Std 45 Light"/>
              </a:defRPr>
            </a:lvl3pPr>
            <a:lvl4pPr marL="731520" indent="0" algn="l" defTabSz="914400" rtl="0" eaLnBrk="1" latinLnBrk="0" hangingPunct="1">
              <a:lnSpc>
                <a:spcPct val="90000"/>
              </a:lnSpc>
              <a:spcBef>
                <a:spcPts val="500"/>
              </a:spcBef>
              <a:buClr>
                <a:schemeClr val="bg2">
                  <a:lumMod val="50000"/>
                </a:schemeClr>
              </a:buClr>
              <a:buSzPct val="70000"/>
              <a:buFont typeface="Wingdings" charset="2"/>
              <a:buNone/>
              <a:defRPr lang="en-US" sz="1200" b="0" i="0" kern="1200" baseline="0" dirty="0" smtClean="0">
                <a:solidFill>
                  <a:schemeClr val="tx1"/>
                </a:solidFill>
                <a:latin typeface="+mn-lt"/>
                <a:ea typeface="+mn-ea"/>
                <a:cs typeface="Univers LT Std 45 Light"/>
              </a:defRPr>
            </a:lvl4pPr>
            <a:lvl5pPr marL="1828800" indent="0" algn="l" defTabSz="914400" rtl="0" eaLnBrk="1" latinLnBrk="0" hangingPunct="1">
              <a:lnSpc>
                <a:spcPct val="90000"/>
              </a:lnSpc>
              <a:spcBef>
                <a:spcPts val="500"/>
              </a:spcBef>
              <a:buFont typeface="Arial"/>
              <a:buNone/>
              <a:defRPr sz="1600" b="0" i="0" kern="1200" baseline="0">
                <a:solidFill>
                  <a:schemeClr val="bg2">
                    <a:lumMod val="25000"/>
                  </a:schemeClr>
                </a:solidFill>
                <a:latin typeface="Helvetica Neue Light" charset="0"/>
                <a:ea typeface="Helvetica Neue Light" charset="0"/>
                <a:cs typeface="Helvetica Neue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a:p>
        </p:txBody>
      </p:sp>
      <p:sp>
        <p:nvSpPr>
          <p:cNvPr id="42" name="Title Placeholder 1">
            <a:extLst>
              <a:ext uri="{FF2B5EF4-FFF2-40B4-BE49-F238E27FC236}">
                <a16:creationId xmlns:a16="http://schemas.microsoft.com/office/drawing/2014/main" id="{15260148-DF88-B840-90EE-0C47D3327631}"/>
              </a:ext>
            </a:extLst>
          </p:cNvPr>
          <p:cNvSpPr>
            <a:spLocks noGrp="1"/>
          </p:cNvSpPr>
          <p:nvPr>
            <p:ph type="title" hasCustomPrompt="1"/>
          </p:nvPr>
        </p:nvSpPr>
        <p:spPr>
          <a:xfrm>
            <a:off x="1225552" y="1024488"/>
            <a:ext cx="4357994" cy="2493411"/>
          </a:xfrm>
          <a:prstGeom prst="rect">
            <a:avLst/>
          </a:prstGeom>
        </p:spPr>
        <p:txBody>
          <a:bodyPr vert="horz" wrap="square" lIns="0" tIns="0" rIns="0" bIns="0" rtlCol="0" anchor="t">
            <a:noAutofit/>
          </a:bodyPr>
          <a:lstStyle>
            <a:lvl1pPr algn="l">
              <a:defRPr lang="en-US" sz="2800" dirty="0">
                <a:solidFill>
                  <a:schemeClr val="tx2"/>
                </a:solidFill>
              </a:defRPr>
            </a:lvl1pPr>
          </a:lstStyle>
          <a:p>
            <a:pPr lvl="0">
              <a:lnSpc>
                <a:spcPct val="100000"/>
              </a:lnSpc>
            </a:pPr>
            <a:r>
              <a:rPr lang="en-US"/>
              <a:t>Place your quote here. Place your quote here. Place your quote here. Place your quote here.</a:t>
            </a:r>
          </a:p>
        </p:txBody>
      </p:sp>
      <p:grpSp>
        <p:nvGrpSpPr>
          <p:cNvPr id="43" name="Group 42">
            <a:extLst>
              <a:ext uri="{FF2B5EF4-FFF2-40B4-BE49-F238E27FC236}">
                <a16:creationId xmlns:a16="http://schemas.microsoft.com/office/drawing/2014/main" id="{62CC6AA5-C1EF-0548-9CE8-F9BF6B1A4B1D}"/>
              </a:ext>
            </a:extLst>
          </p:cNvPr>
          <p:cNvGrpSpPr/>
          <p:nvPr userDrawn="1"/>
        </p:nvGrpSpPr>
        <p:grpSpPr>
          <a:xfrm flipV="1">
            <a:off x="736600" y="0"/>
            <a:ext cx="4845050" cy="4656138"/>
            <a:chOff x="253999" y="256470"/>
            <a:chExt cx="5102517" cy="4718401"/>
          </a:xfrm>
        </p:grpSpPr>
        <p:grpSp>
          <p:nvGrpSpPr>
            <p:cNvPr id="44" name="Group 43">
              <a:extLst>
                <a:ext uri="{FF2B5EF4-FFF2-40B4-BE49-F238E27FC236}">
                  <a16:creationId xmlns:a16="http://schemas.microsoft.com/office/drawing/2014/main" id="{B9378DBA-50B5-3A48-8C5E-45B29DAB382E}"/>
                </a:ext>
              </a:extLst>
            </p:cNvPr>
            <p:cNvGrpSpPr/>
            <p:nvPr userDrawn="1"/>
          </p:nvGrpSpPr>
          <p:grpSpPr>
            <a:xfrm flipH="1" flipV="1">
              <a:off x="253999" y="256470"/>
              <a:ext cx="2929039" cy="4718401"/>
              <a:chOff x="701574" y="177452"/>
              <a:chExt cx="2929039" cy="4718401"/>
            </a:xfrm>
          </p:grpSpPr>
          <p:sp>
            <p:nvSpPr>
              <p:cNvPr id="46" name="Freeform 45">
                <a:extLst>
                  <a:ext uri="{FF2B5EF4-FFF2-40B4-BE49-F238E27FC236}">
                    <a16:creationId xmlns:a16="http://schemas.microsoft.com/office/drawing/2014/main" id="{D989985E-5187-0949-8871-D63CF18A6327}"/>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7" name="Straight Connector 46">
                <a:extLst>
                  <a:ext uri="{FF2B5EF4-FFF2-40B4-BE49-F238E27FC236}">
                    <a16:creationId xmlns:a16="http://schemas.microsoft.com/office/drawing/2014/main" id="{7A073211-F272-8D4B-9561-18C82AF51382}"/>
                  </a:ext>
                </a:extLst>
              </p:cNvPr>
              <p:cNvCxnSpPr>
                <a:cxnSpLocks/>
              </p:cNvCxnSpPr>
              <p:nvPr userDrawn="1"/>
            </p:nvCxnSpPr>
            <p:spPr>
              <a:xfrm flipH="1" flipV="1">
                <a:off x="3630613" y="177452"/>
                <a:ext cx="0" cy="3332517"/>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E9CB451-215A-024F-9057-56EAB4F18CC1}"/>
                  </a:ext>
                </a:extLst>
              </p:cNvPr>
              <p:cNvCxnSpPr>
                <a:cxnSpLocks/>
              </p:cNvCxnSpPr>
              <p:nvPr/>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6478B1C9-CD78-C845-BDE3-22BDE7CDE976}"/>
                </a:ext>
              </a:extLst>
            </p:cNvPr>
            <p:cNvCxnSpPr>
              <a:cxnSpLocks/>
            </p:cNvCxnSpPr>
            <p:nvPr userDrawn="1"/>
          </p:nvCxnSpPr>
          <p:spPr>
            <a:xfrm flipV="1">
              <a:off x="3183038" y="256470"/>
              <a:ext cx="2173478"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pic>
        <p:nvPicPr>
          <p:cNvPr id="49" name="Image">
            <a:extLst>
              <a:ext uri="{FF2B5EF4-FFF2-40B4-BE49-F238E27FC236}">
                <a16:creationId xmlns:a16="http://schemas.microsoft.com/office/drawing/2014/main" id="{7EECE47B-ED7F-EB4B-843D-632CB7B3182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50" name="Text Placeholder 24">
            <a:extLst>
              <a:ext uri="{FF2B5EF4-FFF2-40B4-BE49-F238E27FC236}">
                <a16:creationId xmlns:a16="http://schemas.microsoft.com/office/drawing/2014/main" id="{8471C3B6-5F99-5E48-8910-59FA055EC8E9}"/>
              </a:ext>
            </a:extLst>
          </p:cNvPr>
          <p:cNvSpPr>
            <a:spLocks noGrp="1"/>
          </p:cNvSpPr>
          <p:nvPr>
            <p:ph type="body" sz="quarter" idx="16" hasCustomPrompt="1"/>
          </p:nvPr>
        </p:nvSpPr>
        <p:spPr>
          <a:xfrm>
            <a:off x="3259451" y="390830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51" name="Text Placeholder 24">
            <a:extLst>
              <a:ext uri="{FF2B5EF4-FFF2-40B4-BE49-F238E27FC236}">
                <a16:creationId xmlns:a16="http://schemas.microsoft.com/office/drawing/2014/main" id="{CEE1B424-793B-AD4A-8311-9DB301636339}"/>
              </a:ext>
            </a:extLst>
          </p:cNvPr>
          <p:cNvSpPr>
            <a:spLocks noGrp="1"/>
          </p:cNvSpPr>
          <p:nvPr>
            <p:ph type="body" sz="quarter" idx="17" hasCustomPrompt="1"/>
          </p:nvPr>
        </p:nvSpPr>
        <p:spPr>
          <a:xfrm>
            <a:off x="3259451" y="4119009"/>
            <a:ext cx="2324100" cy="387937"/>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52" name="Rectangle 51">
            <a:extLst>
              <a:ext uri="{FF2B5EF4-FFF2-40B4-BE49-F238E27FC236}">
                <a16:creationId xmlns:a16="http://schemas.microsoft.com/office/drawing/2014/main" id="{47A4E09E-5125-B74E-B554-E933BCBEC1B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sp>
        <p:nvSpPr>
          <p:cNvPr id="17" name="Pie 16">
            <a:extLst>
              <a:ext uri="{FF2B5EF4-FFF2-40B4-BE49-F238E27FC236}">
                <a16:creationId xmlns:a16="http://schemas.microsoft.com/office/drawing/2014/main" id="{2383DA36-5FB2-FB43-AD10-FBA5AF15162F}"/>
              </a:ext>
            </a:extLst>
          </p:cNvPr>
          <p:cNvSpPr>
            <a:spLocks/>
          </p:cNvSpPr>
          <p:nvPr userDrawn="1"/>
        </p:nvSpPr>
        <p:spPr>
          <a:xfrm rot="10800000">
            <a:off x="6604943" y="1023937"/>
            <a:ext cx="914400" cy="914400"/>
          </a:xfrm>
          <a:prstGeom prst="pie">
            <a:avLst>
              <a:gd name="adj1" fmla="val 6048"/>
              <a:gd name="adj2" fmla="val 5412552"/>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8" name="Rectangle 17">
            <a:extLst>
              <a:ext uri="{FF2B5EF4-FFF2-40B4-BE49-F238E27FC236}">
                <a16:creationId xmlns:a16="http://schemas.microsoft.com/office/drawing/2014/main" id="{24AA637A-AE40-CE4E-8A53-2BB34CE324BF}"/>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40477146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5_Quote Slide">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47A4E09E-5125-B74E-B554-E933BCBEC1B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pic>
        <p:nvPicPr>
          <p:cNvPr id="18" name="Picture 17">
            <a:extLst>
              <a:ext uri="{FF2B5EF4-FFF2-40B4-BE49-F238E27FC236}">
                <a16:creationId xmlns:a16="http://schemas.microsoft.com/office/drawing/2014/main" id="{390E0FFF-259D-7541-B009-9ABD6BC92DF4}"/>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pic>
        <p:nvPicPr>
          <p:cNvPr id="19" name="Image">
            <a:extLst>
              <a:ext uri="{FF2B5EF4-FFF2-40B4-BE49-F238E27FC236}">
                <a16:creationId xmlns:a16="http://schemas.microsoft.com/office/drawing/2014/main" id="{391EC18B-77FD-E646-BAFF-4053ABBC3764}"/>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5" name="Title Placeholder 1">
            <a:extLst>
              <a:ext uri="{FF2B5EF4-FFF2-40B4-BE49-F238E27FC236}">
                <a16:creationId xmlns:a16="http://schemas.microsoft.com/office/drawing/2014/main" id="{A6ADDA8F-E27E-374C-BFFC-88BCD1003CA0}"/>
              </a:ext>
            </a:extLst>
          </p:cNvPr>
          <p:cNvSpPr>
            <a:spLocks noGrp="1"/>
          </p:cNvSpPr>
          <p:nvPr>
            <p:ph type="title" hasCustomPrompt="1"/>
          </p:nvPr>
        </p:nvSpPr>
        <p:spPr>
          <a:xfrm>
            <a:off x="1778000" y="1639888"/>
            <a:ext cx="6619875" cy="1878011"/>
          </a:xfrm>
          <a:prstGeom prst="rect">
            <a:avLst/>
          </a:prstGeom>
        </p:spPr>
        <p:txBody>
          <a:bodyPr vert="horz" wrap="square" lIns="0" tIns="0" rIns="0" bIns="0" rtlCol="0" anchor="t">
            <a:noAutofit/>
          </a:bodyPr>
          <a:lstStyle>
            <a:lvl1pPr algn="l">
              <a:defRPr lang="en-US" sz="2800" dirty="0">
                <a:solidFill>
                  <a:schemeClr val="tx2"/>
                </a:solidFill>
              </a:defRPr>
            </a:lvl1pPr>
          </a:lstStyle>
          <a:p>
            <a:pPr lvl="0">
              <a:lnSpc>
                <a:spcPct val="100000"/>
              </a:lnSpc>
            </a:pPr>
            <a:r>
              <a:rPr lang="en-US"/>
              <a:t>Place your quote here. Place your quote here. Place your quote here. Place your quote here.</a:t>
            </a:r>
          </a:p>
        </p:txBody>
      </p:sp>
      <p:sp>
        <p:nvSpPr>
          <p:cNvPr id="30" name="Text Placeholder 24">
            <a:extLst>
              <a:ext uri="{FF2B5EF4-FFF2-40B4-BE49-F238E27FC236}">
                <a16:creationId xmlns:a16="http://schemas.microsoft.com/office/drawing/2014/main" id="{ECDCBC7D-2FD3-5E40-A27C-4980D3B6C86B}"/>
              </a:ext>
            </a:extLst>
          </p:cNvPr>
          <p:cNvSpPr>
            <a:spLocks noGrp="1"/>
          </p:cNvSpPr>
          <p:nvPr>
            <p:ph type="body" sz="quarter" idx="16" hasCustomPrompt="1"/>
          </p:nvPr>
        </p:nvSpPr>
        <p:spPr>
          <a:xfrm>
            <a:off x="6073775" y="390830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31" name="Text Placeholder 24">
            <a:extLst>
              <a:ext uri="{FF2B5EF4-FFF2-40B4-BE49-F238E27FC236}">
                <a16:creationId xmlns:a16="http://schemas.microsoft.com/office/drawing/2014/main" id="{F48D7100-0AE2-3A4E-9283-6A64C2504C55}"/>
              </a:ext>
            </a:extLst>
          </p:cNvPr>
          <p:cNvSpPr>
            <a:spLocks noGrp="1"/>
          </p:cNvSpPr>
          <p:nvPr>
            <p:ph type="body" sz="quarter" idx="17" hasCustomPrompt="1"/>
          </p:nvPr>
        </p:nvSpPr>
        <p:spPr>
          <a:xfrm>
            <a:off x="6073775" y="4119009"/>
            <a:ext cx="2324100" cy="387937"/>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25" name="Pie 24">
            <a:extLst>
              <a:ext uri="{FF2B5EF4-FFF2-40B4-BE49-F238E27FC236}">
                <a16:creationId xmlns:a16="http://schemas.microsoft.com/office/drawing/2014/main" id="{DE27984F-A390-7A4D-8818-586FDFF9AD90}"/>
              </a:ext>
            </a:extLst>
          </p:cNvPr>
          <p:cNvSpPr>
            <a:spLocks/>
          </p:cNvSpPr>
          <p:nvPr userDrawn="1"/>
        </p:nvSpPr>
        <p:spPr>
          <a:xfrm rot="10800000">
            <a:off x="1257300" y="946775"/>
            <a:ext cx="1042697" cy="1037068"/>
          </a:xfrm>
          <a:prstGeom prst="pie">
            <a:avLst>
              <a:gd name="adj1" fmla="val 6048"/>
              <a:gd name="adj2" fmla="val 5412552"/>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grpSp>
        <p:nvGrpSpPr>
          <p:cNvPr id="28" name="Group 27">
            <a:extLst>
              <a:ext uri="{FF2B5EF4-FFF2-40B4-BE49-F238E27FC236}">
                <a16:creationId xmlns:a16="http://schemas.microsoft.com/office/drawing/2014/main" id="{6576A340-CC30-A548-B829-F8A76D5BC185}"/>
              </a:ext>
            </a:extLst>
          </p:cNvPr>
          <p:cNvGrpSpPr/>
          <p:nvPr userDrawn="1"/>
        </p:nvGrpSpPr>
        <p:grpSpPr>
          <a:xfrm flipV="1">
            <a:off x="1251677" y="3273425"/>
            <a:ext cx="7146198" cy="1367600"/>
            <a:chOff x="254000" y="256470"/>
            <a:chExt cx="7525947" cy="1385888"/>
          </a:xfrm>
        </p:grpSpPr>
        <p:grpSp>
          <p:nvGrpSpPr>
            <p:cNvPr id="29" name="Group 28">
              <a:extLst>
                <a:ext uri="{FF2B5EF4-FFF2-40B4-BE49-F238E27FC236}">
                  <a16:creationId xmlns:a16="http://schemas.microsoft.com/office/drawing/2014/main" id="{0D4B5FE5-4627-9C46-8C76-9982691D2CDC}"/>
                </a:ext>
              </a:extLst>
            </p:cNvPr>
            <p:cNvGrpSpPr/>
            <p:nvPr userDrawn="1"/>
          </p:nvGrpSpPr>
          <p:grpSpPr>
            <a:xfrm flipH="1" flipV="1">
              <a:off x="254000" y="256470"/>
              <a:ext cx="2929038" cy="1385888"/>
              <a:chOff x="701574" y="3509965"/>
              <a:chExt cx="2929038" cy="1385888"/>
            </a:xfrm>
          </p:grpSpPr>
          <p:sp>
            <p:nvSpPr>
              <p:cNvPr id="33" name="Freeform 32">
                <a:extLst>
                  <a:ext uri="{FF2B5EF4-FFF2-40B4-BE49-F238E27FC236}">
                    <a16:creationId xmlns:a16="http://schemas.microsoft.com/office/drawing/2014/main" id="{551F2E91-3DE3-FD49-AA63-74BD3FD5D9BD}"/>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34" name="Straight Connector 33">
                <a:extLst>
                  <a:ext uri="{FF2B5EF4-FFF2-40B4-BE49-F238E27FC236}">
                    <a16:creationId xmlns:a16="http://schemas.microsoft.com/office/drawing/2014/main" id="{184DFD07-A88D-F249-ACD0-DA70CA959649}"/>
                  </a:ext>
                </a:extLst>
              </p:cNvPr>
              <p:cNvCxnSpPr>
                <a:cxnSpLocks/>
              </p:cNvCxnSpPr>
              <p:nvPr userDrawn="1"/>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302E1F04-3951-1947-AD58-51F6B352260C}"/>
                </a:ext>
              </a:extLst>
            </p:cNvPr>
            <p:cNvCxnSpPr>
              <a:cxnSpLocks/>
            </p:cNvCxnSpPr>
            <p:nvPr userDrawn="1"/>
          </p:nvCxnSpPr>
          <p:spPr>
            <a:xfrm flipV="1">
              <a:off x="3183038" y="256470"/>
              <a:ext cx="4596909"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sp>
        <p:nvSpPr>
          <p:cNvPr id="17" name="Rectangle 16">
            <a:extLst>
              <a:ext uri="{FF2B5EF4-FFF2-40B4-BE49-F238E27FC236}">
                <a16:creationId xmlns:a16="http://schemas.microsoft.com/office/drawing/2014/main" id="{17C350AA-AAE7-874B-8081-122892D305A1}"/>
              </a:ext>
            </a:extLst>
          </p:cNvPr>
          <p:cNvSpPr/>
          <p:nvPr userDrawn="1"/>
        </p:nvSpPr>
        <p:spPr>
          <a:xfrm>
            <a:off x="966952" y="4900613"/>
            <a:ext cx="1374596"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33973148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DAB8D11-AD3A-4141-9F5A-7748DF9C74A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8663794" y="0"/>
            <a:ext cx="480206" cy="5143499"/>
          </a:xfrm>
          <a:prstGeom prst="rect">
            <a:avLst/>
          </a:prstGeom>
        </p:spPr>
      </p:pic>
      <p:pic>
        <p:nvPicPr>
          <p:cNvPr id="21" name="Picture Placeholder 4">
            <a:extLst>
              <a:ext uri="{FF2B5EF4-FFF2-40B4-BE49-F238E27FC236}">
                <a16:creationId xmlns:a16="http://schemas.microsoft.com/office/drawing/2014/main" id="{A0156F60-09B0-0440-9CDD-1AB031DB4121}"/>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597" y="10"/>
            <a:ext cx="3552805" cy="5143490"/>
          </a:xfrm>
          <a:custGeom>
            <a:avLst/>
            <a:gdLst>
              <a:gd name="connsiteX0" fmla="*/ 981076 w 3568700"/>
              <a:gd name="connsiteY0" fmla="*/ 0 h 5143500"/>
              <a:gd name="connsiteX1" fmla="*/ 3568700 w 3568700"/>
              <a:gd name="connsiteY1" fmla="*/ 0 h 5143500"/>
              <a:gd name="connsiteX2" fmla="*/ 3568700 w 3568700"/>
              <a:gd name="connsiteY2" fmla="*/ 5143500 h 5143500"/>
              <a:gd name="connsiteX3" fmla="*/ 0 w 3568700"/>
              <a:gd name="connsiteY3" fmla="*/ 5143500 h 5143500"/>
              <a:gd name="connsiteX4" fmla="*/ 0 w 3568700"/>
              <a:gd name="connsiteY4" fmla="*/ 828633 h 5143500"/>
              <a:gd name="connsiteX5" fmla="*/ 981076 w 3568700"/>
              <a:gd name="connsiteY5" fmla="*/ 828633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8700" h="5143500">
                <a:moveTo>
                  <a:pt x="981076" y="0"/>
                </a:moveTo>
                <a:lnTo>
                  <a:pt x="3568700" y="0"/>
                </a:lnTo>
                <a:lnTo>
                  <a:pt x="3568700" y="5143500"/>
                </a:lnTo>
                <a:lnTo>
                  <a:pt x="0" y="5143500"/>
                </a:lnTo>
                <a:lnTo>
                  <a:pt x="0" y="828633"/>
                </a:lnTo>
                <a:lnTo>
                  <a:pt x="981076" y="828633"/>
                </a:lnTo>
                <a:close/>
              </a:path>
            </a:pathLst>
          </a:custGeom>
          <a:noFill/>
        </p:spPr>
      </p:pic>
      <p:sp>
        <p:nvSpPr>
          <p:cNvPr id="7" name="Rectangle 6">
            <a:extLst>
              <a:ext uri="{FF2B5EF4-FFF2-40B4-BE49-F238E27FC236}">
                <a16:creationId xmlns:a16="http://schemas.microsoft.com/office/drawing/2014/main" id="{247ECE56-49A2-5A4A-B068-2B97BA448EFB}"/>
              </a:ext>
            </a:extLst>
          </p:cNvPr>
          <p:cNvSpPr/>
          <p:nvPr userDrawn="1"/>
        </p:nvSpPr>
        <p:spPr>
          <a:xfrm>
            <a:off x="-1" y="0"/>
            <a:ext cx="1013927" cy="845976"/>
          </a:xfrm>
          <a:prstGeom prst="rect">
            <a:avLst/>
          </a:prstGeom>
          <a:solidFill>
            <a:schemeClr val="bg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3797299" y="1904533"/>
            <a:ext cx="4600576" cy="590931"/>
          </a:xfrm>
          <a:prstGeom prst="rect">
            <a:avLst/>
          </a:prstGeom>
        </p:spPr>
        <p:txBody>
          <a:bodyPr wrap="square" lIns="0" rIns="0" anchor="t">
            <a:noAutofit/>
          </a:bodyPr>
          <a:lstStyle>
            <a:lvl1pPr algn="l">
              <a:defRPr sz="3600" baseline="0">
                <a:solidFill>
                  <a:schemeClr val="tx1"/>
                </a:solidFill>
              </a:defRPr>
            </a:lvl1pPr>
          </a:lstStyle>
          <a:p>
            <a:r>
              <a:rPr lang="en-US"/>
              <a:t>Divider Slide</a:t>
            </a:r>
          </a:p>
        </p:txBody>
      </p:sp>
      <p:sp>
        <p:nvSpPr>
          <p:cNvPr id="3" name="Subtitle 2"/>
          <p:cNvSpPr>
            <a:spLocks noGrp="1"/>
          </p:cNvSpPr>
          <p:nvPr>
            <p:ph type="subTitle" idx="1" hasCustomPrompt="1"/>
          </p:nvPr>
        </p:nvSpPr>
        <p:spPr>
          <a:xfrm>
            <a:off x="3797300" y="2683279"/>
            <a:ext cx="4600575" cy="369332"/>
          </a:xfrm>
          <a:prstGeom prst="rect">
            <a:avLst/>
          </a:prstGeom>
        </p:spPr>
        <p:txBody>
          <a:bodyPr wrap="square" lIns="0" rIns="0" anchor="t">
            <a:noAutofit/>
          </a:bodyPr>
          <a:lstStyle>
            <a:lvl1pPr>
              <a:defRPr lang="en-US" sz="1800" dirty="0">
                <a:solidFill>
                  <a:schemeClr val="tx1"/>
                </a:solidFill>
              </a:defRPr>
            </a:lvl1pPr>
          </a:lstStyle>
          <a:p>
            <a:pPr lvl="0">
              <a:spcBef>
                <a:spcPts val="1000"/>
              </a:spcBef>
              <a:buClrTx/>
              <a:buSzTx/>
              <a:buFont typeface="Arial"/>
              <a:tabLst/>
            </a:pPr>
            <a:r>
              <a:rPr lang="en-US"/>
              <a:t>Subhead</a:t>
            </a:r>
          </a:p>
        </p:txBody>
      </p:sp>
      <p:cxnSp>
        <p:nvCxnSpPr>
          <p:cNvPr id="16" name="Straight Connector 15">
            <a:extLst>
              <a:ext uri="{FF2B5EF4-FFF2-40B4-BE49-F238E27FC236}">
                <a16:creationId xmlns:a16="http://schemas.microsoft.com/office/drawing/2014/main" id="{7EFAF2C5-DE31-2246-B9B9-FE60FD80BA4E}"/>
              </a:ext>
            </a:extLst>
          </p:cNvPr>
          <p:cNvCxnSpPr>
            <a:cxnSpLocks/>
          </p:cNvCxnSpPr>
          <p:nvPr userDrawn="1"/>
        </p:nvCxnSpPr>
        <p:spPr>
          <a:xfrm>
            <a:off x="5575300" y="259987"/>
            <a:ext cx="2334001"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sp>
        <p:nvSpPr>
          <p:cNvPr id="20" name="Arc 19">
            <a:extLst>
              <a:ext uri="{FF2B5EF4-FFF2-40B4-BE49-F238E27FC236}">
                <a16:creationId xmlns:a16="http://schemas.microsoft.com/office/drawing/2014/main" id="{A461D489-B5A6-6845-9E0E-48291F78B396}"/>
              </a:ext>
            </a:extLst>
          </p:cNvPr>
          <p:cNvSpPr/>
          <p:nvPr userDrawn="1"/>
        </p:nvSpPr>
        <p:spPr>
          <a:xfrm flipH="1">
            <a:off x="3797299" y="259987"/>
            <a:ext cx="3033713" cy="2756933"/>
          </a:xfrm>
          <a:prstGeom prst="arc">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
            <a:extLst>
              <a:ext uri="{FF2B5EF4-FFF2-40B4-BE49-F238E27FC236}">
                <a16:creationId xmlns:a16="http://schemas.microsoft.com/office/drawing/2014/main" id="{D42AA959-BD3F-204E-ADBF-55F5D2FA3A97}"/>
              </a:ext>
            </a:extLst>
          </p:cNvPr>
          <p:cNvPicPr>
            <a:picLocks noChangeAspect="1"/>
          </p:cNvPicPr>
          <p:nvPr userDrawn="1"/>
        </p:nvPicPr>
        <p:blipFill>
          <a:blip r:embed="rId4"/>
          <a:srcRect/>
          <a:stretch/>
        </p:blipFill>
        <p:spPr>
          <a:xfrm>
            <a:off x="246990" y="250462"/>
            <a:ext cx="489607" cy="327631"/>
          </a:xfrm>
          <a:prstGeom prst="rect">
            <a:avLst/>
          </a:prstGeom>
          <a:ln w="12700">
            <a:miter lim="400000"/>
          </a:ln>
        </p:spPr>
      </p:pic>
      <p:sp>
        <p:nvSpPr>
          <p:cNvPr id="11" name="Rectangle 10">
            <a:extLst>
              <a:ext uri="{FF2B5EF4-FFF2-40B4-BE49-F238E27FC236}">
                <a16:creationId xmlns:a16="http://schemas.microsoft.com/office/drawing/2014/main" id="{D5D2953A-DC36-124D-B17E-9E5B78F05A8C}"/>
              </a:ext>
            </a:extLst>
          </p:cNvPr>
          <p:cNvSpPr/>
          <p:nvPr userDrawn="1"/>
        </p:nvSpPr>
        <p:spPr>
          <a:xfrm>
            <a:off x="7924800" y="148185"/>
            <a:ext cx="483407"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5C8C460C-89AA-164B-8B2C-2C1DD561DB2D}"/>
              </a:ext>
            </a:extLst>
          </p:cNvPr>
          <p:cNvSpPr/>
          <p:nvPr userDrawn="1"/>
        </p:nvSpPr>
        <p:spPr>
          <a:xfrm>
            <a:off x="3797299"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16602451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solidFill>
          <a:schemeClr val="bg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318A853-BC17-0E4F-BD5F-6054F35EDA2B}"/>
              </a:ext>
            </a:extLst>
          </p:cNvPr>
          <p:cNvSpPr/>
          <p:nvPr userDrawn="1"/>
        </p:nvSpPr>
        <p:spPr>
          <a:xfrm>
            <a:off x="2" y="0"/>
            <a:ext cx="9143999" cy="5143500"/>
          </a:xfrm>
          <a:custGeom>
            <a:avLst/>
            <a:gdLst>
              <a:gd name="connsiteX0" fmla="*/ 5208134 w 9143999"/>
              <a:gd name="connsiteY0" fmla="*/ 0 h 5143500"/>
              <a:gd name="connsiteX1" fmla="*/ 5208136 w 9143999"/>
              <a:gd name="connsiteY1" fmla="*/ 0 h 5143500"/>
              <a:gd name="connsiteX2" fmla="*/ 9143999 w 9143999"/>
              <a:gd name="connsiteY2" fmla="*/ 0 h 5143500"/>
              <a:gd name="connsiteX3" fmla="*/ 9143999 w 9143999"/>
              <a:gd name="connsiteY3" fmla="*/ 5143500 h 5143500"/>
              <a:gd name="connsiteX4" fmla="*/ 5208136 w 9143999"/>
              <a:gd name="connsiteY4" fmla="*/ 5143500 h 5143500"/>
              <a:gd name="connsiteX5" fmla="*/ 0 w 9143999"/>
              <a:gd name="connsiteY5" fmla="*/ 5143500 h 5143500"/>
              <a:gd name="connsiteX6" fmla="*/ 5208134 w 9143999"/>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3999" h="5143500">
                <a:moveTo>
                  <a:pt x="5208134" y="0"/>
                </a:moveTo>
                <a:lnTo>
                  <a:pt x="5208136" y="0"/>
                </a:lnTo>
                <a:lnTo>
                  <a:pt x="9143999" y="0"/>
                </a:lnTo>
                <a:lnTo>
                  <a:pt x="9143999" y="5143500"/>
                </a:lnTo>
                <a:lnTo>
                  <a:pt x="5208136" y="5143500"/>
                </a:lnTo>
                <a:lnTo>
                  <a:pt x="0" y="5143500"/>
                </a:lnTo>
                <a:cubicBezTo>
                  <a:pt x="0" y="2302825"/>
                  <a:pt x="2331762" y="0"/>
                  <a:pt x="5208134" y="0"/>
                </a:cubicBezTo>
                <a:close/>
              </a:path>
            </a:pathLst>
          </a:cu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2025650" y="1639888"/>
            <a:ext cx="5899150" cy="1089529"/>
          </a:xfrm>
          <a:prstGeom prst="rect">
            <a:avLst/>
          </a:prstGeom>
        </p:spPr>
        <p:txBody>
          <a:bodyPr wrap="square" lIns="0" rIns="0" anchor="t">
            <a:noAutofit/>
          </a:bodyPr>
          <a:lstStyle>
            <a:lvl1pPr algn="l">
              <a:defRPr sz="3600" baseline="0">
                <a:solidFill>
                  <a:schemeClr val="bg1"/>
                </a:solidFill>
              </a:defRPr>
            </a:lvl1pPr>
          </a:lstStyle>
          <a:p>
            <a:r>
              <a:rPr lang="en-US"/>
              <a:t>Divider Slide</a:t>
            </a:r>
            <a:br>
              <a:rPr lang="en-US"/>
            </a:br>
            <a:r>
              <a:rPr lang="en-US"/>
              <a:t>Divider Slide</a:t>
            </a:r>
          </a:p>
        </p:txBody>
      </p:sp>
      <p:sp>
        <p:nvSpPr>
          <p:cNvPr id="3" name="Subtitle 2"/>
          <p:cNvSpPr>
            <a:spLocks noGrp="1"/>
          </p:cNvSpPr>
          <p:nvPr>
            <p:ph type="subTitle" idx="1" hasCustomPrompt="1"/>
          </p:nvPr>
        </p:nvSpPr>
        <p:spPr>
          <a:xfrm>
            <a:off x="2025651" y="2913052"/>
            <a:ext cx="5899147" cy="369332"/>
          </a:xfrm>
          <a:prstGeom prst="rect">
            <a:avLst/>
          </a:prstGeom>
        </p:spPr>
        <p:txBody>
          <a:bodyPr wrap="square" lIns="0" rIns="0" anchor="t">
            <a:noAutofit/>
          </a:bodyPr>
          <a:lstStyle>
            <a:lvl1pPr>
              <a:defRPr lang="en-US" sz="1800" dirty="0">
                <a:solidFill>
                  <a:schemeClr val="bg1"/>
                </a:solidFill>
              </a:defRPr>
            </a:lvl1pPr>
          </a:lstStyle>
          <a:p>
            <a:pPr lvl="0">
              <a:spcBef>
                <a:spcPts val="1000"/>
              </a:spcBef>
              <a:buClrTx/>
              <a:buSzTx/>
              <a:buFont typeface="Arial"/>
              <a:tabLst/>
            </a:pPr>
            <a:r>
              <a:rPr lang="en-US"/>
              <a:t>Subhead</a:t>
            </a:r>
          </a:p>
        </p:txBody>
      </p:sp>
      <p:pic>
        <p:nvPicPr>
          <p:cNvPr id="8" name="Image">
            <a:extLst>
              <a:ext uri="{FF2B5EF4-FFF2-40B4-BE49-F238E27FC236}">
                <a16:creationId xmlns:a16="http://schemas.microsoft.com/office/drawing/2014/main" id="{FC4BF429-AECB-C64F-857D-520D598BC981}"/>
              </a:ext>
            </a:extLst>
          </p:cNvPr>
          <p:cNvPicPr>
            <a:picLocks noChangeAspect="1"/>
          </p:cNvPicPr>
          <p:nvPr userDrawn="1"/>
        </p:nvPicPr>
        <p:blipFill>
          <a:blip r:embed="rId2"/>
          <a:srcRect/>
          <a:stretch/>
        </p:blipFill>
        <p:spPr>
          <a:xfrm>
            <a:off x="246990" y="250462"/>
            <a:ext cx="489607" cy="327631"/>
          </a:xfrm>
          <a:prstGeom prst="rect">
            <a:avLst/>
          </a:prstGeom>
          <a:ln w="12700">
            <a:miter lim="400000"/>
          </a:ln>
        </p:spPr>
      </p:pic>
      <p:sp>
        <p:nvSpPr>
          <p:cNvPr id="7" name="Rectangle 6">
            <a:extLst>
              <a:ext uri="{FF2B5EF4-FFF2-40B4-BE49-F238E27FC236}">
                <a16:creationId xmlns:a16="http://schemas.microsoft.com/office/drawing/2014/main" id="{18C59983-8944-6449-B49C-B80D3A24BE2F}"/>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bg1"/>
                </a:solidFill>
              </a:rPr>
              <a:t>ni.com</a:t>
            </a:r>
          </a:p>
        </p:txBody>
      </p:sp>
      <p:sp>
        <p:nvSpPr>
          <p:cNvPr id="9" name="Rectangle 8">
            <a:extLst>
              <a:ext uri="{FF2B5EF4-FFF2-40B4-BE49-F238E27FC236}">
                <a16:creationId xmlns:a16="http://schemas.microsoft.com/office/drawing/2014/main" id="{E7BB9460-3B49-1145-8F78-CC8FB2451C55}"/>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21854816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Divider Slide 3">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047AFD8-289C-5540-8775-BB5FCC9F904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1"/>
            <a:ext cx="736600" cy="5143499"/>
          </a:xfrm>
          <a:prstGeom prst="rect">
            <a:avLst/>
          </a:prstGeom>
        </p:spPr>
      </p:pic>
      <p:pic>
        <p:nvPicPr>
          <p:cNvPr id="17" name="Image">
            <a:extLst>
              <a:ext uri="{FF2B5EF4-FFF2-40B4-BE49-F238E27FC236}">
                <a16:creationId xmlns:a16="http://schemas.microsoft.com/office/drawing/2014/main" id="{42B1A14B-492A-1F40-B7F5-C353024A1AA8}"/>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5" name="Rectangle 14">
            <a:extLst>
              <a:ext uri="{FF2B5EF4-FFF2-40B4-BE49-F238E27FC236}">
                <a16:creationId xmlns:a16="http://schemas.microsoft.com/office/drawing/2014/main" id="{AED5B481-564C-3D4E-9AE3-B01DACF3A020}"/>
              </a:ext>
            </a:extLst>
          </p:cNvPr>
          <p:cNvSpPr/>
          <p:nvPr userDrawn="1"/>
        </p:nvSpPr>
        <p:spPr>
          <a:xfrm>
            <a:off x="8486353" y="148185"/>
            <a:ext cx="416346" cy="183494"/>
          </a:xfrm>
          <a:prstGeom prst="rect">
            <a:avLst/>
          </a:prstGeom>
        </p:spPr>
        <p:txBody>
          <a:bodyPr wrap="none" lIns="0" tIns="0" rIns="0" bIns="0" anchor="ctr">
            <a:noAutofit/>
          </a:bodyPr>
          <a:lstStyle/>
          <a:p>
            <a:pPr lvl="0" algn="r"/>
            <a:r>
              <a:rPr lang="en-US" sz="1000" spc="-20" baseline="0">
                <a:solidFill>
                  <a:schemeClr val="bg1"/>
                </a:solidFill>
              </a:rPr>
              <a:t>ni.com</a:t>
            </a:r>
          </a:p>
        </p:txBody>
      </p:sp>
      <p:cxnSp>
        <p:nvCxnSpPr>
          <p:cNvPr id="10" name="Straight Connector 9">
            <a:extLst>
              <a:ext uri="{FF2B5EF4-FFF2-40B4-BE49-F238E27FC236}">
                <a16:creationId xmlns:a16="http://schemas.microsoft.com/office/drawing/2014/main" id="{1C8AF5D9-45F3-364E-8D2A-1AED4F1C398B}"/>
              </a:ext>
            </a:extLst>
          </p:cNvPr>
          <p:cNvCxnSpPr>
            <a:cxnSpLocks/>
          </p:cNvCxnSpPr>
          <p:nvPr userDrawn="1"/>
        </p:nvCxnSpPr>
        <p:spPr>
          <a:xfrm>
            <a:off x="975711" y="259987"/>
            <a:ext cx="7431688" cy="0"/>
          </a:xfrm>
          <a:prstGeom prst="line">
            <a:avLst/>
          </a:prstGeom>
          <a:noFill/>
          <a:ln w="12700" cap="flat">
            <a:solidFill>
              <a:schemeClr val="bg1"/>
            </a:solidFill>
            <a:prstDash val="solid"/>
            <a:miter lim="400000"/>
          </a:ln>
          <a:effectLst/>
          <a:sp3d/>
        </p:spPr>
        <p:style>
          <a:lnRef idx="0">
            <a:scrgbClr r="0" g="0" b="0"/>
          </a:lnRef>
          <a:fillRef idx="0">
            <a:scrgbClr r="0" g="0" b="0"/>
          </a:fillRef>
          <a:effectRef idx="0">
            <a:scrgbClr r="0" g="0" b="0"/>
          </a:effectRef>
          <a:fontRef idx="none"/>
        </p:style>
      </p:cxnSp>
      <p:sp>
        <p:nvSpPr>
          <p:cNvPr id="11" name="Title 1">
            <a:extLst>
              <a:ext uri="{FF2B5EF4-FFF2-40B4-BE49-F238E27FC236}">
                <a16:creationId xmlns:a16="http://schemas.microsoft.com/office/drawing/2014/main" id="{44F56FE9-9A16-9246-A70C-C51B7991938F}"/>
              </a:ext>
            </a:extLst>
          </p:cNvPr>
          <p:cNvSpPr>
            <a:spLocks noGrp="1"/>
          </p:cNvSpPr>
          <p:nvPr>
            <p:ph type="ctrTitle" hasCustomPrompt="1"/>
          </p:nvPr>
        </p:nvSpPr>
        <p:spPr>
          <a:xfrm>
            <a:off x="975710" y="1410870"/>
            <a:ext cx="7119665" cy="1089529"/>
          </a:xfrm>
          <a:prstGeom prst="rect">
            <a:avLst/>
          </a:prstGeom>
        </p:spPr>
        <p:txBody>
          <a:bodyPr wrap="square" lIns="0" rIns="0" anchor="t">
            <a:noAutofit/>
          </a:bodyPr>
          <a:lstStyle>
            <a:lvl1pPr algn="l">
              <a:defRPr sz="3600" baseline="0">
                <a:solidFill>
                  <a:schemeClr val="bg1"/>
                </a:solidFill>
              </a:defRPr>
            </a:lvl1pPr>
          </a:lstStyle>
          <a:p>
            <a:r>
              <a:rPr lang="en-US"/>
              <a:t>Divider Slide</a:t>
            </a:r>
            <a:br>
              <a:rPr lang="en-US"/>
            </a:br>
            <a:r>
              <a:rPr lang="en-US"/>
              <a:t>Divider Slide</a:t>
            </a:r>
          </a:p>
        </p:txBody>
      </p:sp>
      <p:sp>
        <p:nvSpPr>
          <p:cNvPr id="14" name="Subtitle 2">
            <a:extLst>
              <a:ext uri="{FF2B5EF4-FFF2-40B4-BE49-F238E27FC236}">
                <a16:creationId xmlns:a16="http://schemas.microsoft.com/office/drawing/2014/main" id="{6DBAD126-5E50-1C4F-92CA-FE968CF31934}"/>
              </a:ext>
            </a:extLst>
          </p:cNvPr>
          <p:cNvSpPr>
            <a:spLocks noGrp="1"/>
          </p:cNvSpPr>
          <p:nvPr>
            <p:ph type="subTitle" idx="1" hasCustomPrompt="1"/>
          </p:nvPr>
        </p:nvSpPr>
        <p:spPr>
          <a:xfrm>
            <a:off x="975711" y="2684034"/>
            <a:ext cx="7119662" cy="369332"/>
          </a:xfrm>
          <a:prstGeom prst="rect">
            <a:avLst/>
          </a:prstGeom>
        </p:spPr>
        <p:txBody>
          <a:bodyPr wrap="square" lIns="0" rIns="0" anchor="t">
            <a:noAutofit/>
          </a:bodyPr>
          <a:lstStyle>
            <a:lvl1pPr>
              <a:defRPr lang="en-US" sz="1800" dirty="0">
                <a:solidFill>
                  <a:schemeClr val="bg1"/>
                </a:solidFill>
              </a:defRPr>
            </a:lvl1pPr>
          </a:lstStyle>
          <a:p>
            <a:pPr lvl="0">
              <a:spcBef>
                <a:spcPts val="1000"/>
              </a:spcBef>
              <a:buClrTx/>
              <a:buSzTx/>
              <a:buFont typeface="Arial"/>
              <a:tabLst/>
            </a:pPr>
            <a:r>
              <a:rPr lang="en-US"/>
              <a:t>Subhead</a:t>
            </a:r>
          </a:p>
        </p:txBody>
      </p:sp>
      <p:sp>
        <p:nvSpPr>
          <p:cNvPr id="18" name="Arc 17">
            <a:extLst>
              <a:ext uri="{FF2B5EF4-FFF2-40B4-BE49-F238E27FC236}">
                <a16:creationId xmlns:a16="http://schemas.microsoft.com/office/drawing/2014/main" id="{91269606-5049-A349-A0F2-E7948820D3E3}"/>
              </a:ext>
            </a:extLst>
          </p:cNvPr>
          <p:cNvSpPr/>
          <p:nvPr userDrawn="1"/>
        </p:nvSpPr>
        <p:spPr>
          <a:xfrm flipV="1">
            <a:off x="2755014" y="-1113066"/>
            <a:ext cx="6117894" cy="5996579"/>
          </a:xfrm>
          <a:prstGeom prst="arc">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2"/>
              </a:solidFill>
            </a:endParaRPr>
          </a:p>
        </p:txBody>
      </p:sp>
      <p:sp>
        <p:nvSpPr>
          <p:cNvPr id="9" name="Rectangle 8">
            <a:extLst>
              <a:ext uri="{FF2B5EF4-FFF2-40B4-BE49-F238E27FC236}">
                <a16:creationId xmlns:a16="http://schemas.microsoft.com/office/drawing/2014/main" id="{18643449-95D0-9A44-BA0B-1B5D728F9302}"/>
              </a:ext>
            </a:extLst>
          </p:cNvPr>
          <p:cNvSpPr/>
          <p:nvPr userDrawn="1"/>
        </p:nvSpPr>
        <p:spPr>
          <a:xfrm>
            <a:off x="975711" y="4913022"/>
            <a:ext cx="1049940"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179254980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Layout for Bar Graph">
    <p:bg>
      <p:bgPr>
        <a:solidFill>
          <a:schemeClr val="bg1"/>
        </a:solidFill>
        <a:effectLst/>
      </p:bgPr>
    </p:bg>
    <p:spTree>
      <p:nvGrpSpPr>
        <p:cNvPr id="1" name=""/>
        <p:cNvGrpSpPr/>
        <p:nvPr/>
      </p:nvGrpSpPr>
      <p:grpSpPr>
        <a:xfrm>
          <a:off x="0" y="0"/>
          <a:ext cx="0" cy="0"/>
          <a:chOff x="0" y="0"/>
          <a:chExt cx="0" cy="0"/>
        </a:xfrm>
      </p:grpSpPr>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7" name="Straight Connector 6">
            <a:extLst>
              <a:ext uri="{FF2B5EF4-FFF2-40B4-BE49-F238E27FC236}">
                <a16:creationId xmlns:a16="http://schemas.microsoft.com/office/drawing/2014/main" id="{CA21F88F-7476-BB48-935A-A515D14D8D6A}"/>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8" name="Rectangle 7">
            <a:extLst>
              <a:ext uri="{FF2B5EF4-FFF2-40B4-BE49-F238E27FC236}">
                <a16:creationId xmlns:a16="http://schemas.microsoft.com/office/drawing/2014/main" id="{BB0979B2-3789-3043-8C2E-7A66B16CA9DF}"/>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 name="Rectangle 4">
            <a:extLst>
              <a:ext uri="{FF2B5EF4-FFF2-40B4-BE49-F238E27FC236}">
                <a16:creationId xmlns:a16="http://schemas.microsoft.com/office/drawing/2014/main" id="{65A2406B-2DC1-464A-8729-FD120EDE4F24}"/>
              </a:ext>
            </a:extLst>
          </p:cNvPr>
          <p:cNvSpPr/>
          <p:nvPr userDrawn="1"/>
        </p:nvSpPr>
        <p:spPr>
          <a:xfrm>
            <a:off x="244475" y="4900613"/>
            <a:ext cx="1027112"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CONFIDENTIAL</a:t>
            </a:r>
          </a:p>
        </p:txBody>
      </p:sp>
    </p:spTree>
    <p:extLst>
      <p:ext uri="{BB962C8B-B14F-4D97-AF65-F5344CB8AC3E}">
        <p14:creationId xmlns:p14="http://schemas.microsoft.com/office/powerpoint/2010/main" val="119987160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ver Slide 1">
    <p:bg>
      <p:bgPr>
        <a:solidFill>
          <a:schemeClr val="tx2"/>
        </a:solidFill>
        <a:effectLst/>
      </p:bgPr>
    </p:bg>
    <p:spTree>
      <p:nvGrpSpPr>
        <p:cNvPr id="1" name=""/>
        <p:cNvGrpSpPr/>
        <p:nvPr/>
      </p:nvGrpSpPr>
      <p:grpSpPr>
        <a:xfrm>
          <a:off x="0" y="0"/>
          <a:ext cx="0" cy="0"/>
          <a:chOff x="0" y="0"/>
          <a:chExt cx="0" cy="0"/>
        </a:xfrm>
      </p:grpSpPr>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69" y="3422512"/>
            <a:ext cx="6362693"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69" y="3757999"/>
            <a:ext cx="6362693"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4" name="Rectangle 13">
            <a:extLst>
              <a:ext uri="{FF2B5EF4-FFF2-40B4-BE49-F238E27FC236}">
                <a16:creationId xmlns:a16="http://schemas.microsoft.com/office/drawing/2014/main" id="{54F7E467-5179-7442-8ED3-92CACCEE321D}"/>
              </a:ext>
            </a:extLst>
          </p:cNvPr>
          <p:cNvSpPr/>
          <p:nvPr userDrawn="1"/>
        </p:nvSpPr>
        <p:spPr>
          <a:xfrm>
            <a:off x="6969419" y="4900613"/>
            <a:ext cx="1428455" cy="242886"/>
          </a:xfrm>
          <a:prstGeom prst="rect">
            <a:avLst/>
          </a:prstGeom>
        </p:spPr>
        <p:txBody>
          <a:bodyPr wrap="none" lIns="0" tIns="0" rIns="0" bIns="0" anchor="ctr">
            <a:noAutofit/>
          </a:bodyPr>
          <a:lstStyle/>
          <a:p>
            <a:pPr algn="r"/>
            <a:r>
              <a:rPr lang="en-US" sz="800">
                <a:solidFill>
                  <a:schemeClr val="tx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0137275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ver Slide 1a">
    <p:bg>
      <p:bgPr>
        <a:solidFill>
          <a:schemeClr val="tx2"/>
        </a:solidFill>
        <a:effectLst/>
      </p:bgPr>
    </p:bg>
    <p:spTree>
      <p:nvGrpSpPr>
        <p:cNvPr id="1" name=""/>
        <p:cNvGrpSpPr/>
        <p:nvPr/>
      </p:nvGrpSpPr>
      <p:grpSpPr>
        <a:xfrm>
          <a:off x="0" y="0"/>
          <a:ext cx="0" cy="0"/>
          <a:chOff x="0" y="0"/>
          <a:chExt cx="0" cy="0"/>
        </a:xfrm>
      </p:grpSpPr>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70" y="3422512"/>
            <a:ext cx="2940310"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70" y="3757999"/>
            <a:ext cx="2940310"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1" name="Text Placeholder 2">
            <a:extLst>
              <a:ext uri="{FF2B5EF4-FFF2-40B4-BE49-F238E27FC236}">
                <a16:creationId xmlns:a16="http://schemas.microsoft.com/office/drawing/2014/main" id="{C62988D4-D1C1-1A41-8427-2DC3A0F25244}"/>
              </a:ext>
            </a:extLst>
          </p:cNvPr>
          <p:cNvSpPr>
            <a:spLocks noGrp="1"/>
          </p:cNvSpPr>
          <p:nvPr>
            <p:ph type="body" sz="quarter" idx="17" hasCustomPrompt="1"/>
          </p:nvPr>
        </p:nvSpPr>
        <p:spPr>
          <a:xfrm>
            <a:off x="5380730" y="3422512"/>
            <a:ext cx="2940310"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4" name="Text Placeholder 2">
            <a:extLst>
              <a:ext uri="{FF2B5EF4-FFF2-40B4-BE49-F238E27FC236}">
                <a16:creationId xmlns:a16="http://schemas.microsoft.com/office/drawing/2014/main" id="{BCF940C5-CE1A-6A44-BDAA-6603B2A849B5}"/>
              </a:ext>
            </a:extLst>
          </p:cNvPr>
          <p:cNvSpPr>
            <a:spLocks noGrp="1"/>
          </p:cNvSpPr>
          <p:nvPr>
            <p:ph type="body" sz="quarter" idx="18" hasCustomPrompt="1"/>
          </p:nvPr>
        </p:nvSpPr>
        <p:spPr>
          <a:xfrm>
            <a:off x="5380730" y="3757999"/>
            <a:ext cx="2940310"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9" name="Rectangle 18">
            <a:extLst>
              <a:ext uri="{FF2B5EF4-FFF2-40B4-BE49-F238E27FC236}">
                <a16:creationId xmlns:a16="http://schemas.microsoft.com/office/drawing/2014/main" id="{C0F21E6A-A5AE-2341-8A6F-AD565425B6D3}"/>
              </a:ext>
            </a:extLst>
          </p:cNvPr>
          <p:cNvSpPr/>
          <p:nvPr userDrawn="1"/>
        </p:nvSpPr>
        <p:spPr>
          <a:xfrm>
            <a:off x="6969419" y="4900613"/>
            <a:ext cx="1428455" cy="242886"/>
          </a:xfrm>
          <a:prstGeom prst="rect">
            <a:avLst/>
          </a:prstGeom>
        </p:spPr>
        <p:txBody>
          <a:bodyPr wrap="none" lIns="0" tIns="0" rIns="0" bIns="0" anchor="ctr">
            <a:noAutofit/>
          </a:bodyPr>
          <a:lstStyle/>
          <a:p>
            <a:pPr algn="r"/>
            <a:r>
              <a:rPr lang="en-US" sz="800">
                <a:solidFill>
                  <a:schemeClr val="tx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92477670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ver Slide 2">
    <p:bg>
      <p:bgPr>
        <a:solidFill>
          <a:schemeClr val="tx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5656CE9-0040-A34F-8C4D-2091C9CAA70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971550" y="0"/>
            <a:ext cx="2825750" cy="5143500"/>
          </a:xfrm>
          <a:prstGeom prst="rect">
            <a:avLst/>
          </a:prstGeom>
        </p:spPr>
      </p:pic>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062740" y="2415441"/>
            <a:ext cx="4824896"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bg1"/>
                </a:solidFill>
                <a:latin typeface="+mn-lt"/>
                <a:ea typeface="Arial" charset="0"/>
                <a:cs typeface="Arial" charset="0"/>
              </a:defRPr>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070735" y="1235365"/>
            <a:ext cx="4819265" cy="997196"/>
          </a:xfrm>
          <a:prstGeom prst="rect">
            <a:avLst/>
          </a:prstGeom>
        </p:spPr>
        <p:txBody>
          <a:bodyPr vert="horz" wrap="square" lIns="0" tIns="0" rIns="0" bIns="0" rtlCol="0" anchor="t">
            <a:noAutofit/>
          </a:bodyPr>
          <a:lstStyle>
            <a:lvl1pPr>
              <a:defRPr sz="3600">
                <a:solidFill>
                  <a:schemeClr val="bg1"/>
                </a:solidFill>
              </a:defRPr>
            </a:lvl1pPr>
          </a:lstStyle>
          <a:p>
            <a:r>
              <a:rPr lang="en-US"/>
              <a:t>Presentation Title</a:t>
            </a:r>
            <a:br>
              <a:rPr lang="en-US"/>
            </a:br>
            <a:r>
              <a:rPr lang="en-US"/>
              <a:t>Presentation Title</a:t>
            </a:r>
          </a:p>
        </p:txBody>
      </p:sp>
      <p:sp>
        <p:nvSpPr>
          <p:cNvPr id="13" name="Text Placeholder 2">
            <a:extLst>
              <a:ext uri="{FF2B5EF4-FFF2-40B4-BE49-F238E27FC236}">
                <a16:creationId xmlns:a16="http://schemas.microsoft.com/office/drawing/2014/main" id="{DB56DA04-C94C-7D4C-850E-73A6ADC441D9}"/>
              </a:ext>
            </a:extLst>
          </p:cNvPr>
          <p:cNvSpPr>
            <a:spLocks noGrp="1"/>
          </p:cNvSpPr>
          <p:nvPr>
            <p:ph type="body" sz="quarter" idx="15" hasCustomPrompt="1"/>
          </p:nvPr>
        </p:nvSpPr>
        <p:spPr>
          <a:xfrm>
            <a:off x="4062741" y="3422512"/>
            <a:ext cx="4824894"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pic>
        <p:nvPicPr>
          <p:cNvPr id="12" name="Image">
            <a:extLst>
              <a:ext uri="{FF2B5EF4-FFF2-40B4-BE49-F238E27FC236}">
                <a16:creationId xmlns:a16="http://schemas.microsoft.com/office/drawing/2014/main" id="{7427F21E-3609-7943-AE05-8CAE39A3A873}"/>
              </a:ext>
            </a:extLst>
          </p:cNvPr>
          <p:cNvPicPr>
            <a:picLocks noChangeAspect="1"/>
          </p:cNvPicPr>
          <p:nvPr userDrawn="1"/>
        </p:nvPicPr>
        <p:blipFill>
          <a:blip r:embed="rId3"/>
          <a:srcRect/>
          <a:stretch/>
        </p:blipFill>
        <p:spPr>
          <a:xfrm>
            <a:off x="246990" y="250462"/>
            <a:ext cx="489607" cy="327631"/>
          </a:xfrm>
          <a:prstGeom prst="rect">
            <a:avLst/>
          </a:prstGeom>
          <a:ln w="12700">
            <a:miter lim="400000"/>
          </a:ln>
        </p:spPr>
      </p:pic>
      <p:sp>
        <p:nvSpPr>
          <p:cNvPr id="10" name="Rectangle 9">
            <a:extLst>
              <a:ext uri="{FF2B5EF4-FFF2-40B4-BE49-F238E27FC236}">
                <a16:creationId xmlns:a16="http://schemas.microsoft.com/office/drawing/2014/main" id="{30D660A3-5027-7045-8F6D-B7A3E56EEF1E}"/>
              </a:ext>
            </a:extLst>
          </p:cNvPr>
          <p:cNvSpPr/>
          <p:nvPr userDrawn="1"/>
        </p:nvSpPr>
        <p:spPr>
          <a:xfrm>
            <a:off x="246991" y="4667627"/>
            <a:ext cx="724560" cy="276999"/>
          </a:xfrm>
          <a:prstGeom prst="rect">
            <a:avLst/>
          </a:prstGeom>
        </p:spPr>
        <p:txBody>
          <a:bodyPr wrap="none" lIns="0" tIns="0" rIns="0" bIns="0" anchor="b">
            <a:noAutofit/>
          </a:bodyPr>
          <a:lstStyle/>
          <a:p>
            <a:pPr lvl="0"/>
            <a:r>
              <a:rPr lang="en-US" sz="1000" spc="-20" baseline="0">
                <a:solidFill>
                  <a:schemeClr val="tx2"/>
                </a:solidFill>
              </a:rPr>
              <a:t>ni.com</a:t>
            </a:r>
          </a:p>
        </p:txBody>
      </p:sp>
      <p:sp>
        <p:nvSpPr>
          <p:cNvPr id="15" name="Text Placeholder 2">
            <a:extLst>
              <a:ext uri="{FF2B5EF4-FFF2-40B4-BE49-F238E27FC236}">
                <a16:creationId xmlns:a16="http://schemas.microsoft.com/office/drawing/2014/main" id="{58899CD4-D773-0A4B-A456-E6BBF46A3C00}"/>
              </a:ext>
            </a:extLst>
          </p:cNvPr>
          <p:cNvSpPr>
            <a:spLocks noGrp="1"/>
          </p:cNvSpPr>
          <p:nvPr>
            <p:ph type="body" sz="quarter" idx="16" hasCustomPrompt="1"/>
          </p:nvPr>
        </p:nvSpPr>
        <p:spPr>
          <a:xfrm>
            <a:off x="4062740" y="3757999"/>
            <a:ext cx="4824896"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4" name="Rectangle 13">
            <a:extLst>
              <a:ext uri="{FF2B5EF4-FFF2-40B4-BE49-F238E27FC236}">
                <a16:creationId xmlns:a16="http://schemas.microsoft.com/office/drawing/2014/main" id="{E7E9388D-832D-6A4E-9671-D76EE2DAEB87}"/>
              </a:ext>
            </a:extLst>
          </p:cNvPr>
          <p:cNvSpPr/>
          <p:nvPr userDrawn="1"/>
        </p:nvSpPr>
        <p:spPr>
          <a:xfrm>
            <a:off x="7460479" y="4900613"/>
            <a:ext cx="1427155" cy="242886"/>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2287674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over Slide 2a">
    <p:bg>
      <p:bgPr>
        <a:solidFill>
          <a:schemeClr val="tx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5656CE9-0040-A34F-8C4D-2091C9CAA70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971550" y="0"/>
            <a:ext cx="2825750" cy="5143500"/>
          </a:xfrm>
          <a:prstGeom prst="rect">
            <a:avLst/>
          </a:prstGeom>
        </p:spPr>
      </p:pic>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062740" y="2415441"/>
            <a:ext cx="4824896"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bg1"/>
                </a:solidFill>
                <a:latin typeface="+mn-lt"/>
                <a:ea typeface="Arial" charset="0"/>
                <a:cs typeface="Arial" charset="0"/>
              </a:defRPr>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070735" y="1235365"/>
            <a:ext cx="4819265" cy="997196"/>
          </a:xfrm>
          <a:prstGeom prst="rect">
            <a:avLst/>
          </a:prstGeom>
        </p:spPr>
        <p:txBody>
          <a:bodyPr vert="horz" wrap="square" lIns="0" tIns="0" rIns="0" bIns="0" rtlCol="0" anchor="t">
            <a:noAutofit/>
          </a:bodyPr>
          <a:lstStyle>
            <a:lvl1pPr>
              <a:defRPr sz="3600">
                <a:solidFill>
                  <a:schemeClr val="bg1"/>
                </a:solidFill>
              </a:defRPr>
            </a:lvl1pPr>
          </a:lstStyle>
          <a:p>
            <a:r>
              <a:rPr lang="en-US"/>
              <a:t>Presentation Title</a:t>
            </a:r>
            <a:br>
              <a:rPr lang="en-US"/>
            </a:br>
            <a:r>
              <a:rPr lang="en-US"/>
              <a:t>Presentation Title</a:t>
            </a:r>
          </a:p>
        </p:txBody>
      </p:sp>
      <p:sp>
        <p:nvSpPr>
          <p:cNvPr id="13" name="Text Placeholder 2">
            <a:extLst>
              <a:ext uri="{FF2B5EF4-FFF2-40B4-BE49-F238E27FC236}">
                <a16:creationId xmlns:a16="http://schemas.microsoft.com/office/drawing/2014/main" id="{DB56DA04-C94C-7D4C-850E-73A6ADC441D9}"/>
              </a:ext>
            </a:extLst>
          </p:cNvPr>
          <p:cNvSpPr>
            <a:spLocks noGrp="1"/>
          </p:cNvSpPr>
          <p:nvPr>
            <p:ph type="body" sz="quarter" idx="15" hasCustomPrompt="1"/>
          </p:nvPr>
        </p:nvSpPr>
        <p:spPr>
          <a:xfrm>
            <a:off x="4062741" y="3422512"/>
            <a:ext cx="2230469"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pic>
        <p:nvPicPr>
          <p:cNvPr id="12" name="Image">
            <a:extLst>
              <a:ext uri="{FF2B5EF4-FFF2-40B4-BE49-F238E27FC236}">
                <a16:creationId xmlns:a16="http://schemas.microsoft.com/office/drawing/2014/main" id="{7427F21E-3609-7943-AE05-8CAE39A3A873}"/>
              </a:ext>
            </a:extLst>
          </p:cNvPr>
          <p:cNvPicPr>
            <a:picLocks noChangeAspect="1"/>
          </p:cNvPicPr>
          <p:nvPr userDrawn="1"/>
        </p:nvPicPr>
        <p:blipFill>
          <a:blip r:embed="rId3"/>
          <a:srcRect/>
          <a:stretch/>
        </p:blipFill>
        <p:spPr>
          <a:xfrm>
            <a:off x="246990" y="250462"/>
            <a:ext cx="489607" cy="327631"/>
          </a:xfrm>
          <a:prstGeom prst="rect">
            <a:avLst/>
          </a:prstGeom>
          <a:ln w="12700">
            <a:miter lim="400000"/>
          </a:ln>
        </p:spPr>
      </p:pic>
      <p:sp>
        <p:nvSpPr>
          <p:cNvPr id="10" name="Rectangle 9">
            <a:extLst>
              <a:ext uri="{FF2B5EF4-FFF2-40B4-BE49-F238E27FC236}">
                <a16:creationId xmlns:a16="http://schemas.microsoft.com/office/drawing/2014/main" id="{30D660A3-5027-7045-8F6D-B7A3E56EEF1E}"/>
              </a:ext>
            </a:extLst>
          </p:cNvPr>
          <p:cNvSpPr/>
          <p:nvPr userDrawn="1"/>
        </p:nvSpPr>
        <p:spPr>
          <a:xfrm>
            <a:off x="246991" y="4667627"/>
            <a:ext cx="724560" cy="276999"/>
          </a:xfrm>
          <a:prstGeom prst="rect">
            <a:avLst/>
          </a:prstGeom>
        </p:spPr>
        <p:txBody>
          <a:bodyPr wrap="none" lIns="0" tIns="0" rIns="0" bIns="0" anchor="b">
            <a:noAutofit/>
          </a:bodyPr>
          <a:lstStyle/>
          <a:p>
            <a:pPr lvl="0"/>
            <a:r>
              <a:rPr lang="en-US" sz="1000" spc="-20" baseline="0">
                <a:solidFill>
                  <a:schemeClr val="tx2"/>
                </a:solidFill>
              </a:rPr>
              <a:t>ni.com</a:t>
            </a:r>
          </a:p>
        </p:txBody>
      </p:sp>
      <p:sp>
        <p:nvSpPr>
          <p:cNvPr id="15" name="Text Placeholder 2">
            <a:extLst>
              <a:ext uri="{FF2B5EF4-FFF2-40B4-BE49-F238E27FC236}">
                <a16:creationId xmlns:a16="http://schemas.microsoft.com/office/drawing/2014/main" id="{58899CD4-D773-0A4B-A456-E6BBF46A3C00}"/>
              </a:ext>
            </a:extLst>
          </p:cNvPr>
          <p:cNvSpPr>
            <a:spLocks noGrp="1"/>
          </p:cNvSpPr>
          <p:nvPr>
            <p:ph type="body" sz="quarter" idx="16" hasCustomPrompt="1"/>
          </p:nvPr>
        </p:nvSpPr>
        <p:spPr>
          <a:xfrm>
            <a:off x="4062740" y="3757999"/>
            <a:ext cx="2230470"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1" name="Text Placeholder 2">
            <a:extLst>
              <a:ext uri="{FF2B5EF4-FFF2-40B4-BE49-F238E27FC236}">
                <a16:creationId xmlns:a16="http://schemas.microsoft.com/office/drawing/2014/main" id="{642154EA-E8B3-AA44-A122-ED39A876F1C7}"/>
              </a:ext>
            </a:extLst>
          </p:cNvPr>
          <p:cNvSpPr>
            <a:spLocks noGrp="1"/>
          </p:cNvSpPr>
          <p:nvPr>
            <p:ph type="body" sz="quarter" idx="17" hasCustomPrompt="1"/>
          </p:nvPr>
        </p:nvSpPr>
        <p:spPr>
          <a:xfrm>
            <a:off x="6549575" y="3422512"/>
            <a:ext cx="2338061"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bg1"/>
                </a:solidFill>
                <a:latin typeface="Consolas" panose="020B0609020204030204" pitchFamily="49" charset="0"/>
                <a:ea typeface="Arial" charset="0"/>
                <a:cs typeface="Arial" charset="0"/>
              </a:defRPr>
            </a:lvl1pPr>
          </a:lstStyle>
          <a:p>
            <a:pPr lvl="0"/>
            <a:r>
              <a:rPr lang="en-US"/>
              <a:t>Speaker Name</a:t>
            </a:r>
          </a:p>
        </p:txBody>
      </p:sp>
      <p:sp>
        <p:nvSpPr>
          <p:cNvPr id="14" name="Text Placeholder 2">
            <a:extLst>
              <a:ext uri="{FF2B5EF4-FFF2-40B4-BE49-F238E27FC236}">
                <a16:creationId xmlns:a16="http://schemas.microsoft.com/office/drawing/2014/main" id="{E2D1A662-941F-1842-8AA2-C52D8699D174}"/>
              </a:ext>
            </a:extLst>
          </p:cNvPr>
          <p:cNvSpPr>
            <a:spLocks noGrp="1"/>
          </p:cNvSpPr>
          <p:nvPr>
            <p:ph type="body" sz="quarter" idx="18" hasCustomPrompt="1"/>
          </p:nvPr>
        </p:nvSpPr>
        <p:spPr>
          <a:xfrm>
            <a:off x="6549574" y="3757999"/>
            <a:ext cx="2338061" cy="276999"/>
          </a:xfrm>
          <a:prstGeom prst="rect">
            <a:avLst/>
          </a:prstGeom>
        </p:spPr>
        <p:txBody>
          <a:bodyPr wrap="square" lIns="0" rIns="0" anchor="t">
            <a:noAutofit/>
          </a:bodyPr>
          <a:lstStyle>
            <a:lvl1pPr>
              <a:defRPr lang="en-US" sz="1200" spc="-40" dirty="0">
                <a:solidFill>
                  <a:schemeClr val="bg1"/>
                </a:solidFill>
                <a:latin typeface="Consolas" panose="020B0609020204030204" pitchFamily="49" charset="0"/>
              </a:defRPr>
            </a:lvl1pPr>
          </a:lstStyle>
          <a:p>
            <a:pPr lvl="0">
              <a:buFont typeface="Arial" panose="020B0604020202020204" pitchFamily="34" charset="0"/>
            </a:pPr>
            <a:r>
              <a:rPr lang="en-US"/>
              <a:t>Title</a:t>
            </a:r>
          </a:p>
        </p:txBody>
      </p:sp>
      <p:sp>
        <p:nvSpPr>
          <p:cNvPr id="18" name="Rectangle 17">
            <a:extLst>
              <a:ext uri="{FF2B5EF4-FFF2-40B4-BE49-F238E27FC236}">
                <a16:creationId xmlns:a16="http://schemas.microsoft.com/office/drawing/2014/main" id="{2E50166C-A5CE-2343-8C78-56467B9E15D8}"/>
              </a:ext>
            </a:extLst>
          </p:cNvPr>
          <p:cNvSpPr/>
          <p:nvPr userDrawn="1"/>
        </p:nvSpPr>
        <p:spPr>
          <a:xfrm>
            <a:off x="7460479" y="4900613"/>
            <a:ext cx="1427155" cy="242886"/>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78241395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Brand Update for ending or begining">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E58B4DC-CAF3-174A-83C6-A9EAE6D49A61}"/>
              </a:ext>
            </a:extLst>
          </p:cNvPr>
          <p:cNvSpPr/>
          <p:nvPr userDrawn="1"/>
        </p:nvSpPr>
        <p:spPr>
          <a:xfrm rot="10800000">
            <a:off x="0" y="0"/>
            <a:ext cx="9144000" cy="5143500"/>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6" name="Freeform 15">
            <a:extLst>
              <a:ext uri="{FF2B5EF4-FFF2-40B4-BE49-F238E27FC236}">
                <a16:creationId xmlns:a16="http://schemas.microsoft.com/office/drawing/2014/main" id="{4318A853-BC17-0E4F-BD5F-6054F35EDA2B}"/>
              </a:ext>
            </a:extLst>
          </p:cNvPr>
          <p:cNvSpPr/>
          <p:nvPr userDrawn="1"/>
        </p:nvSpPr>
        <p:spPr>
          <a:xfrm rot="10800000" flipH="1">
            <a:off x="0" y="-4"/>
            <a:ext cx="9144001" cy="5143501"/>
          </a:xfrm>
          <a:custGeom>
            <a:avLst/>
            <a:gdLst>
              <a:gd name="connsiteX0" fmla="*/ 5208134 w 9143999"/>
              <a:gd name="connsiteY0" fmla="*/ 0 h 5143500"/>
              <a:gd name="connsiteX1" fmla="*/ 5208136 w 9143999"/>
              <a:gd name="connsiteY1" fmla="*/ 0 h 5143500"/>
              <a:gd name="connsiteX2" fmla="*/ 9143999 w 9143999"/>
              <a:gd name="connsiteY2" fmla="*/ 0 h 5143500"/>
              <a:gd name="connsiteX3" fmla="*/ 9143999 w 9143999"/>
              <a:gd name="connsiteY3" fmla="*/ 5143500 h 5143500"/>
              <a:gd name="connsiteX4" fmla="*/ 5208136 w 9143999"/>
              <a:gd name="connsiteY4" fmla="*/ 5143500 h 5143500"/>
              <a:gd name="connsiteX5" fmla="*/ 0 w 9143999"/>
              <a:gd name="connsiteY5" fmla="*/ 5143500 h 5143500"/>
              <a:gd name="connsiteX6" fmla="*/ 5208134 w 9143999"/>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3999" h="5143500">
                <a:moveTo>
                  <a:pt x="5208134" y="0"/>
                </a:moveTo>
                <a:lnTo>
                  <a:pt x="5208136" y="0"/>
                </a:lnTo>
                <a:lnTo>
                  <a:pt x="9143999" y="0"/>
                </a:lnTo>
                <a:lnTo>
                  <a:pt x="9143999" y="5143500"/>
                </a:lnTo>
                <a:lnTo>
                  <a:pt x="5208136" y="5143500"/>
                </a:lnTo>
                <a:lnTo>
                  <a:pt x="0" y="5143500"/>
                </a:lnTo>
                <a:cubicBezTo>
                  <a:pt x="0" y="2302825"/>
                  <a:pt x="2331762" y="0"/>
                  <a:pt x="5208134" y="0"/>
                </a:cubicBezTo>
                <a:close/>
              </a:path>
            </a:pathLst>
          </a:custGeom>
          <a:solidFill>
            <a:schemeClr val="bg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6" name="Graphic 4">
            <a:extLst>
              <a:ext uri="{FF2B5EF4-FFF2-40B4-BE49-F238E27FC236}">
                <a16:creationId xmlns:a16="http://schemas.microsoft.com/office/drawing/2014/main" id="{7501A2DC-C99D-5B49-99EF-FFB52ED4626F}"/>
              </a:ext>
            </a:extLst>
          </p:cNvPr>
          <p:cNvPicPr>
            <a:picLocks/>
          </p:cNvPicPr>
          <p:nvPr userDrawn="1"/>
        </p:nvPicPr>
        <p:blipFill>
          <a:blip r:embed="rId2"/>
          <a:srcRect/>
          <a:stretch/>
        </p:blipFill>
        <p:spPr>
          <a:xfrm>
            <a:off x="2612164" y="1781945"/>
            <a:ext cx="4741136" cy="1022092"/>
          </a:xfrm>
          <a:prstGeom prst="rect">
            <a:avLst/>
          </a:prstGeom>
        </p:spPr>
      </p:pic>
      <p:sp>
        <p:nvSpPr>
          <p:cNvPr id="7" name="Rectangle 6">
            <a:extLst>
              <a:ext uri="{FF2B5EF4-FFF2-40B4-BE49-F238E27FC236}">
                <a16:creationId xmlns:a16="http://schemas.microsoft.com/office/drawing/2014/main" id="{507A4DBD-2BDA-0C46-958F-167DB8540946}"/>
              </a:ext>
            </a:extLst>
          </p:cNvPr>
          <p:cNvSpPr/>
          <p:nvPr userDrawn="1"/>
        </p:nvSpPr>
        <p:spPr>
          <a:xfrm>
            <a:off x="244475" y="4900613"/>
            <a:ext cx="1456138"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64441944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1" y="1"/>
            <a:ext cx="3552825" cy="51434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t"/>
          <a:lstStyle/>
          <a:p>
            <a:pPr algn="ctr"/>
            <a:endParaRPr lang="en-US"/>
          </a:p>
        </p:txBody>
      </p:sp>
      <p:sp>
        <p:nvSpPr>
          <p:cNvPr id="2" name="Title 1"/>
          <p:cNvSpPr>
            <a:spLocks noGrp="1"/>
          </p:cNvSpPr>
          <p:nvPr>
            <p:ph type="ctrTitle" hasCustomPrompt="1"/>
          </p:nvPr>
        </p:nvSpPr>
        <p:spPr>
          <a:xfrm>
            <a:off x="736600" y="829515"/>
            <a:ext cx="2446438" cy="590931"/>
          </a:xfrm>
          <a:prstGeom prst="rect">
            <a:avLst/>
          </a:prstGeom>
        </p:spPr>
        <p:txBody>
          <a:bodyPr wrap="square" lIns="0" rIns="0" anchor="t">
            <a:noAutofit/>
          </a:bodyPr>
          <a:lstStyle>
            <a:lvl1pPr algn="l">
              <a:defRPr sz="3600" baseline="0">
                <a:solidFill>
                  <a:schemeClr val="tx1"/>
                </a:solidFill>
              </a:defRPr>
            </a:lvl1pPr>
          </a:lstStyle>
          <a:p>
            <a:r>
              <a:rPr lang="en-US"/>
              <a:t>Agenda</a:t>
            </a:r>
          </a:p>
        </p:txBody>
      </p:sp>
      <p:sp>
        <p:nvSpPr>
          <p:cNvPr id="5" name="Text Placeholder 4">
            <a:extLst>
              <a:ext uri="{FF2B5EF4-FFF2-40B4-BE49-F238E27FC236}">
                <a16:creationId xmlns:a16="http://schemas.microsoft.com/office/drawing/2014/main" id="{8A08097A-F6BF-584E-9C47-5BC4A6E65785}"/>
              </a:ext>
            </a:extLst>
          </p:cNvPr>
          <p:cNvSpPr>
            <a:spLocks noGrp="1"/>
          </p:cNvSpPr>
          <p:nvPr>
            <p:ph type="body" sz="quarter" idx="10" hasCustomPrompt="1"/>
          </p:nvPr>
        </p:nvSpPr>
        <p:spPr>
          <a:xfrm>
            <a:off x="3797300" y="829515"/>
            <a:ext cx="4599538" cy="1938992"/>
          </a:xfrm>
          <a:prstGeom prst="rect">
            <a:avLst/>
          </a:prstGeom>
        </p:spPr>
        <p:txBody>
          <a:bodyPr wrap="square" lIns="0" tIns="0" rIns="0" anchor="t">
            <a:noAutofit/>
          </a:bodyPr>
          <a:lstStyle>
            <a:lvl1pPr marL="0" marR="0" indent="0" algn="l" defTabSz="914400" rtl="0" eaLnBrk="1" fontAlgn="auto" latinLnBrk="0" hangingPunct="1">
              <a:lnSpc>
                <a:spcPct val="100000"/>
              </a:lnSpc>
              <a:spcBef>
                <a:spcPts val="0"/>
              </a:spcBef>
              <a:spcAft>
                <a:spcPts val="1200"/>
              </a:spcAft>
              <a:buClr>
                <a:schemeClr val="bg2">
                  <a:lumMod val="50000"/>
                </a:schemeClr>
              </a:buClr>
              <a:buSzPct val="70000"/>
              <a:buFont typeface="Wingdings" charset="2"/>
              <a:buNone/>
              <a:tabLst>
                <a:tab pos="182880" algn="l"/>
              </a:tabLst>
              <a:defRPr sz="1600"/>
            </a:lvl1pPr>
          </a:lstStyle>
          <a:p>
            <a:pPr lvl="0"/>
            <a:r>
              <a:rPr lang="en-US"/>
              <a:t>Content Item 1</a:t>
            </a:r>
          </a:p>
          <a:p>
            <a:pPr lvl="0"/>
            <a:r>
              <a:rPr lang="en-US"/>
              <a:t>Content Item 2</a:t>
            </a:r>
          </a:p>
          <a:p>
            <a:pPr lvl="0"/>
            <a:r>
              <a:rPr lang="en-US"/>
              <a:t>Content Item 3</a:t>
            </a:r>
          </a:p>
          <a:p>
            <a:pPr lvl="0"/>
            <a:r>
              <a:rPr lang="en-US"/>
              <a:t>Content Item 4</a:t>
            </a:r>
          </a:p>
          <a:p>
            <a:pPr lvl="0"/>
            <a:r>
              <a:rPr lang="en-US"/>
              <a:t>Content Item 5 </a:t>
            </a:r>
          </a:p>
        </p:txBody>
      </p:sp>
      <p:sp>
        <p:nvSpPr>
          <p:cNvPr id="10" name="Text Placeholder 2">
            <a:extLst>
              <a:ext uri="{FF2B5EF4-FFF2-40B4-BE49-F238E27FC236}">
                <a16:creationId xmlns:a16="http://schemas.microsoft.com/office/drawing/2014/main" id="{80A5EDD0-1CB4-2B41-A679-1B853092C722}"/>
              </a:ext>
            </a:extLst>
          </p:cNvPr>
          <p:cNvSpPr>
            <a:spLocks noGrp="1"/>
          </p:cNvSpPr>
          <p:nvPr>
            <p:ph type="body" sz="quarter" idx="17" hasCustomPrompt="1"/>
          </p:nvPr>
        </p:nvSpPr>
        <p:spPr>
          <a:xfrm>
            <a:off x="3794464" y="340219"/>
            <a:ext cx="4603411"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4" name="Rectangle 13">
            <a:extLst>
              <a:ext uri="{FF2B5EF4-FFF2-40B4-BE49-F238E27FC236}">
                <a16:creationId xmlns:a16="http://schemas.microsoft.com/office/drawing/2014/main" id="{60480955-08E5-A84E-A06C-1ADD27561CB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grpSp>
        <p:nvGrpSpPr>
          <p:cNvPr id="28" name="Group 27">
            <a:extLst>
              <a:ext uri="{FF2B5EF4-FFF2-40B4-BE49-F238E27FC236}">
                <a16:creationId xmlns:a16="http://schemas.microsoft.com/office/drawing/2014/main" id="{0A01A894-262B-F94E-8BD2-DA7CF9CA6D79}"/>
              </a:ext>
            </a:extLst>
          </p:cNvPr>
          <p:cNvGrpSpPr/>
          <p:nvPr userDrawn="1"/>
        </p:nvGrpSpPr>
        <p:grpSpPr>
          <a:xfrm>
            <a:off x="253999" y="259645"/>
            <a:ext cx="8143876" cy="4677479"/>
            <a:chOff x="253999" y="256470"/>
            <a:chExt cx="8143876" cy="4677479"/>
          </a:xfrm>
        </p:grpSpPr>
        <p:grpSp>
          <p:nvGrpSpPr>
            <p:cNvPr id="18" name="Group 17">
              <a:extLst>
                <a:ext uri="{FF2B5EF4-FFF2-40B4-BE49-F238E27FC236}">
                  <a16:creationId xmlns:a16="http://schemas.microsoft.com/office/drawing/2014/main" id="{15F92D2A-1D24-144F-8314-92BA0673621A}"/>
                </a:ext>
              </a:extLst>
            </p:cNvPr>
            <p:cNvGrpSpPr/>
            <p:nvPr userDrawn="1"/>
          </p:nvGrpSpPr>
          <p:grpSpPr>
            <a:xfrm flipH="1" flipV="1">
              <a:off x="253999" y="256470"/>
              <a:ext cx="2929039" cy="4677479"/>
              <a:chOff x="701574" y="218374"/>
              <a:chExt cx="2929039" cy="4677479"/>
            </a:xfrm>
          </p:grpSpPr>
          <p:sp>
            <p:nvSpPr>
              <p:cNvPr id="19" name="Freeform 18">
                <a:extLst>
                  <a:ext uri="{FF2B5EF4-FFF2-40B4-BE49-F238E27FC236}">
                    <a16:creationId xmlns:a16="http://schemas.microsoft.com/office/drawing/2014/main" id="{DB210C0D-B602-A941-AC72-7D0DC7F5AB19}"/>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20" name="Straight Connector 19">
                <a:extLst>
                  <a:ext uri="{FF2B5EF4-FFF2-40B4-BE49-F238E27FC236}">
                    <a16:creationId xmlns:a16="http://schemas.microsoft.com/office/drawing/2014/main" id="{E873A4F4-1A51-6140-8C37-E56751AC7620}"/>
                  </a:ext>
                </a:extLst>
              </p:cNvPr>
              <p:cNvCxnSpPr>
                <a:cxnSpLocks/>
              </p:cNvCxnSpPr>
              <p:nvPr userDrawn="1"/>
            </p:nvCxnSpPr>
            <p:spPr>
              <a:xfrm flipH="1" flipV="1">
                <a:off x="3630613" y="218374"/>
                <a:ext cx="0" cy="329159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8183967-A333-1248-9118-8BE4B63D9CA9}"/>
                  </a:ext>
                </a:extLst>
              </p:cNvPr>
              <p:cNvCxnSpPr>
                <a:cxnSpLocks/>
              </p:cNvCxnSpPr>
              <p:nvPr/>
            </p:nvCxnSpPr>
            <p:spPr>
              <a:xfrm flipH="1" flipV="1">
                <a:off x="701574" y="4895853"/>
                <a:ext cx="1543703" cy="0"/>
              </a:xfrm>
              <a:prstGeom prst="line">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27" name="Straight Connector 26">
              <a:extLst>
                <a:ext uri="{FF2B5EF4-FFF2-40B4-BE49-F238E27FC236}">
                  <a16:creationId xmlns:a16="http://schemas.microsoft.com/office/drawing/2014/main" id="{76C4BB49-F13F-8A4F-8052-DA15D9A94E75}"/>
                </a:ext>
              </a:extLst>
            </p:cNvPr>
            <p:cNvCxnSpPr>
              <a:cxnSpLocks/>
            </p:cNvCxnSpPr>
            <p:nvPr userDrawn="1"/>
          </p:nvCxnSpPr>
          <p:spPr>
            <a:xfrm>
              <a:off x="3183038" y="256470"/>
              <a:ext cx="521483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grpSp>
      <p:pic>
        <p:nvPicPr>
          <p:cNvPr id="29" name="Image">
            <a:extLst>
              <a:ext uri="{FF2B5EF4-FFF2-40B4-BE49-F238E27FC236}">
                <a16:creationId xmlns:a16="http://schemas.microsoft.com/office/drawing/2014/main" id="{1966D446-3E01-7747-9494-656B03576F61}"/>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6" name="Rectangle 15">
            <a:extLst>
              <a:ext uri="{FF2B5EF4-FFF2-40B4-BE49-F238E27FC236}">
                <a16:creationId xmlns:a16="http://schemas.microsoft.com/office/drawing/2014/main" id="{BA4D42D5-1AF0-2D4A-BFFB-FF5776380CA4}"/>
              </a:ext>
            </a:extLst>
          </p:cNvPr>
          <p:cNvSpPr/>
          <p:nvPr userDrawn="1"/>
        </p:nvSpPr>
        <p:spPr>
          <a:xfrm>
            <a:off x="3806823" y="4900613"/>
            <a:ext cx="1474477"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456236401"/>
      </p:ext>
    </p:extLst>
  </p:cSld>
  <p:clrMapOvr>
    <a:masterClrMapping/>
  </p:clrMapOvr>
  <p:extLst>
    <p:ext uri="{DCECCB84-F9BA-43D5-87BE-67443E8EF086}">
      <p15:sldGuideLst xmlns:p15="http://schemas.microsoft.com/office/powerpoint/2012/main">
        <p15:guide id="1" pos="268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Layout 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3" name="Subtitle 2"/>
          <p:cNvSpPr>
            <a:spLocks noGrp="1"/>
          </p:cNvSpPr>
          <p:nvPr>
            <p:ph type="subTitle" idx="1" hasCustomPrompt="1"/>
          </p:nvPr>
        </p:nvSpPr>
        <p:spPr>
          <a:xfrm>
            <a:off x="731499" y="1278431"/>
            <a:ext cx="7661275"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D5B5601-6668-5F4C-809E-C9F5909FB969}"/>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1" name="Rectangle 10">
            <a:extLst>
              <a:ext uri="{FF2B5EF4-FFF2-40B4-BE49-F238E27FC236}">
                <a16:creationId xmlns:a16="http://schemas.microsoft.com/office/drawing/2014/main" id="{CDFAE02A-694E-EA4A-8424-4BA5363E7B40}"/>
              </a:ext>
            </a:extLst>
          </p:cNvPr>
          <p:cNvSpPr/>
          <p:nvPr userDrawn="1"/>
        </p:nvSpPr>
        <p:spPr>
          <a:xfrm>
            <a:off x="244475" y="4900613"/>
            <a:ext cx="1396318"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96443519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Layout 1a">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8" name="Text Placeholder 2">
            <a:extLst>
              <a:ext uri="{FF2B5EF4-FFF2-40B4-BE49-F238E27FC236}">
                <a16:creationId xmlns:a16="http://schemas.microsoft.com/office/drawing/2014/main" id="{9D62AF0F-3C4F-704D-BAB1-BDD0EDDB78C7}"/>
              </a:ext>
            </a:extLst>
          </p:cNvPr>
          <p:cNvSpPr>
            <a:spLocks noGrp="1"/>
          </p:cNvSpPr>
          <p:nvPr>
            <p:ph type="body" sz="quarter" idx="18" hasCustomPrompt="1"/>
          </p:nvPr>
        </p:nvSpPr>
        <p:spPr>
          <a:xfrm>
            <a:off x="731499" y="340219"/>
            <a:ext cx="7661275"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1" name="Rectangle 10">
            <a:extLst>
              <a:ext uri="{FF2B5EF4-FFF2-40B4-BE49-F238E27FC236}">
                <a16:creationId xmlns:a16="http://schemas.microsoft.com/office/drawing/2014/main" id="{23B81580-C246-6D46-A232-81815BA42B5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D3302C0E-45B8-5849-90C9-1C9C6100C499}"/>
              </a:ext>
            </a:extLst>
          </p:cNvPr>
          <p:cNvSpPr/>
          <p:nvPr userDrawn="1"/>
        </p:nvSpPr>
        <p:spPr>
          <a:xfrm>
            <a:off x="244475" y="4900613"/>
            <a:ext cx="1396318"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54010683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Layout 1c">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3" name="Subtitle 2"/>
          <p:cNvSpPr>
            <a:spLocks noGrp="1"/>
          </p:cNvSpPr>
          <p:nvPr>
            <p:ph type="subTitle" idx="1" hasCustomPrompt="1"/>
          </p:nvPr>
        </p:nvSpPr>
        <p:spPr>
          <a:xfrm>
            <a:off x="731499" y="1278431"/>
            <a:ext cx="7661275"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cxnSp>
        <p:nvCxnSpPr>
          <p:cNvPr id="21" name="Straight Connector 20">
            <a:extLst>
              <a:ext uri="{FF2B5EF4-FFF2-40B4-BE49-F238E27FC236}">
                <a16:creationId xmlns:a16="http://schemas.microsoft.com/office/drawing/2014/main" id="{0B0C59DE-2D08-734A-9F9A-4067194B8BD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Rectangle 14">
            <a:extLst>
              <a:ext uri="{FF2B5EF4-FFF2-40B4-BE49-F238E27FC236}">
                <a16:creationId xmlns:a16="http://schemas.microsoft.com/office/drawing/2014/main" id="{5D5B5601-6668-5F4C-809E-C9F5909FB969}"/>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1" name="Rectangle 10">
            <a:extLst>
              <a:ext uri="{FF2B5EF4-FFF2-40B4-BE49-F238E27FC236}">
                <a16:creationId xmlns:a16="http://schemas.microsoft.com/office/drawing/2014/main" id="{8E009081-195A-6646-88ED-C88163046D61}"/>
              </a:ext>
            </a:extLst>
          </p:cNvPr>
          <p:cNvSpPr/>
          <p:nvPr userDrawn="1"/>
        </p:nvSpPr>
        <p:spPr>
          <a:xfrm>
            <a:off x="244475" y="4900613"/>
            <a:ext cx="1396318" cy="242886"/>
          </a:xfrm>
          <a:prstGeom prst="rect">
            <a:avLst/>
          </a:prstGeom>
        </p:spPr>
        <p:txBody>
          <a:bodyPr wrap="none" lIns="0" tIns="0" rIns="0" bIns="0" anchor="ctr">
            <a:noAutofit/>
          </a:bodyPr>
          <a:lstStyle/>
          <a:p>
            <a:pPr algn="l"/>
            <a:r>
              <a:rPr lang="en-US" sz="800">
                <a:solidFill>
                  <a:schemeClr val="bg2">
                    <a:lumMod val="50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461219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Layout 1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36599" y="711561"/>
            <a:ext cx="7661275"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731499"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571663"/>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9" name="Text Placeholder 2">
            <a:extLst>
              <a:ext uri="{FF2B5EF4-FFF2-40B4-BE49-F238E27FC236}">
                <a16:creationId xmlns:a16="http://schemas.microsoft.com/office/drawing/2014/main" id="{CDC304C6-F2A3-FE4C-917C-4F654B14133B}"/>
              </a:ext>
            </a:extLst>
          </p:cNvPr>
          <p:cNvSpPr>
            <a:spLocks noGrp="1"/>
          </p:cNvSpPr>
          <p:nvPr>
            <p:ph type="body" sz="quarter" idx="18" hasCustomPrompt="1"/>
          </p:nvPr>
        </p:nvSpPr>
        <p:spPr>
          <a:xfrm>
            <a:off x="731499" y="340219"/>
            <a:ext cx="7661275"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1" name="Straight Connector 10">
            <a:extLst>
              <a:ext uri="{FF2B5EF4-FFF2-40B4-BE49-F238E27FC236}">
                <a16:creationId xmlns:a16="http://schemas.microsoft.com/office/drawing/2014/main" id="{F3AD1011-073C-FC42-BB61-FFB3D9FD2DD4}"/>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4" name="Rectangle 13">
            <a:extLst>
              <a:ext uri="{FF2B5EF4-FFF2-40B4-BE49-F238E27FC236}">
                <a16:creationId xmlns:a16="http://schemas.microsoft.com/office/drawing/2014/main" id="{1FBF0E51-B095-2946-B9F9-6CC3B19EDC21}"/>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5" name="Rectangle 14">
            <a:extLst>
              <a:ext uri="{FF2B5EF4-FFF2-40B4-BE49-F238E27FC236}">
                <a16:creationId xmlns:a16="http://schemas.microsoft.com/office/drawing/2014/main" id="{D2AA3828-42DC-364C-AE26-9E236208FCE3}"/>
              </a:ext>
            </a:extLst>
          </p:cNvPr>
          <p:cNvSpPr/>
          <p:nvPr userDrawn="1"/>
        </p:nvSpPr>
        <p:spPr>
          <a:xfrm>
            <a:off x="244475" y="4900613"/>
            <a:ext cx="1396318" cy="242886"/>
          </a:xfrm>
          <a:prstGeom prst="rect">
            <a:avLst/>
          </a:prstGeom>
        </p:spPr>
        <p:txBody>
          <a:bodyPr wrap="none" lIns="0" tIns="0" rIns="0" bIns="0" anchor="ctr">
            <a:noAutofit/>
          </a:bodyPr>
          <a:lstStyle/>
          <a:p>
            <a:pPr algn="l"/>
            <a:r>
              <a:rPr lang="en-US" sz="800">
                <a:solidFill>
                  <a:schemeClr val="bg2">
                    <a:lumMod val="50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2251986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Layout 2">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966952" y="1278431"/>
            <a:ext cx="7430923" cy="297517"/>
          </a:xfrm>
          <a:prstGeom prst="rect">
            <a:avLst/>
          </a:prstGeom>
        </p:spPr>
        <p:txBody>
          <a:bodyPr wrap="square" lIns="0" rIns="0" anchor="t">
            <a:noAutofit/>
          </a:bodyPr>
          <a:lstStyle>
            <a:lvl1pPr marL="0" marR="0" indent="0" algn="l" defTabSz="914400" rtl="0" eaLnBrk="1" fontAlgn="auto" latinLnBrk="0" hangingPunct="1">
              <a:lnSpc>
                <a:spcPts val="1600"/>
              </a:lnSpc>
              <a:spcBef>
                <a:spcPts val="1000"/>
              </a:spcBef>
              <a:spcAft>
                <a:spcPts val="0"/>
              </a:spcAft>
              <a:buClrTx/>
              <a:buSzTx/>
              <a:buFont typeface="Arial"/>
              <a:buNone/>
              <a:tabLst/>
              <a:defRPr sz="1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Subhead</a:t>
            </a:r>
          </a:p>
        </p:txBody>
      </p:sp>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966952"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8" name="Picture 17">
            <a:extLst>
              <a:ext uri="{FF2B5EF4-FFF2-40B4-BE49-F238E27FC236}">
                <a16:creationId xmlns:a16="http://schemas.microsoft.com/office/drawing/2014/main" id="{37473A60-D842-8041-AF7F-FBA6485D4A1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sp>
        <p:nvSpPr>
          <p:cNvPr id="24" name="Text Placeholder 2">
            <a:extLst>
              <a:ext uri="{FF2B5EF4-FFF2-40B4-BE49-F238E27FC236}">
                <a16:creationId xmlns:a16="http://schemas.microsoft.com/office/drawing/2014/main" id="{B7018C19-9289-8747-AA02-5CC8ABFC6CC4}"/>
              </a:ext>
            </a:extLst>
          </p:cNvPr>
          <p:cNvSpPr>
            <a:spLocks noGrp="1"/>
          </p:cNvSpPr>
          <p:nvPr>
            <p:ph type="body" sz="quarter" idx="17" hasCustomPrompt="1"/>
          </p:nvPr>
        </p:nvSpPr>
        <p:spPr>
          <a:xfrm>
            <a:off x="4923155" y="1955421"/>
            <a:ext cx="3474720" cy="274320"/>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25" name="Image">
            <a:extLst>
              <a:ext uri="{FF2B5EF4-FFF2-40B4-BE49-F238E27FC236}">
                <a16:creationId xmlns:a16="http://schemas.microsoft.com/office/drawing/2014/main" id="{B810EAB7-1B73-774A-98B9-52A96B505D3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1" name="Rectangle 10">
            <a:extLst>
              <a:ext uri="{FF2B5EF4-FFF2-40B4-BE49-F238E27FC236}">
                <a16:creationId xmlns:a16="http://schemas.microsoft.com/office/drawing/2014/main" id="{990A3163-457C-A44B-983A-F5976641164C}"/>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4" name="Title 1">
            <a:extLst>
              <a:ext uri="{FF2B5EF4-FFF2-40B4-BE49-F238E27FC236}">
                <a16:creationId xmlns:a16="http://schemas.microsoft.com/office/drawing/2014/main" id="{3012EB55-CAF1-B745-A8B8-69DBAEF78A1E}"/>
              </a:ext>
            </a:extLst>
          </p:cNvPr>
          <p:cNvSpPr>
            <a:spLocks noGrp="1"/>
          </p:cNvSpPr>
          <p:nvPr>
            <p:ph type="ctrTitle" hasCustomPrompt="1"/>
          </p:nvPr>
        </p:nvSpPr>
        <p:spPr>
          <a:xfrm>
            <a:off x="966952" y="711561"/>
            <a:ext cx="7430923"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cxnSp>
        <p:nvCxnSpPr>
          <p:cNvPr id="15" name="Straight Connector 14">
            <a:extLst>
              <a:ext uri="{FF2B5EF4-FFF2-40B4-BE49-F238E27FC236}">
                <a16:creationId xmlns:a16="http://schemas.microsoft.com/office/drawing/2014/main" id="{8D94132C-DA23-CF48-915B-BF200FBE561B}"/>
              </a:ext>
            </a:extLst>
          </p:cNvPr>
          <p:cNvCxnSpPr>
            <a:cxnSpLocks/>
          </p:cNvCxnSpPr>
          <p:nvPr userDrawn="1"/>
        </p:nvCxnSpPr>
        <p:spPr>
          <a:xfrm>
            <a:off x="952500" y="259987"/>
            <a:ext cx="74453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F0CA8E48-1B62-2841-8269-4D0826EA053D}"/>
              </a:ext>
            </a:extLst>
          </p:cNvPr>
          <p:cNvSpPr/>
          <p:nvPr userDrawn="1"/>
        </p:nvSpPr>
        <p:spPr>
          <a:xfrm>
            <a:off x="966952" y="4900613"/>
            <a:ext cx="1374596"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9505772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Layout 2b">
    <p:bg>
      <p:bgPr>
        <a:solidFill>
          <a:schemeClr val="bg1"/>
        </a:solidFill>
        <a:effectLst/>
      </p:bgPr>
    </p:bg>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62EB0AE2-BAE9-5D40-A0CD-871ADC3A6647}"/>
              </a:ext>
            </a:extLst>
          </p:cNvPr>
          <p:cNvSpPr>
            <a:spLocks noGrp="1"/>
          </p:cNvSpPr>
          <p:nvPr>
            <p:ph type="body" sz="quarter" idx="16" hasCustomPrompt="1"/>
          </p:nvPr>
        </p:nvSpPr>
        <p:spPr>
          <a:xfrm>
            <a:off x="966952" y="1503010"/>
            <a:ext cx="3502163"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4" name="Text Placeholder 2">
            <a:extLst>
              <a:ext uri="{FF2B5EF4-FFF2-40B4-BE49-F238E27FC236}">
                <a16:creationId xmlns:a16="http://schemas.microsoft.com/office/drawing/2014/main" id="{28B9D991-92B2-7541-A773-34C69566F23E}"/>
              </a:ext>
            </a:extLst>
          </p:cNvPr>
          <p:cNvSpPr>
            <a:spLocks noGrp="1"/>
          </p:cNvSpPr>
          <p:nvPr>
            <p:ph type="body" sz="quarter" idx="17" hasCustomPrompt="1"/>
          </p:nvPr>
        </p:nvSpPr>
        <p:spPr>
          <a:xfrm>
            <a:off x="4923155" y="1515954"/>
            <a:ext cx="3474720"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22" name="Title 1">
            <a:extLst>
              <a:ext uri="{FF2B5EF4-FFF2-40B4-BE49-F238E27FC236}">
                <a16:creationId xmlns:a16="http://schemas.microsoft.com/office/drawing/2014/main" id="{D619FD15-00EC-4C49-B5E5-7ABDD257312E}"/>
              </a:ext>
            </a:extLst>
          </p:cNvPr>
          <p:cNvSpPr>
            <a:spLocks noGrp="1"/>
          </p:cNvSpPr>
          <p:nvPr>
            <p:ph type="ctrTitle" hasCustomPrompt="1"/>
          </p:nvPr>
        </p:nvSpPr>
        <p:spPr>
          <a:xfrm>
            <a:off x="966952" y="711561"/>
            <a:ext cx="7430923" cy="480131"/>
          </a:xfrm>
          <a:prstGeom prst="rect">
            <a:avLst/>
          </a:prstGeom>
        </p:spPr>
        <p:txBody>
          <a:bodyPr wrap="square" lIns="0" rIns="0" anchor="t">
            <a:noAutofit/>
          </a:bodyPr>
          <a:lstStyle>
            <a:lvl1pPr algn="l">
              <a:defRPr sz="2800" baseline="0">
                <a:solidFill>
                  <a:schemeClr val="tx1"/>
                </a:solidFill>
              </a:defRPr>
            </a:lvl1pPr>
          </a:lstStyle>
          <a:p>
            <a:r>
              <a:rPr lang="en-US"/>
              <a:t>Heading</a:t>
            </a:r>
          </a:p>
        </p:txBody>
      </p:sp>
      <p:sp>
        <p:nvSpPr>
          <p:cNvPr id="10" name="Text Placeholder 2">
            <a:extLst>
              <a:ext uri="{FF2B5EF4-FFF2-40B4-BE49-F238E27FC236}">
                <a16:creationId xmlns:a16="http://schemas.microsoft.com/office/drawing/2014/main" id="{85570E35-6FDD-4348-9FB0-B5B48333E504}"/>
              </a:ext>
            </a:extLst>
          </p:cNvPr>
          <p:cNvSpPr>
            <a:spLocks noGrp="1"/>
          </p:cNvSpPr>
          <p:nvPr>
            <p:ph type="body" sz="quarter" idx="18" hasCustomPrompt="1"/>
          </p:nvPr>
        </p:nvSpPr>
        <p:spPr>
          <a:xfrm>
            <a:off x="966952" y="340219"/>
            <a:ext cx="7425822"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11" name="Picture 10">
            <a:extLst>
              <a:ext uri="{FF2B5EF4-FFF2-40B4-BE49-F238E27FC236}">
                <a16:creationId xmlns:a16="http://schemas.microsoft.com/office/drawing/2014/main" id="{94272C15-2307-0E49-A587-65D3C4160B0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pic>
        <p:nvPicPr>
          <p:cNvPr id="15" name="Image">
            <a:extLst>
              <a:ext uri="{FF2B5EF4-FFF2-40B4-BE49-F238E27FC236}">
                <a16:creationId xmlns:a16="http://schemas.microsoft.com/office/drawing/2014/main" id="{D3477284-2357-F24F-971B-02159D028821}"/>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8" name="Straight Connector 17">
            <a:extLst>
              <a:ext uri="{FF2B5EF4-FFF2-40B4-BE49-F238E27FC236}">
                <a16:creationId xmlns:a16="http://schemas.microsoft.com/office/drawing/2014/main" id="{D880943D-BC1C-B847-9569-C2B8AA454C59}"/>
              </a:ext>
            </a:extLst>
          </p:cNvPr>
          <p:cNvCxnSpPr>
            <a:cxnSpLocks/>
          </p:cNvCxnSpPr>
          <p:nvPr userDrawn="1"/>
        </p:nvCxnSpPr>
        <p:spPr>
          <a:xfrm>
            <a:off x="952500" y="259987"/>
            <a:ext cx="74453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9" name="Rectangle 18">
            <a:extLst>
              <a:ext uri="{FF2B5EF4-FFF2-40B4-BE49-F238E27FC236}">
                <a16:creationId xmlns:a16="http://schemas.microsoft.com/office/drawing/2014/main" id="{E1B9BBB9-BB6E-EA4A-91BA-515E8808FE4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6" name="Rectangle 15">
            <a:extLst>
              <a:ext uri="{FF2B5EF4-FFF2-40B4-BE49-F238E27FC236}">
                <a16:creationId xmlns:a16="http://schemas.microsoft.com/office/drawing/2014/main" id="{1F5B6750-E8B4-1946-B9F7-2E100BEDFCD0}"/>
              </a:ext>
            </a:extLst>
          </p:cNvPr>
          <p:cNvSpPr/>
          <p:nvPr userDrawn="1"/>
        </p:nvSpPr>
        <p:spPr>
          <a:xfrm>
            <a:off x="966952" y="4900613"/>
            <a:ext cx="1374596"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779809815"/>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ayout one column image 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B72E2B3-9BF0-1042-A313-B9BB422E1A91}"/>
              </a:ext>
            </a:extLst>
          </p:cNvPr>
          <p:cNvSpPr>
            <a:spLocks noGrp="1"/>
          </p:cNvSpPr>
          <p:nvPr>
            <p:ph type="pic" sz="quarter" idx="15"/>
          </p:nvPr>
        </p:nvSpPr>
        <p:spPr>
          <a:xfrm>
            <a:off x="720776" y="0"/>
            <a:ext cx="1773238"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736899" y="1231201"/>
            <a:ext cx="6159448"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738488" y="711561"/>
            <a:ext cx="61536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2736898" y="1856140"/>
            <a:ext cx="6161037"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31" name="Picture 30">
            <a:extLst>
              <a:ext uri="{FF2B5EF4-FFF2-40B4-BE49-F238E27FC236}">
                <a16:creationId xmlns:a16="http://schemas.microsoft.com/office/drawing/2014/main" id="{1B716C47-908D-D74F-B6CA-344420A58AD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32" name="Image">
            <a:extLst>
              <a:ext uri="{FF2B5EF4-FFF2-40B4-BE49-F238E27FC236}">
                <a16:creationId xmlns:a16="http://schemas.microsoft.com/office/drawing/2014/main" id="{A0349B96-D354-2E42-9CA0-0C84AB238E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0" name="Straight Connector 9">
            <a:extLst>
              <a:ext uri="{FF2B5EF4-FFF2-40B4-BE49-F238E27FC236}">
                <a16:creationId xmlns:a16="http://schemas.microsoft.com/office/drawing/2014/main" id="{3105BDF0-C47A-644A-9BB3-D80DDDA7AB11}"/>
              </a:ext>
            </a:extLst>
          </p:cNvPr>
          <p:cNvCxnSpPr>
            <a:cxnSpLocks/>
          </p:cNvCxnSpPr>
          <p:nvPr userDrawn="1"/>
        </p:nvCxnSpPr>
        <p:spPr>
          <a:xfrm>
            <a:off x="2736898" y="259987"/>
            <a:ext cx="566097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2" name="Rectangle 11">
            <a:extLst>
              <a:ext uri="{FF2B5EF4-FFF2-40B4-BE49-F238E27FC236}">
                <a16:creationId xmlns:a16="http://schemas.microsoft.com/office/drawing/2014/main" id="{1FD11567-DD40-5840-B632-1C6307D58DDC}"/>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5" name="Rectangle 14">
            <a:extLst>
              <a:ext uri="{FF2B5EF4-FFF2-40B4-BE49-F238E27FC236}">
                <a16:creationId xmlns:a16="http://schemas.microsoft.com/office/drawing/2014/main" id="{99FDA3EE-23F3-F344-B383-57F2E10576C7}"/>
              </a:ext>
            </a:extLst>
          </p:cNvPr>
          <p:cNvSpPr/>
          <p:nvPr userDrawn="1"/>
        </p:nvSpPr>
        <p:spPr>
          <a:xfrm>
            <a:off x="2736898" y="4900613"/>
            <a:ext cx="1416358"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65075595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Layout one column image b">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2725091" y="1506507"/>
            <a:ext cx="6167046"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6" name="Rectangle 15">
            <a:extLst>
              <a:ext uri="{FF2B5EF4-FFF2-40B4-BE49-F238E27FC236}">
                <a16:creationId xmlns:a16="http://schemas.microsoft.com/office/drawing/2014/main" id="{B6FC48D4-4D70-7549-A6A0-74D47EA8F98F}"/>
              </a:ext>
            </a:extLst>
          </p:cNvPr>
          <p:cNvSpPr/>
          <p:nvPr userDrawn="1"/>
        </p:nvSpPr>
        <p:spPr>
          <a:xfrm>
            <a:off x="2033587" y="4660752"/>
            <a:ext cx="490537" cy="276999"/>
          </a:xfrm>
          <a:prstGeom prst="rect">
            <a:avLst/>
          </a:prstGeom>
        </p:spPr>
        <p:txBody>
          <a:bodyPr wrap="none" lIns="0" tIns="0" rIns="0" bIns="0" anchor="b">
            <a:noAutofit/>
          </a:bodyPr>
          <a:lstStyle/>
          <a:p>
            <a:pPr lvl="0"/>
            <a:r>
              <a:rPr lang="en-US" sz="1000" spc="-20" baseline="0"/>
              <a:t>ni.com</a:t>
            </a:r>
          </a:p>
        </p:txBody>
      </p:sp>
      <p:sp>
        <p:nvSpPr>
          <p:cNvPr id="26" name="Text Placeholder 2">
            <a:extLst>
              <a:ext uri="{FF2B5EF4-FFF2-40B4-BE49-F238E27FC236}">
                <a16:creationId xmlns:a16="http://schemas.microsoft.com/office/drawing/2014/main" id="{F4EDBC35-5703-ED48-A5D1-6FEB9AEA986D}"/>
              </a:ext>
            </a:extLst>
          </p:cNvPr>
          <p:cNvSpPr>
            <a:spLocks noGrp="1"/>
          </p:cNvSpPr>
          <p:nvPr>
            <p:ph type="body" sz="quarter" idx="17" hasCustomPrompt="1"/>
          </p:nvPr>
        </p:nvSpPr>
        <p:spPr>
          <a:xfrm>
            <a:off x="2738489" y="340219"/>
            <a:ext cx="5659386" cy="1538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12" name="Image" descr="Image">
            <a:extLst>
              <a:ext uri="{FF2B5EF4-FFF2-40B4-BE49-F238E27FC236}">
                <a16:creationId xmlns:a16="http://schemas.microsoft.com/office/drawing/2014/main" id="{1445D0A4-2B94-C04A-B04A-9932C5E619B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025650" y="252729"/>
            <a:ext cx="254000" cy="169312"/>
          </a:xfrm>
          <a:prstGeom prst="rect">
            <a:avLst/>
          </a:prstGeom>
          <a:ln w="12700">
            <a:miter lim="400000"/>
          </a:ln>
        </p:spPr>
      </p:pic>
      <p:sp>
        <p:nvSpPr>
          <p:cNvPr id="19" name="Picture Placeholder 3">
            <a:extLst>
              <a:ext uri="{FF2B5EF4-FFF2-40B4-BE49-F238E27FC236}">
                <a16:creationId xmlns:a16="http://schemas.microsoft.com/office/drawing/2014/main" id="{1FE6EF93-46C8-6A42-97B8-BE70A204E629}"/>
              </a:ext>
            </a:extLst>
          </p:cNvPr>
          <p:cNvSpPr>
            <a:spLocks noGrp="1"/>
          </p:cNvSpPr>
          <p:nvPr>
            <p:ph type="pic" sz="quarter" idx="15"/>
          </p:nvPr>
        </p:nvSpPr>
        <p:spPr>
          <a:xfrm>
            <a:off x="720776" y="0"/>
            <a:ext cx="1773238"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20" name="Title Placeholder 1">
            <a:extLst>
              <a:ext uri="{FF2B5EF4-FFF2-40B4-BE49-F238E27FC236}">
                <a16:creationId xmlns:a16="http://schemas.microsoft.com/office/drawing/2014/main" id="{3B079713-D13B-DB4D-A0A3-4B69555ACFA7}"/>
              </a:ext>
            </a:extLst>
          </p:cNvPr>
          <p:cNvSpPr>
            <a:spLocks noGrp="1"/>
          </p:cNvSpPr>
          <p:nvPr>
            <p:ph type="title" hasCustomPrompt="1"/>
          </p:nvPr>
        </p:nvSpPr>
        <p:spPr>
          <a:xfrm>
            <a:off x="2738489" y="711561"/>
            <a:ext cx="6151512"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pic>
        <p:nvPicPr>
          <p:cNvPr id="23" name="Picture 22">
            <a:extLst>
              <a:ext uri="{FF2B5EF4-FFF2-40B4-BE49-F238E27FC236}">
                <a16:creationId xmlns:a16="http://schemas.microsoft.com/office/drawing/2014/main" id="{18FAB066-B8F6-DD4C-823D-95ADE8C5DED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24" name="Image">
            <a:extLst>
              <a:ext uri="{FF2B5EF4-FFF2-40B4-BE49-F238E27FC236}">
                <a16:creationId xmlns:a16="http://schemas.microsoft.com/office/drawing/2014/main" id="{7FB7B301-4A9A-314A-BBF5-D6A29791967F}"/>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3" name="Straight Connector 12">
            <a:extLst>
              <a:ext uri="{FF2B5EF4-FFF2-40B4-BE49-F238E27FC236}">
                <a16:creationId xmlns:a16="http://schemas.microsoft.com/office/drawing/2014/main" id="{4A2FBDDF-A14B-BF45-B2E0-D8A4671E5CBF}"/>
              </a:ext>
            </a:extLst>
          </p:cNvPr>
          <p:cNvCxnSpPr>
            <a:cxnSpLocks/>
          </p:cNvCxnSpPr>
          <p:nvPr userDrawn="1"/>
        </p:nvCxnSpPr>
        <p:spPr>
          <a:xfrm>
            <a:off x="2736898" y="259987"/>
            <a:ext cx="5660977"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25FDCA2B-60DA-4949-A417-120A7E39D605}"/>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8" name="Rectangle 17">
            <a:extLst>
              <a:ext uri="{FF2B5EF4-FFF2-40B4-BE49-F238E27FC236}">
                <a16:creationId xmlns:a16="http://schemas.microsoft.com/office/drawing/2014/main" id="{B4B7EA5B-8525-C246-A2BB-C98B7EF86884}"/>
              </a:ext>
            </a:extLst>
          </p:cNvPr>
          <p:cNvSpPr/>
          <p:nvPr userDrawn="1"/>
        </p:nvSpPr>
        <p:spPr>
          <a:xfrm>
            <a:off x="2736898" y="4900613"/>
            <a:ext cx="1416358"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47679907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Layout two column image 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495297" y="1231201"/>
            <a:ext cx="4401050"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496886" y="711561"/>
            <a:ext cx="44010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4495750" y="1856140"/>
            <a:ext cx="440218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0" name="Picture Placeholder 3">
            <a:extLst>
              <a:ext uri="{FF2B5EF4-FFF2-40B4-BE49-F238E27FC236}">
                <a16:creationId xmlns:a16="http://schemas.microsoft.com/office/drawing/2014/main" id="{899578E7-23DD-0B4C-93DA-0D4051412B2C}"/>
              </a:ext>
            </a:extLst>
          </p:cNvPr>
          <p:cNvSpPr>
            <a:spLocks noGrp="1"/>
          </p:cNvSpPr>
          <p:nvPr>
            <p:ph type="pic" sz="quarter" idx="15"/>
          </p:nvPr>
        </p:nvSpPr>
        <p:spPr>
          <a:xfrm>
            <a:off x="720776" y="0"/>
            <a:ext cx="3552825"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16" name="Picture 15">
            <a:extLst>
              <a:ext uri="{FF2B5EF4-FFF2-40B4-BE49-F238E27FC236}">
                <a16:creationId xmlns:a16="http://schemas.microsoft.com/office/drawing/2014/main" id="{89B0B760-6A25-6A48-BBB2-1773C040F97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7" name="Image">
            <a:extLst>
              <a:ext uri="{FF2B5EF4-FFF2-40B4-BE49-F238E27FC236}">
                <a16:creationId xmlns:a16="http://schemas.microsoft.com/office/drawing/2014/main" id="{456291A7-B6F5-E24B-838D-1A2D7953BBDF}"/>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2" name="Straight Connector 11">
            <a:extLst>
              <a:ext uri="{FF2B5EF4-FFF2-40B4-BE49-F238E27FC236}">
                <a16:creationId xmlns:a16="http://schemas.microsoft.com/office/drawing/2014/main" id="{16006D29-95ED-4C42-8356-98F21AE383A0}"/>
              </a:ext>
            </a:extLst>
          </p:cNvPr>
          <p:cNvCxnSpPr>
            <a:cxnSpLocks/>
          </p:cNvCxnSpPr>
          <p:nvPr userDrawn="1"/>
        </p:nvCxnSpPr>
        <p:spPr>
          <a:xfrm>
            <a:off x="4495297" y="259987"/>
            <a:ext cx="3902578"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ED787143-B02B-2146-AE4A-B771C891E236}"/>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5" name="Rectangle 14">
            <a:extLst>
              <a:ext uri="{FF2B5EF4-FFF2-40B4-BE49-F238E27FC236}">
                <a16:creationId xmlns:a16="http://schemas.microsoft.com/office/drawing/2014/main" id="{A27CF111-3D00-2A4F-BF96-8A84BB878A49}"/>
              </a:ext>
            </a:extLst>
          </p:cNvPr>
          <p:cNvSpPr/>
          <p:nvPr userDrawn="1"/>
        </p:nvSpPr>
        <p:spPr>
          <a:xfrm>
            <a:off x="4495296" y="4900613"/>
            <a:ext cx="1401301"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423333631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Layout two column image b">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496886" y="711561"/>
            <a:ext cx="4401049"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4495297" y="1502540"/>
            <a:ext cx="440218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0" name="Picture Placeholder 3">
            <a:extLst>
              <a:ext uri="{FF2B5EF4-FFF2-40B4-BE49-F238E27FC236}">
                <a16:creationId xmlns:a16="http://schemas.microsoft.com/office/drawing/2014/main" id="{899578E7-23DD-0B4C-93DA-0D4051412B2C}"/>
              </a:ext>
            </a:extLst>
          </p:cNvPr>
          <p:cNvSpPr>
            <a:spLocks noGrp="1"/>
          </p:cNvSpPr>
          <p:nvPr>
            <p:ph type="pic" sz="quarter" idx="15"/>
          </p:nvPr>
        </p:nvSpPr>
        <p:spPr>
          <a:xfrm>
            <a:off x="720776" y="0"/>
            <a:ext cx="3552825"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15" name="Picture 14">
            <a:extLst>
              <a:ext uri="{FF2B5EF4-FFF2-40B4-BE49-F238E27FC236}">
                <a16:creationId xmlns:a16="http://schemas.microsoft.com/office/drawing/2014/main" id="{20229DA8-0F6C-BB4E-B391-BB921034B50C}"/>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6" name="Image">
            <a:extLst>
              <a:ext uri="{FF2B5EF4-FFF2-40B4-BE49-F238E27FC236}">
                <a16:creationId xmlns:a16="http://schemas.microsoft.com/office/drawing/2014/main" id="{4A1E96AB-85B9-524C-AFCB-34983C4BCD11}"/>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9" name="Text Placeholder 2">
            <a:extLst>
              <a:ext uri="{FF2B5EF4-FFF2-40B4-BE49-F238E27FC236}">
                <a16:creationId xmlns:a16="http://schemas.microsoft.com/office/drawing/2014/main" id="{C137542F-7CFD-7D46-923C-FBFA81939E27}"/>
              </a:ext>
            </a:extLst>
          </p:cNvPr>
          <p:cNvSpPr>
            <a:spLocks noGrp="1"/>
          </p:cNvSpPr>
          <p:nvPr>
            <p:ph type="body" sz="quarter" idx="18" hasCustomPrompt="1"/>
          </p:nvPr>
        </p:nvSpPr>
        <p:spPr>
          <a:xfrm>
            <a:off x="4495298" y="340219"/>
            <a:ext cx="3902578"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2" name="Straight Connector 11">
            <a:extLst>
              <a:ext uri="{FF2B5EF4-FFF2-40B4-BE49-F238E27FC236}">
                <a16:creationId xmlns:a16="http://schemas.microsoft.com/office/drawing/2014/main" id="{B56C6164-0C4F-BE45-A870-E93D69E7144E}"/>
              </a:ext>
            </a:extLst>
          </p:cNvPr>
          <p:cNvCxnSpPr>
            <a:cxnSpLocks/>
          </p:cNvCxnSpPr>
          <p:nvPr userDrawn="1"/>
        </p:nvCxnSpPr>
        <p:spPr>
          <a:xfrm>
            <a:off x="4495297" y="259987"/>
            <a:ext cx="3902578"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85AE6FDA-4B6A-C84A-B72E-E9DB4B5E5DFE}"/>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7" name="Rectangle 16">
            <a:extLst>
              <a:ext uri="{FF2B5EF4-FFF2-40B4-BE49-F238E27FC236}">
                <a16:creationId xmlns:a16="http://schemas.microsoft.com/office/drawing/2014/main" id="{92C4EE53-C8FB-214E-B343-84A518BC6FA1}"/>
              </a:ext>
            </a:extLst>
          </p:cNvPr>
          <p:cNvSpPr/>
          <p:nvPr userDrawn="1"/>
        </p:nvSpPr>
        <p:spPr>
          <a:xfrm>
            <a:off x="4495296" y="4900613"/>
            <a:ext cx="1401301"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9574815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Layout three column image a">
    <p:spTree>
      <p:nvGrpSpPr>
        <p:cNvPr id="1" name=""/>
        <p:cNvGrpSpPr/>
        <p:nvPr/>
      </p:nvGrpSpPr>
      <p:grpSpPr>
        <a:xfrm>
          <a:off x="0" y="0"/>
          <a:ext cx="0" cy="0"/>
          <a:chOff x="0" y="0"/>
          <a:chExt cx="0" cy="0"/>
        </a:xfrm>
      </p:grpSpPr>
      <p:sp>
        <p:nvSpPr>
          <p:cNvPr id="12" name="Picture Placeholder 12">
            <a:extLst>
              <a:ext uri="{FF2B5EF4-FFF2-40B4-BE49-F238E27FC236}">
                <a16:creationId xmlns:a16="http://schemas.microsoft.com/office/drawing/2014/main" id="{6858BE9B-51E6-F84A-9648-A13FF30C5464}"/>
              </a:ext>
            </a:extLst>
          </p:cNvPr>
          <p:cNvSpPr>
            <a:spLocks noGrp="1"/>
          </p:cNvSpPr>
          <p:nvPr>
            <p:ph type="pic" sz="quarter" idx="17"/>
          </p:nvPr>
        </p:nvSpPr>
        <p:spPr>
          <a:xfrm>
            <a:off x="3807812" y="0"/>
            <a:ext cx="5330825" cy="5143501"/>
          </a:xfrm>
          <a:prstGeom prst="rect">
            <a:avLst/>
          </a:pr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959888" y="1231201"/>
            <a:ext cx="2626228"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961477" y="711561"/>
            <a:ext cx="2626227"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960799" y="1856140"/>
            <a:ext cx="262690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13" name="Picture 12">
            <a:extLst>
              <a:ext uri="{FF2B5EF4-FFF2-40B4-BE49-F238E27FC236}">
                <a16:creationId xmlns:a16="http://schemas.microsoft.com/office/drawing/2014/main" id="{11FAA1E8-554F-0944-8425-FFBCE31826E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pic>
        <p:nvPicPr>
          <p:cNvPr id="15" name="Image">
            <a:extLst>
              <a:ext uri="{FF2B5EF4-FFF2-40B4-BE49-F238E27FC236}">
                <a16:creationId xmlns:a16="http://schemas.microsoft.com/office/drawing/2014/main" id="{C4A3EE5B-D545-6548-BB26-FBD79FED1C0D}"/>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7" name="Straight Connector 16">
            <a:extLst>
              <a:ext uri="{FF2B5EF4-FFF2-40B4-BE49-F238E27FC236}">
                <a16:creationId xmlns:a16="http://schemas.microsoft.com/office/drawing/2014/main" id="{207C9DD0-FCE3-5447-B6FD-C2061D4D7543}"/>
              </a:ext>
            </a:extLst>
          </p:cNvPr>
          <p:cNvCxnSpPr>
            <a:cxnSpLocks/>
          </p:cNvCxnSpPr>
          <p:nvPr userDrawn="1"/>
        </p:nvCxnSpPr>
        <p:spPr>
          <a:xfrm>
            <a:off x="959888" y="259987"/>
            <a:ext cx="209232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8" name="Rectangle 17">
            <a:extLst>
              <a:ext uri="{FF2B5EF4-FFF2-40B4-BE49-F238E27FC236}">
                <a16:creationId xmlns:a16="http://schemas.microsoft.com/office/drawing/2014/main" id="{AC01DBA1-E3BD-F846-A1B2-F4B1020066A2}"/>
              </a:ext>
            </a:extLst>
          </p:cNvPr>
          <p:cNvSpPr/>
          <p:nvPr userDrawn="1"/>
        </p:nvSpPr>
        <p:spPr>
          <a:xfrm>
            <a:off x="3109363"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1" name="Rectangle 10">
            <a:extLst>
              <a:ext uri="{FF2B5EF4-FFF2-40B4-BE49-F238E27FC236}">
                <a16:creationId xmlns:a16="http://schemas.microsoft.com/office/drawing/2014/main" id="{69BC76AA-E959-4A4E-95A1-70D5DFE8289F}"/>
              </a:ext>
            </a:extLst>
          </p:cNvPr>
          <p:cNvSpPr/>
          <p:nvPr userDrawn="1"/>
        </p:nvSpPr>
        <p:spPr>
          <a:xfrm>
            <a:off x="966951" y="4900613"/>
            <a:ext cx="1408779"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53453422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Layout three column image b">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3D3A975-61A8-EC4B-8011-05DB72584BD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2" y="-3"/>
            <a:ext cx="736601" cy="5143485"/>
          </a:xfrm>
          <a:prstGeom prst="rect">
            <a:avLst/>
          </a:prstGeom>
        </p:spPr>
      </p:pic>
      <p:sp>
        <p:nvSpPr>
          <p:cNvPr id="14" name="Text Placeholder 2">
            <a:extLst>
              <a:ext uri="{FF2B5EF4-FFF2-40B4-BE49-F238E27FC236}">
                <a16:creationId xmlns:a16="http://schemas.microsoft.com/office/drawing/2014/main" id="{00C36B71-499D-8E4E-91B7-32FFC11C8AF5}"/>
              </a:ext>
            </a:extLst>
          </p:cNvPr>
          <p:cNvSpPr>
            <a:spLocks noGrp="1"/>
          </p:cNvSpPr>
          <p:nvPr>
            <p:ph type="body" sz="quarter" idx="16" hasCustomPrompt="1"/>
          </p:nvPr>
        </p:nvSpPr>
        <p:spPr>
          <a:xfrm>
            <a:off x="961477" y="1498582"/>
            <a:ext cx="2587295" cy="215444"/>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pic>
        <p:nvPicPr>
          <p:cNvPr id="21" name="Image">
            <a:extLst>
              <a:ext uri="{FF2B5EF4-FFF2-40B4-BE49-F238E27FC236}">
                <a16:creationId xmlns:a16="http://schemas.microsoft.com/office/drawing/2014/main" id="{923B94DB-01B6-3041-B7E4-04333DA22DEC}"/>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9" name="Picture Placeholder 12">
            <a:extLst>
              <a:ext uri="{FF2B5EF4-FFF2-40B4-BE49-F238E27FC236}">
                <a16:creationId xmlns:a16="http://schemas.microsoft.com/office/drawing/2014/main" id="{131E5258-E0D8-1547-A5C1-F359267CCE96}"/>
              </a:ext>
            </a:extLst>
          </p:cNvPr>
          <p:cNvSpPr>
            <a:spLocks noGrp="1"/>
          </p:cNvSpPr>
          <p:nvPr>
            <p:ph type="pic" sz="quarter" idx="17"/>
          </p:nvPr>
        </p:nvSpPr>
        <p:spPr>
          <a:xfrm>
            <a:off x="3807812" y="0"/>
            <a:ext cx="5330825" cy="5143501"/>
          </a:xfrm>
          <a:prstGeom prst="rect">
            <a:avLst/>
          </a:pr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15" name="Title Placeholder 1">
            <a:extLst>
              <a:ext uri="{FF2B5EF4-FFF2-40B4-BE49-F238E27FC236}">
                <a16:creationId xmlns:a16="http://schemas.microsoft.com/office/drawing/2014/main" id="{0B53735B-7F31-A344-8B99-EEA0E20E1216}"/>
              </a:ext>
            </a:extLst>
          </p:cNvPr>
          <p:cNvSpPr>
            <a:spLocks noGrp="1"/>
          </p:cNvSpPr>
          <p:nvPr>
            <p:ph type="title" hasCustomPrompt="1"/>
          </p:nvPr>
        </p:nvSpPr>
        <p:spPr>
          <a:xfrm>
            <a:off x="961477" y="711561"/>
            <a:ext cx="2587295"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0" name="Text Placeholder 2">
            <a:extLst>
              <a:ext uri="{FF2B5EF4-FFF2-40B4-BE49-F238E27FC236}">
                <a16:creationId xmlns:a16="http://schemas.microsoft.com/office/drawing/2014/main" id="{8114D33A-0B45-984B-B04E-FF7BDA27CF22}"/>
              </a:ext>
            </a:extLst>
          </p:cNvPr>
          <p:cNvSpPr>
            <a:spLocks noGrp="1"/>
          </p:cNvSpPr>
          <p:nvPr>
            <p:ph type="body" sz="quarter" idx="18" hasCustomPrompt="1"/>
          </p:nvPr>
        </p:nvSpPr>
        <p:spPr>
          <a:xfrm>
            <a:off x="961477" y="340219"/>
            <a:ext cx="2126167"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cxnSp>
        <p:nvCxnSpPr>
          <p:cNvPr id="11" name="Straight Connector 10">
            <a:extLst>
              <a:ext uri="{FF2B5EF4-FFF2-40B4-BE49-F238E27FC236}">
                <a16:creationId xmlns:a16="http://schemas.microsoft.com/office/drawing/2014/main" id="{38B097F9-28E3-574B-B0E5-5746F63E5E70}"/>
              </a:ext>
            </a:extLst>
          </p:cNvPr>
          <p:cNvCxnSpPr>
            <a:cxnSpLocks/>
          </p:cNvCxnSpPr>
          <p:nvPr userDrawn="1"/>
        </p:nvCxnSpPr>
        <p:spPr>
          <a:xfrm>
            <a:off x="959888" y="259987"/>
            <a:ext cx="209232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8AD27D53-93EB-674B-A6F2-15363FB558E0}"/>
              </a:ext>
            </a:extLst>
          </p:cNvPr>
          <p:cNvSpPr/>
          <p:nvPr userDrawn="1"/>
        </p:nvSpPr>
        <p:spPr>
          <a:xfrm>
            <a:off x="3109363"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3" name="Rectangle 12">
            <a:extLst>
              <a:ext uri="{FF2B5EF4-FFF2-40B4-BE49-F238E27FC236}">
                <a16:creationId xmlns:a16="http://schemas.microsoft.com/office/drawing/2014/main" id="{119B8890-6658-7C43-BEDD-CF26F372D91A}"/>
              </a:ext>
            </a:extLst>
          </p:cNvPr>
          <p:cNvSpPr/>
          <p:nvPr userDrawn="1"/>
        </p:nvSpPr>
        <p:spPr>
          <a:xfrm>
            <a:off x="966951" y="4900613"/>
            <a:ext cx="1408779"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65471190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Layout Custom 1">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7010A8C-51DA-E548-8EAF-301699457CEF}"/>
              </a:ext>
            </a:extLst>
          </p:cNvPr>
          <p:cNvSpPr/>
          <p:nvPr userDrawn="1"/>
        </p:nvSpPr>
        <p:spPr>
          <a:xfrm>
            <a:off x="492126" y="-1"/>
            <a:ext cx="4089607" cy="5143501"/>
          </a:xfrm>
          <a:prstGeom prst="rect">
            <a:avLst/>
          </a:prstGeom>
          <a:solidFill>
            <a:schemeClr val="tx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4" name="Rectangle 13">
            <a:extLst>
              <a:ext uri="{FF2B5EF4-FFF2-40B4-BE49-F238E27FC236}">
                <a16:creationId xmlns:a16="http://schemas.microsoft.com/office/drawing/2014/main" id="{75144823-72DE-2D4F-9D8C-0C21B10A35CE}"/>
              </a:ext>
            </a:extLst>
          </p:cNvPr>
          <p:cNvSpPr/>
          <p:nvPr userDrawn="1"/>
        </p:nvSpPr>
        <p:spPr>
          <a:xfrm>
            <a:off x="0" y="0"/>
            <a:ext cx="9144000" cy="51435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1007854" y="711560"/>
            <a:ext cx="3324929" cy="861774"/>
          </a:xfrm>
          <a:prstGeom prst="rect">
            <a:avLst/>
          </a:prstGeom>
        </p:spPr>
        <p:txBody>
          <a:bodyPr vert="horz" wrap="square" lIns="0" tIns="0" rIns="0" bIns="0" rtlCol="0" anchor="t">
            <a:noAutofit/>
          </a:bodyPr>
          <a:lstStyle>
            <a:lvl1pPr>
              <a:lnSpc>
                <a:spcPct val="100000"/>
              </a:lnSpc>
              <a:defRPr sz="2800">
                <a:solidFill>
                  <a:schemeClr val="bg1"/>
                </a:solidFill>
              </a:defRPr>
            </a:lvl1pPr>
          </a:lstStyle>
          <a:p>
            <a:r>
              <a:rPr lang="en-US"/>
              <a:t>Heading</a:t>
            </a:r>
            <a:br>
              <a:rPr lang="en-US"/>
            </a:br>
            <a:r>
              <a:rPr lang="en-US"/>
              <a:t>Heading</a:t>
            </a:r>
          </a:p>
        </p:txBody>
      </p:sp>
      <p:sp>
        <p:nvSpPr>
          <p:cNvPr id="23" name="Text Placeholder 2">
            <a:extLst>
              <a:ext uri="{FF2B5EF4-FFF2-40B4-BE49-F238E27FC236}">
                <a16:creationId xmlns:a16="http://schemas.microsoft.com/office/drawing/2014/main" id="{564BE38A-6CB5-5A45-95E9-F14E6DB4F364}"/>
              </a:ext>
            </a:extLst>
          </p:cNvPr>
          <p:cNvSpPr>
            <a:spLocks noGrp="1"/>
          </p:cNvSpPr>
          <p:nvPr>
            <p:ph type="body" sz="quarter" idx="16" hasCustomPrompt="1"/>
          </p:nvPr>
        </p:nvSpPr>
        <p:spPr>
          <a:xfrm>
            <a:off x="1005808" y="1932842"/>
            <a:ext cx="3324929" cy="184666"/>
          </a:xfrm>
          <a:prstGeom prst="rect">
            <a:avLst/>
          </a:prstGeom>
        </p:spPr>
        <p:txBody>
          <a:bodyPr wrap="square" lIns="0" tIns="0" rIns="0" bIns="0" anchor="t">
            <a:noAutofit/>
          </a:bodyPr>
          <a:lstStyle>
            <a:lvl1pPr marL="0" indent="0">
              <a:buFont typeface="Arial" panose="020B0604020202020204" pitchFamily="34" charset="0"/>
              <a:buNone/>
              <a:defRPr lang="en-US" sz="1400" b="0" i="0" kern="1200" baseline="0" dirty="0" smtClean="0">
                <a:solidFill>
                  <a:schemeClr val="bg1"/>
                </a:solidFill>
                <a:latin typeface="+mn-lt"/>
                <a:ea typeface="Arial" charset="0"/>
                <a:cs typeface="Arial" charset="0"/>
              </a:defRPr>
            </a:lvl1pPr>
          </a:lstStyle>
          <a:p>
            <a:pPr lvl="0"/>
            <a:r>
              <a:rPr lang="en-US"/>
              <a:t>Body Copy </a:t>
            </a:r>
          </a:p>
        </p:txBody>
      </p:sp>
      <p:sp>
        <p:nvSpPr>
          <p:cNvPr id="24" name="Text Placeholder 2">
            <a:extLst>
              <a:ext uri="{FF2B5EF4-FFF2-40B4-BE49-F238E27FC236}">
                <a16:creationId xmlns:a16="http://schemas.microsoft.com/office/drawing/2014/main" id="{70565657-29C5-5D47-8C3D-E9781BFCCF81}"/>
              </a:ext>
            </a:extLst>
          </p:cNvPr>
          <p:cNvSpPr>
            <a:spLocks noGrp="1"/>
          </p:cNvSpPr>
          <p:nvPr>
            <p:ph type="body" sz="quarter" idx="17" hasCustomPrompt="1"/>
          </p:nvPr>
        </p:nvSpPr>
        <p:spPr>
          <a:xfrm>
            <a:off x="1007855" y="340219"/>
            <a:ext cx="2544970"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bg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3" name="Picture Placeholder 3">
            <a:extLst>
              <a:ext uri="{FF2B5EF4-FFF2-40B4-BE49-F238E27FC236}">
                <a16:creationId xmlns:a16="http://schemas.microsoft.com/office/drawing/2014/main" id="{F0672F0B-2D5E-E840-93AA-7ABB4A9FC4C1}"/>
              </a:ext>
            </a:extLst>
          </p:cNvPr>
          <p:cNvSpPr>
            <a:spLocks noGrp="1"/>
          </p:cNvSpPr>
          <p:nvPr>
            <p:ph type="pic" sz="quarter" idx="18"/>
          </p:nvPr>
        </p:nvSpPr>
        <p:spPr>
          <a:xfrm>
            <a:off x="4829384" y="-2"/>
            <a:ext cx="4313317" cy="5143501"/>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sp>
        <p:nvSpPr>
          <p:cNvPr id="29" name="Rectangle 28">
            <a:extLst>
              <a:ext uri="{FF2B5EF4-FFF2-40B4-BE49-F238E27FC236}">
                <a16:creationId xmlns:a16="http://schemas.microsoft.com/office/drawing/2014/main" id="{1524F6A8-44C2-814A-8B5F-3EFB65BFD77D}"/>
              </a:ext>
            </a:extLst>
          </p:cNvPr>
          <p:cNvSpPr/>
          <p:nvPr userDrawn="1"/>
        </p:nvSpPr>
        <p:spPr>
          <a:xfrm>
            <a:off x="4583033" y="-1"/>
            <a:ext cx="246351" cy="5143501"/>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32" name="Picture 31">
            <a:extLst>
              <a:ext uri="{FF2B5EF4-FFF2-40B4-BE49-F238E27FC236}">
                <a16:creationId xmlns:a16="http://schemas.microsoft.com/office/drawing/2014/main" id="{A2E7CB54-733E-4A4B-B5E5-2CE11206149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1"/>
            <a:ext cx="743001" cy="5143499"/>
          </a:xfrm>
          <a:prstGeom prst="rect">
            <a:avLst/>
          </a:prstGeom>
        </p:spPr>
      </p:pic>
      <p:pic>
        <p:nvPicPr>
          <p:cNvPr id="33" name="Image">
            <a:extLst>
              <a:ext uri="{FF2B5EF4-FFF2-40B4-BE49-F238E27FC236}">
                <a16:creationId xmlns:a16="http://schemas.microsoft.com/office/drawing/2014/main" id="{1BFA2E31-4FD1-DD41-977F-854A85DDD2EE}"/>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6" name="Straight Connector 15">
            <a:extLst>
              <a:ext uri="{FF2B5EF4-FFF2-40B4-BE49-F238E27FC236}">
                <a16:creationId xmlns:a16="http://schemas.microsoft.com/office/drawing/2014/main" id="{ED3604C3-4C9B-D54A-825E-49DAA169DC65}"/>
              </a:ext>
            </a:extLst>
          </p:cNvPr>
          <p:cNvCxnSpPr>
            <a:cxnSpLocks/>
          </p:cNvCxnSpPr>
          <p:nvPr userDrawn="1"/>
        </p:nvCxnSpPr>
        <p:spPr>
          <a:xfrm>
            <a:off x="1005809" y="259987"/>
            <a:ext cx="2826363"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E8065885-0DCF-A045-9ADA-E955330294D6}"/>
              </a:ext>
            </a:extLst>
          </p:cNvPr>
          <p:cNvSpPr/>
          <p:nvPr userDrawn="1"/>
        </p:nvSpPr>
        <p:spPr>
          <a:xfrm>
            <a:off x="3889322" y="148185"/>
            <a:ext cx="443462" cy="183494"/>
          </a:xfrm>
          <a:prstGeom prst="rect">
            <a:avLst/>
          </a:prstGeom>
        </p:spPr>
        <p:txBody>
          <a:bodyPr wrap="none" lIns="0" tIns="0" rIns="0" bIns="0" anchor="ctr">
            <a:noAutofit/>
          </a:bodyPr>
          <a:lstStyle/>
          <a:p>
            <a:pPr lvl="0" algn="r"/>
            <a:r>
              <a:rPr lang="en-US" sz="1000" spc="-20" baseline="0">
                <a:solidFill>
                  <a:schemeClr val="tx2"/>
                </a:solidFill>
              </a:rPr>
              <a:t>ni.com</a:t>
            </a:r>
          </a:p>
        </p:txBody>
      </p:sp>
      <p:sp>
        <p:nvSpPr>
          <p:cNvPr id="18" name="Rectangle 17">
            <a:extLst>
              <a:ext uri="{FF2B5EF4-FFF2-40B4-BE49-F238E27FC236}">
                <a16:creationId xmlns:a16="http://schemas.microsoft.com/office/drawing/2014/main" id="{12FE86A2-27C8-F147-ACDF-C66EEC39CCD5}"/>
              </a:ext>
            </a:extLst>
          </p:cNvPr>
          <p:cNvSpPr/>
          <p:nvPr userDrawn="1"/>
        </p:nvSpPr>
        <p:spPr>
          <a:xfrm>
            <a:off x="966951" y="4900613"/>
            <a:ext cx="1408779"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57465463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Layout Custom 2">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5144823-72DE-2D4F-9D8C-0C21B10A35CE}"/>
              </a:ext>
            </a:extLst>
          </p:cNvPr>
          <p:cNvSpPr/>
          <p:nvPr userDrawn="1"/>
        </p:nvSpPr>
        <p:spPr>
          <a:xfrm>
            <a:off x="0" y="0"/>
            <a:ext cx="9144000" cy="5143500"/>
          </a:xfrm>
          <a:prstGeom prst="rect">
            <a:avLst/>
          </a:prstGeom>
          <a:no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4572000" y="1231942"/>
            <a:ext cx="3322566" cy="338554"/>
          </a:xfrm>
          <a:prstGeom prst="rect">
            <a:avLst/>
          </a:prstGeom>
        </p:spPr>
        <p:txBody>
          <a:bodyPr wrap="square" lIns="0" rIns="0" anchor="t">
            <a:noAutofit/>
          </a:bodyPr>
          <a:lstStyle>
            <a:lvl1pPr marL="0" indent="0">
              <a:buFont typeface="Arial" panose="020B0604020202020204" pitchFamily="34" charset="0"/>
              <a:buNone/>
              <a:defRPr sz="1600"/>
            </a:lvl1pPr>
          </a:lstStyle>
          <a:p>
            <a:pPr lvl="0"/>
            <a:r>
              <a:rPr lang="en-US"/>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4573590" y="711560"/>
            <a:ext cx="3314700" cy="430887"/>
          </a:xfrm>
          <a:prstGeom prst="rect">
            <a:avLst/>
          </a:prstGeom>
        </p:spPr>
        <p:txBody>
          <a:bodyPr vert="horz" wrap="square" lIns="0" tIns="0" rIns="0" bIns="0" rtlCol="0" anchor="t">
            <a:noAutofit/>
          </a:bodyPr>
          <a:lstStyle>
            <a:lvl1pPr>
              <a:defRPr lang="en-US" sz="2800" dirty="0">
                <a:solidFill>
                  <a:schemeClr val="tx1"/>
                </a:solidFill>
              </a:defRPr>
            </a:lvl1pPr>
          </a:lstStyle>
          <a:p>
            <a:pPr lvl="0">
              <a:lnSpc>
                <a:spcPct val="100000"/>
              </a:lnSpc>
            </a:pPr>
            <a:r>
              <a:rPr lang="en-US"/>
              <a:t>Heading</a:t>
            </a:r>
          </a:p>
        </p:txBody>
      </p:sp>
      <p:sp>
        <p:nvSpPr>
          <p:cNvPr id="19" name="Text Placeholder 2">
            <a:extLst>
              <a:ext uri="{FF2B5EF4-FFF2-40B4-BE49-F238E27FC236}">
                <a16:creationId xmlns:a16="http://schemas.microsoft.com/office/drawing/2014/main" id="{9EC19153-B3A6-D045-9C5D-66D4AF5FE3E7}"/>
              </a:ext>
            </a:extLst>
          </p:cNvPr>
          <p:cNvSpPr>
            <a:spLocks noGrp="1"/>
          </p:cNvSpPr>
          <p:nvPr>
            <p:ph type="body" sz="quarter" idx="16" hasCustomPrompt="1"/>
          </p:nvPr>
        </p:nvSpPr>
        <p:spPr>
          <a:xfrm>
            <a:off x="4572000" y="1909051"/>
            <a:ext cx="3306763" cy="184666"/>
          </a:xfrm>
          <a:prstGeom prst="rect">
            <a:avLst/>
          </a:prstGeom>
        </p:spPr>
        <p:txBody>
          <a:bodyPr wrap="square" lIns="0" tIns="0" rIns="0" bIns="0" anchor="t">
            <a:noAutofit/>
          </a:bodyPr>
          <a:lstStyle>
            <a:lvl1pPr marL="0" indent="0">
              <a:buFont typeface="Arial" panose="020B0604020202020204" pitchFamily="34" charset="0"/>
              <a:buNone/>
              <a:defRPr lang="en-US" sz="1400" b="0" i="0" kern="1200" baseline="0" dirty="0">
                <a:solidFill>
                  <a:schemeClr val="tx1"/>
                </a:solidFill>
                <a:latin typeface="+mn-lt"/>
                <a:ea typeface="Arial"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Body Copy </a:t>
            </a:r>
          </a:p>
        </p:txBody>
      </p:sp>
      <p:sp>
        <p:nvSpPr>
          <p:cNvPr id="30" name="Rectangle 29">
            <a:extLst>
              <a:ext uri="{FF2B5EF4-FFF2-40B4-BE49-F238E27FC236}">
                <a16:creationId xmlns:a16="http://schemas.microsoft.com/office/drawing/2014/main" id="{D175A266-A475-664F-825C-760A21AB5335}"/>
              </a:ext>
            </a:extLst>
          </p:cNvPr>
          <p:cNvSpPr/>
          <p:nvPr userDrawn="1"/>
        </p:nvSpPr>
        <p:spPr>
          <a:xfrm>
            <a:off x="4085014" y="-1"/>
            <a:ext cx="239109" cy="5143501"/>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36" name="Picture Placeholder 3">
            <a:extLst>
              <a:ext uri="{FF2B5EF4-FFF2-40B4-BE49-F238E27FC236}">
                <a16:creationId xmlns:a16="http://schemas.microsoft.com/office/drawing/2014/main" id="{FFE2ADD0-1055-FC4D-8D0B-E03C5ED7193B}"/>
              </a:ext>
            </a:extLst>
          </p:cNvPr>
          <p:cNvSpPr>
            <a:spLocks noGrp="1"/>
          </p:cNvSpPr>
          <p:nvPr>
            <p:ph type="pic" sz="quarter" idx="15"/>
          </p:nvPr>
        </p:nvSpPr>
        <p:spPr>
          <a:xfrm>
            <a:off x="736601" y="-1"/>
            <a:ext cx="3348412" cy="5143502"/>
          </a:xfrm>
          <a:prstGeom prst="rect">
            <a:avLst/>
          </a:prstGeom>
          <a:solidFill>
            <a:schemeClr val="bg1">
              <a:lumMod val="95000"/>
            </a:schemeClr>
          </a:solidFill>
        </p:spPr>
        <p:txBody>
          <a:bodyPr anchor="ctr"/>
          <a:lstStyle>
            <a:lvl1pPr algn="ctr">
              <a:defRPr sz="1050">
                <a:solidFill>
                  <a:schemeClr val="tx2"/>
                </a:solidFill>
              </a:defRPr>
            </a:lvl1pPr>
          </a:lstStyle>
          <a:p>
            <a:r>
              <a:rPr lang="en-US"/>
              <a:t>Click icon to add picture</a:t>
            </a:r>
          </a:p>
        </p:txBody>
      </p:sp>
      <p:pic>
        <p:nvPicPr>
          <p:cNvPr id="37" name="Picture 36">
            <a:extLst>
              <a:ext uri="{FF2B5EF4-FFF2-40B4-BE49-F238E27FC236}">
                <a16:creationId xmlns:a16="http://schemas.microsoft.com/office/drawing/2014/main" id="{5797A924-0170-9946-8ADB-D1906A8CC435}"/>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1"/>
            <a:ext cx="736600" cy="5143499"/>
          </a:xfrm>
          <a:prstGeom prst="rect">
            <a:avLst/>
          </a:prstGeom>
        </p:spPr>
      </p:pic>
      <p:pic>
        <p:nvPicPr>
          <p:cNvPr id="38" name="Image">
            <a:extLst>
              <a:ext uri="{FF2B5EF4-FFF2-40B4-BE49-F238E27FC236}">
                <a16:creationId xmlns:a16="http://schemas.microsoft.com/office/drawing/2014/main" id="{03453159-D837-E940-96DD-0B2E07F58E59}"/>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cxnSp>
        <p:nvCxnSpPr>
          <p:cNvPr id="12" name="Straight Connector 11">
            <a:extLst>
              <a:ext uri="{FF2B5EF4-FFF2-40B4-BE49-F238E27FC236}">
                <a16:creationId xmlns:a16="http://schemas.microsoft.com/office/drawing/2014/main" id="{5FACD669-CC8A-0843-9ADD-C3CB11F72A81}"/>
              </a:ext>
            </a:extLst>
          </p:cNvPr>
          <p:cNvCxnSpPr>
            <a:cxnSpLocks/>
          </p:cNvCxnSpPr>
          <p:nvPr userDrawn="1"/>
        </p:nvCxnSpPr>
        <p:spPr>
          <a:xfrm>
            <a:off x="4572000" y="259987"/>
            <a:ext cx="38258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D405BEA2-7FA2-6041-89A2-ECAF0BD563D3}"/>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7" name="Rectangle 16">
            <a:extLst>
              <a:ext uri="{FF2B5EF4-FFF2-40B4-BE49-F238E27FC236}">
                <a16:creationId xmlns:a16="http://schemas.microsoft.com/office/drawing/2014/main" id="{7F652E8F-63A5-2F45-BA57-5F656436C87C}"/>
              </a:ext>
            </a:extLst>
          </p:cNvPr>
          <p:cNvSpPr/>
          <p:nvPr userDrawn="1"/>
        </p:nvSpPr>
        <p:spPr>
          <a:xfrm>
            <a:off x="4495296" y="4900613"/>
            <a:ext cx="1392755"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9174010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Multiple Photos with Content">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A08097A-F6BF-584E-9C47-5BC4A6E65785}"/>
              </a:ext>
            </a:extLst>
          </p:cNvPr>
          <p:cNvSpPr>
            <a:spLocks noGrp="1"/>
          </p:cNvSpPr>
          <p:nvPr>
            <p:ph type="body" sz="quarter" idx="10" hasCustomPrompt="1"/>
          </p:nvPr>
        </p:nvSpPr>
        <p:spPr>
          <a:xfrm>
            <a:off x="249858" y="1892136"/>
            <a:ext cx="3293442" cy="2684894"/>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sp>
        <p:nvSpPr>
          <p:cNvPr id="6" name="Picture Placeholder 5">
            <a:extLst>
              <a:ext uri="{FF2B5EF4-FFF2-40B4-BE49-F238E27FC236}">
                <a16:creationId xmlns:a16="http://schemas.microsoft.com/office/drawing/2014/main" id="{AE533EBD-56B4-EB44-850B-C79FB1998F0D}"/>
              </a:ext>
            </a:extLst>
          </p:cNvPr>
          <p:cNvSpPr>
            <a:spLocks noGrp="1"/>
          </p:cNvSpPr>
          <p:nvPr>
            <p:ph type="pic" sz="quarter" idx="11"/>
          </p:nvPr>
        </p:nvSpPr>
        <p:spPr>
          <a:xfrm>
            <a:off x="3797300" y="0"/>
            <a:ext cx="3311525" cy="1881699"/>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0" name="Picture Placeholder 9">
            <a:extLst>
              <a:ext uri="{FF2B5EF4-FFF2-40B4-BE49-F238E27FC236}">
                <a16:creationId xmlns:a16="http://schemas.microsoft.com/office/drawing/2014/main" id="{D87B2641-C808-1545-8430-0211D0684D8D}"/>
              </a:ext>
            </a:extLst>
          </p:cNvPr>
          <p:cNvSpPr>
            <a:spLocks noGrp="1"/>
          </p:cNvSpPr>
          <p:nvPr>
            <p:ph type="pic" sz="quarter" idx="12"/>
          </p:nvPr>
        </p:nvSpPr>
        <p:spPr>
          <a:xfrm>
            <a:off x="3800476" y="2127436"/>
            <a:ext cx="3308350" cy="3016065"/>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4" name="Picture Placeholder 5">
            <a:extLst>
              <a:ext uri="{FF2B5EF4-FFF2-40B4-BE49-F238E27FC236}">
                <a16:creationId xmlns:a16="http://schemas.microsoft.com/office/drawing/2014/main" id="{CF628120-0A24-FD4A-A7BE-C0F319077DA2}"/>
              </a:ext>
            </a:extLst>
          </p:cNvPr>
          <p:cNvSpPr>
            <a:spLocks noGrp="1"/>
          </p:cNvSpPr>
          <p:nvPr>
            <p:ph type="pic" sz="quarter" idx="13"/>
          </p:nvPr>
        </p:nvSpPr>
        <p:spPr>
          <a:xfrm>
            <a:off x="7353431" y="-1"/>
            <a:ext cx="1790570" cy="2994185"/>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5" name="Picture Placeholder 9">
            <a:extLst>
              <a:ext uri="{FF2B5EF4-FFF2-40B4-BE49-F238E27FC236}">
                <a16:creationId xmlns:a16="http://schemas.microsoft.com/office/drawing/2014/main" id="{C4F3BEFB-80A1-C34A-BE24-95E9E772577D}"/>
              </a:ext>
            </a:extLst>
          </p:cNvPr>
          <p:cNvSpPr>
            <a:spLocks noGrp="1"/>
          </p:cNvSpPr>
          <p:nvPr>
            <p:ph type="pic" sz="quarter" idx="14"/>
          </p:nvPr>
        </p:nvSpPr>
        <p:spPr>
          <a:xfrm>
            <a:off x="7354888" y="3273425"/>
            <a:ext cx="1790570" cy="1870076"/>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pic>
        <p:nvPicPr>
          <p:cNvPr id="21" name="Image">
            <a:extLst>
              <a:ext uri="{FF2B5EF4-FFF2-40B4-BE49-F238E27FC236}">
                <a16:creationId xmlns:a16="http://schemas.microsoft.com/office/drawing/2014/main" id="{48B1FD06-0461-CD4B-BA18-DEF9E6300F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2" name="Straight Connector 11">
            <a:extLst>
              <a:ext uri="{FF2B5EF4-FFF2-40B4-BE49-F238E27FC236}">
                <a16:creationId xmlns:a16="http://schemas.microsoft.com/office/drawing/2014/main" id="{8D944049-D3AC-4A4A-916E-30E8CF00AD95}"/>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AC78E4D2-6C69-EC4C-A9F9-1BC2086CC09B}"/>
              </a:ext>
            </a:extLst>
          </p:cNvPr>
          <p:cNvSpPr/>
          <p:nvPr userDrawn="1"/>
        </p:nvSpPr>
        <p:spPr>
          <a:xfrm>
            <a:off x="3123430"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7" name="Text Placeholder 2">
            <a:extLst>
              <a:ext uri="{FF2B5EF4-FFF2-40B4-BE49-F238E27FC236}">
                <a16:creationId xmlns:a16="http://schemas.microsoft.com/office/drawing/2014/main" id="{93446005-27E5-DA47-B13E-5D47D8357BEC}"/>
              </a:ext>
            </a:extLst>
          </p:cNvPr>
          <p:cNvSpPr>
            <a:spLocks noGrp="1"/>
          </p:cNvSpPr>
          <p:nvPr>
            <p:ph type="body" sz="quarter" idx="17" hasCustomPrompt="1"/>
          </p:nvPr>
        </p:nvSpPr>
        <p:spPr>
          <a:xfrm>
            <a:off x="736601" y="340219"/>
            <a:ext cx="2329679" cy="16930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18" name="Title 1">
            <a:extLst>
              <a:ext uri="{FF2B5EF4-FFF2-40B4-BE49-F238E27FC236}">
                <a16:creationId xmlns:a16="http://schemas.microsoft.com/office/drawing/2014/main" id="{F3BB4AA9-9C4C-2143-9E9C-3DCBEF230922}"/>
              </a:ext>
            </a:extLst>
          </p:cNvPr>
          <p:cNvSpPr>
            <a:spLocks noGrp="1"/>
          </p:cNvSpPr>
          <p:nvPr>
            <p:ph type="ctrTitle" hasCustomPrompt="1"/>
          </p:nvPr>
        </p:nvSpPr>
        <p:spPr>
          <a:xfrm>
            <a:off x="242889" y="721405"/>
            <a:ext cx="3309936" cy="852127"/>
          </a:xfrm>
          <a:prstGeom prst="rect">
            <a:avLst/>
          </a:prstGeom>
        </p:spPr>
        <p:txBody>
          <a:bodyPr wrap="square" lIns="0" r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sz="2800" baseline="0">
                <a:solidFill>
                  <a:schemeClr val="tx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Heading</a:t>
            </a:r>
            <a:br>
              <a:rPr lang="en-US"/>
            </a:br>
            <a:r>
              <a:rPr lang="en-US">
                <a:solidFill>
                  <a:schemeClr val="tx1"/>
                </a:solidFill>
              </a:rPr>
              <a:t>Heading</a:t>
            </a:r>
            <a:endParaRPr lang="en-US"/>
          </a:p>
        </p:txBody>
      </p:sp>
      <p:sp>
        <p:nvSpPr>
          <p:cNvPr id="19" name="Rectangle 18">
            <a:extLst>
              <a:ext uri="{FF2B5EF4-FFF2-40B4-BE49-F238E27FC236}">
                <a16:creationId xmlns:a16="http://schemas.microsoft.com/office/drawing/2014/main" id="{91BDB504-8131-DC43-85AE-727777E50CB0}"/>
              </a:ext>
            </a:extLst>
          </p:cNvPr>
          <p:cNvSpPr/>
          <p:nvPr userDrawn="1"/>
        </p:nvSpPr>
        <p:spPr>
          <a:xfrm>
            <a:off x="244474" y="4900613"/>
            <a:ext cx="1430501"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19575830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Multiple Photos with Content 2">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E533EBD-56B4-EB44-850B-C79FB1998F0D}"/>
              </a:ext>
            </a:extLst>
          </p:cNvPr>
          <p:cNvSpPr>
            <a:spLocks noGrp="1"/>
          </p:cNvSpPr>
          <p:nvPr>
            <p:ph type="pic" sz="quarter" idx="11"/>
          </p:nvPr>
        </p:nvSpPr>
        <p:spPr>
          <a:xfrm>
            <a:off x="2775703"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4" name="Picture Placeholder 5">
            <a:extLst>
              <a:ext uri="{FF2B5EF4-FFF2-40B4-BE49-F238E27FC236}">
                <a16:creationId xmlns:a16="http://schemas.microsoft.com/office/drawing/2014/main" id="{CF628120-0A24-FD4A-A7BE-C0F319077DA2}"/>
              </a:ext>
            </a:extLst>
          </p:cNvPr>
          <p:cNvSpPr>
            <a:spLocks noGrp="1"/>
          </p:cNvSpPr>
          <p:nvPr>
            <p:ph type="pic" sz="quarter" idx="13"/>
          </p:nvPr>
        </p:nvSpPr>
        <p:spPr>
          <a:xfrm>
            <a:off x="7023123"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6" name="Picture Placeholder 5">
            <a:extLst>
              <a:ext uri="{FF2B5EF4-FFF2-40B4-BE49-F238E27FC236}">
                <a16:creationId xmlns:a16="http://schemas.microsoft.com/office/drawing/2014/main" id="{AD7635C8-85FE-924B-A1A3-F3ADFB0A440C}"/>
              </a:ext>
            </a:extLst>
          </p:cNvPr>
          <p:cNvSpPr>
            <a:spLocks noGrp="1"/>
          </p:cNvSpPr>
          <p:nvPr>
            <p:ph type="pic" sz="quarter" idx="15"/>
          </p:nvPr>
        </p:nvSpPr>
        <p:spPr>
          <a:xfrm>
            <a:off x="4901485" y="721403"/>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7" name="Picture Placeholder 5">
            <a:extLst>
              <a:ext uri="{FF2B5EF4-FFF2-40B4-BE49-F238E27FC236}">
                <a16:creationId xmlns:a16="http://schemas.microsoft.com/office/drawing/2014/main" id="{9ED2B9A2-3748-DB45-9F2F-540D72E30864}"/>
              </a:ext>
            </a:extLst>
          </p:cNvPr>
          <p:cNvSpPr>
            <a:spLocks noGrp="1"/>
          </p:cNvSpPr>
          <p:nvPr>
            <p:ph type="pic" sz="quarter" idx="16"/>
          </p:nvPr>
        </p:nvSpPr>
        <p:spPr>
          <a:xfrm>
            <a:off x="2775704" y="2824187"/>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19" name="Picture Placeholder 5">
            <a:extLst>
              <a:ext uri="{FF2B5EF4-FFF2-40B4-BE49-F238E27FC236}">
                <a16:creationId xmlns:a16="http://schemas.microsoft.com/office/drawing/2014/main" id="{EC77C048-FF9C-AF4D-BAD6-DBCDB73B0877}"/>
              </a:ext>
            </a:extLst>
          </p:cNvPr>
          <p:cNvSpPr>
            <a:spLocks noGrp="1"/>
          </p:cNvSpPr>
          <p:nvPr>
            <p:ph type="pic" sz="quarter" idx="17"/>
          </p:nvPr>
        </p:nvSpPr>
        <p:spPr>
          <a:xfrm>
            <a:off x="7023123" y="2824187"/>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20" name="Picture Placeholder 5">
            <a:extLst>
              <a:ext uri="{FF2B5EF4-FFF2-40B4-BE49-F238E27FC236}">
                <a16:creationId xmlns:a16="http://schemas.microsoft.com/office/drawing/2014/main" id="{2BE0015C-3996-AB4D-BB10-42B891124E86}"/>
              </a:ext>
            </a:extLst>
          </p:cNvPr>
          <p:cNvSpPr>
            <a:spLocks noGrp="1"/>
          </p:cNvSpPr>
          <p:nvPr>
            <p:ph type="pic" sz="quarter" idx="18"/>
          </p:nvPr>
        </p:nvSpPr>
        <p:spPr>
          <a:xfrm>
            <a:off x="4901485" y="2829751"/>
            <a:ext cx="1871019" cy="1837608"/>
          </a:xfrm>
          <a:prstGeom prst="rect">
            <a:avLst/>
          </a:prstGeom>
          <a:solidFill>
            <a:schemeClr val="bg1">
              <a:lumMod val="95000"/>
            </a:schemeClr>
          </a:solidFill>
        </p:spPr>
        <p:txBody>
          <a:bodyPr anchor="ctr"/>
          <a:lstStyle>
            <a:lvl1pPr algn="ctr">
              <a:defRPr sz="1000">
                <a:solidFill>
                  <a:schemeClr val="tx2"/>
                </a:solidFill>
              </a:defRPr>
            </a:lvl1pPr>
          </a:lstStyle>
          <a:p>
            <a:r>
              <a:rPr lang="en-US"/>
              <a:t>Click icon to add picture</a:t>
            </a:r>
          </a:p>
        </p:txBody>
      </p:sp>
      <p:sp>
        <p:nvSpPr>
          <p:cNvPr id="21" name="Text Placeholder 4">
            <a:extLst>
              <a:ext uri="{FF2B5EF4-FFF2-40B4-BE49-F238E27FC236}">
                <a16:creationId xmlns:a16="http://schemas.microsoft.com/office/drawing/2014/main" id="{88A8AEA6-884D-5F49-B1CB-95001C38FC19}"/>
              </a:ext>
            </a:extLst>
          </p:cNvPr>
          <p:cNvSpPr>
            <a:spLocks noGrp="1"/>
          </p:cNvSpPr>
          <p:nvPr>
            <p:ph type="body" sz="quarter" idx="10" hasCustomPrompt="1"/>
          </p:nvPr>
        </p:nvSpPr>
        <p:spPr>
          <a:xfrm>
            <a:off x="249858" y="1892136"/>
            <a:ext cx="2263073" cy="2769660"/>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pic>
        <p:nvPicPr>
          <p:cNvPr id="26" name="Image">
            <a:extLst>
              <a:ext uri="{FF2B5EF4-FFF2-40B4-BE49-F238E27FC236}">
                <a16:creationId xmlns:a16="http://schemas.microsoft.com/office/drawing/2014/main" id="{39EA1AB9-512F-604E-B418-C4FABE8A6E3D}"/>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15" name="Title 1">
            <a:extLst>
              <a:ext uri="{FF2B5EF4-FFF2-40B4-BE49-F238E27FC236}">
                <a16:creationId xmlns:a16="http://schemas.microsoft.com/office/drawing/2014/main" id="{08C59BA3-08AD-694C-9D90-62F73D099945}"/>
              </a:ext>
            </a:extLst>
          </p:cNvPr>
          <p:cNvSpPr>
            <a:spLocks noGrp="1"/>
          </p:cNvSpPr>
          <p:nvPr>
            <p:ph type="ctrTitle" hasCustomPrompt="1"/>
          </p:nvPr>
        </p:nvSpPr>
        <p:spPr>
          <a:xfrm>
            <a:off x="242889" y="721404"/>
            <a:ext cx="2278051" cy="852130"/>
          </a:xfrm>
          <a:prstGeom prst="rect">
            <a:avLst/>
          </a:prstGeom>
        </p:spPr>
        <p:txBody>
          <a:bodyPr wrap="square" lIns="0" rIns="0" anchor="t">
            <a:noAutofit/>
          </a:bodyPr>
          <a:lstStyle>
            <a:lvl1pPr algn="l">
              <a:defRPr sz="2800" baseline="0">
                <a:solidFill>
                  <a:schemeClr val="tx1"/>
                </a:solidFill>
              </a:defRPr>
            </a:lvl1pPr>
          </a:lstStyle>
          <a:p>
            <a:r>
              <a:rPr lang="en-US"/>
              <a:t>Heading</a:t>
            </a:r>
            <a:br>
              <a:rPr lang="en-US"/>
            </a:br>
            <a:r>
              <a:rPr lang="en-US"/>
              <a:t>Heading</a:t>
            </a:r>
          </a:p>
        </p:txBody>
      </p:sp>
      <p:cxnSp>
        <p:nvCxnSpPr>
          <p:cNvPr id="22" name="Straight Connector 21">
            <a:extLst>
              <a:ext uri="{FF2B5EF4-FFF2-40B4-BE49-F238E27FC236}">
                <a16:creationId xmlns:a16="http://schemas.microsoft.com/office/drawing/2014/main" id="{60A203F7-B12A-E649-A007-637DE01EA687}"/>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23" name="Rectangle 22">
            <a:extLst>
              <a:ext uri="{FF2B5EF4-FFF2-40B4-BE49-F238E27FC236}">
                <a16:creationId xmlns:a16="http://schemas.microsoft.com/office/drawing/2014/main" id="{4E7D81F0-0D3B-D546-A57B-157C18289620}"/>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25" name="Text Placeholder 2">
            <a:extLst>
              <a:ext uri="{FF2B5EF4-FFF2-40B4-BE49-F238E27FC236}">
                <a16:creationId xmlns:a16="http://schemas.microsoft.com/office/drawing/2014/main" id="{08417AFA-FEC2-CF47-8CDA-CDBC7D656758}"/>
              </a:ext>
            </a:extLst>
          </p:cNvPr>
          <p:cNvSpPr>
            <a:spLocks noGrp="1"/>
          </p:cNvSpPr>
          <p:nvPr>
            <p:ph type="body" sz="quarter" idx="19" hasCustomPrompt="1"/>
          </p:nvPr>
        </p:nvSpPr>
        <p:spPr>
          <a:xfrm>
            <a:off x="736601" y="340219"/>
            <a:ext cx="7661274" cy="169312"/>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24" name="Rectangle 23">
            <a:extLst>
              <a:ext uri="{FF2B5EF4-FFF2-40B4-BE49-F238E27FC236}">
                <a16:creationId xmlns:a16="http://schemas.microsoft.com/office/drawing/2014/main" id="{4E637215-97D7-1B48-B36D-9189AE22DAE3}"/>
              </a:ext>
            </a:extLst>
          </p:cNvPr>
          <p:cNvSpPr/>
          <p:nvPr userDrawn="1"/>
        </p:nvSpPr>
        <p:spPr>
          <a:xfrm>
            <a:off x="244474" y="4900613"/>
            <a:ext cx="1430501"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44568426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ustomer Story 1">
    <p:bg>
      <p:bgPr>
        <a:solidFill>
          <a:schemeClr val="bg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C5B4D97-FB58-254F-89C6-62ECB2B5F6FD}"/>
              </a:ext>
            </a:extLst>
          </p:cNvPr>
          <p:cNvSpPr>
            <a:spLocks noGrp="1"/>
          </p:cNvSpPr>
          <p:nvPr>
            <p:ph type="pic" sz="quarter" idx="12"/>
          </p:nvPr>
        </p:nvSpPr>
        <p:spPr>
          <a:xfrm>
            <a:off x="3797298" y="0"/>
            <a:ext cx="3308351" cy="5143500"/>
          </a:xfrm>
          <a:prstGeom prst="rect">
            <a:avLst/>
          </a:prstGeom>
          <a:solidFill>
            <a:schemeClr val="bg1">
              <a:lumMod val="95000"/>
            </a:schemeClr>
          </a:solidFill>
        </p:spPr>
        <p:txBody>
          <a:bodyPr anchor="ctr"/>
          <a:lstStyle>
            <a:lvl1pPr marL="0" indent="0" algn="ctr">
              <a:buFont typeface="Arial" panose="020B0604020202020204" pitchFamily="34" charset="0"/>
              <a:buNone/>
              <a:defRPr sz="1400">
                <a:solidFill>
                  <a:schemeClr val="tx2"/>
                </a:solidFill>
              </a:defRPr>
            </a:lvl1pPr>
          </a:lstStyle>
          <a:p>
            <a:r>
              <a:rPr lang="en-US"/>
              <a:t>Click icon to add picture</a:t>
            </a:r>
          </a:p>
        </p:txBody>
      </p:sp>
      <p:sp>
        <p:nvSpPr>
          <p:cNvPr id="2" name="Title 1"/>
          <p:cNvSpPr>
            <a:spLocks noGrp="1"/>
          </p:cNvSpPr>
          <p:nvPr>
            <p:ph type="ctrTitle" hasCustomPrompt="1"/>
          </p:nvPr>
        </p:nvSpPr>
        <p:spPr>
          <a:xfrm>
            <a:off x="241299" y="711562"/>
            <a:ext cx="3325593" cy="861974"/>
          </a:xfrm>
          <a:prstGeom prst="rect">
            <a:avLst/>
          </a:prstGeom>
        </p:spPr>
        <p:txBody>
          <a:bodyPr wrap="square" lIns="0" rIns="0" anchor="t">
            <a:noAutofit/>
          </a:bodyPr>
          <a:lstStyle>
            <a:lvl1pPr>
              <a:defRPr lang="en-US" sz="2800" dirty="0">
                <a:solidFill>
                  <a:schemeClr val="tx1"/>
                </a:solidFill>
              </a:defRPr>
            </a:lvl1pPr>
          </a:lstStyle>
          <a:p>
            <a:pPr marL="0" marR="0" lvl="0" indent="0" fontAlgn="auto">
              <a:spcAft>
                <a:spcPts val="0"/>
              </a:spcAft>
              <a:buClrTx/>
              <a:buSzTx/>
              <a:buFontTx/>
              <a:tabLst/>
            </a:pPr>
            <a:r>
              <a:rPr lang="en-US"/>
              <a:t>Customer Story</a:t>
            </a:r>
            <a:br>
              <a:rPr lang="en-US"/>
            </a:br>
            <a:r>
              <a:rPr lang="en-US"/>
              <a:t>Heading</a:t>
            </a:r>
          </a:p>
        </p:txBody>
      </p:sp>
      <p:pic>
        <p:nvPicPr>
          <p:cNvPr id="9" name="Picture 8">
            <a:extLst>
              <a:ext uri="{FF2B5EF4-FFF2-40B4-BE49-F238E27FC236}">
                <a16:creationId xmlns:a16="http://schemas.microsoft.com/office/drawing/2014/main" id="{CF12E9C8-CB26-FD4E-99E4-04293959E7E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2"/>
          <a:stretch/>
        </p:blipFill>
        <p:spPr>
          <a:xfrm>
            <a:off x="8659811" y="-1"/>
            <a:ext cx="492126" cy="5143501"/>
          </a:xfrm>
          <a:prstGeom prst="rect">
            <a:avLst/>
          </a:prstGeom>
        </p:spPr>
      </p:pic>
      <p:sp>
        <p:nvSpPr>
          <p:cNvPr id="8" name="Rectangle 7">
            <a:extLst>
              <a:ext uri="{FF2B5EF4-FFF2-40B4-BE49-F238E27FC236}">
                <a16:creationId xmlns:a16="http://schemas.microsoft.com/office/drawing/2014/main" id="{EA8D2F38-8F39-ED47-A28C-F951932A0BFF}"/>
              </a:ext>
            </a:extLst>
          </p:cNvPr>
          <p:cNvSpPr/>
          <p:nvPr userDrawn="1"/>
        </p:nvSpPr>
        <p:spPr>
          <a:xfrm>
            <a:off x="7105650" y="-1"/>
            <a:ext cx="1546225" cy="5143501"/>
          </a:xfrm>
          <a:prstGeom prst="rect">
            <a:avLst/>
          </a:prstGeom>
          <a:solidFill>
            <a:schemeClr val="tx1"/>
          </a:solidFill>
          <a:ln w="12700">
            <a:solidFill>
              <a:schemeClr val="bg2">
                <a:lumMod val="2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2" name="Text Placeholder 11">
            <a:extLst>
              <a:ext uri="{FF2B5EF4-FFF2-40B4-BE49-F238E27FC236}">
                <a16:creationId xmlns:a16="http://schemas.microsoft.com/office/drawing/2014/main" id="{461F58D3-DE45-3449-8FB1-982D5CD9E798}"/>
              </a:ext>
            </a:extLst>
          </p:cNvPr>
          <p:cNvSpPr>
            <a:spLocks noGrp="1"/>
          </p:cNvSpPr>
          <p:nvPr>
            <p:ph type="body" sz="quarter" idx="14" hasCustomPrompt="1"/>
          </p:nvPr>
        </p:nvSpPr>
        <p:spPr>
          <a:xfrm>
            <a:off x="7359649" y="250825"/>
            <a:ext cx="1038226" cy="1389064"/>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17" name="Text Placeholder 11">
            <a:extLst>
              <a:ext uri="{FF2B5EF4-FFF2-40B4-BE49-F238E27FC236}">
                <a16:creationId xmlns:a16="http://schemas.microsoft.com/office/drawing/2014/main" id="{A6FD69E1-7FAE-1446-B229-E02F1904E0CC}"/>
              </a:ext>
            </a:extLst>
          </p:cNvPr>
          <p:cNvSpPr>
            <a:spLocks noGrp="1"/>
          </p:cNvSpPr>
          <p:nvPr>
            <p:ph type="body" sz="quarter" idx="15" hasCustomPrompt="1"/>
          </p:nvPr>
        </p:nvSpPr>
        <p:spPr>
          <a:xfrm>
            <a:off x="7359649" y="1892589"/>
            <a:ext cx="1038226" cy="1380836"/>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18" name="Text Placeholder 11">
            <a:extLst>
              <a:ext uri="{FF2B5EF4-FFF2-40B4-BE49-F238E27FC236}">
                <a16:creationId xmlns:a16="http://schemas.microsoft.com/office/drawing/2014/main" id="{FA481285-85AF-124E-B497-1DB35DD2820C}"/>
              </a:ext>
            </a:extLst>
          </p:cNvPr>
          <p:cNvSpPr>
            <a:spLocks noGrp="1"/>
          </p:cNvSpPr>
          <p:nvPr>
            <p:ph type="body" sz="quarter" idx="16" hasCustomPrompt="1"/>
          </p:nvPr>
        </p:nvSpPr>
        <p:spPr>
          <a:xfrm>
            <a:off x="7359649" y="3513571"/>
            <a:ext cx="1038226" cy="1387042"/>
          </a:xfrm>
          <a:prstGeom prst="rect">
            <a:avLst/>
          </a:prstGeom>
        </p:spPr>
        <p:txBody>
          <a:bodyPr lIns="0" rIns="0"/>
          <a:lstStyle>
            <a:lvl1pPr marL="171450" marR="0" indent="-171450" algn="l"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Char char="•"/>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marL="91440" marR="0" lvl="0" indent="-91440" algn="l" defTabSz="914400" rtl="0" eaLnBrk="1" fontAlgn="auto" latinLnBrk="0" hangingPunct="1">
              <a:lnSpc>
                <a:spcPct val="100000"/>
              </a:lnSpc>
              <a:spcBef>
                <a:spcPts val="0"/>
              </a:spcBef>
              <a:spcAft>
                <a:spcPts val="0"/>
              </a:spcAft>
              <a:buClr>
                <a:schemeClr val="bg1"/>
              </a:buClr>
              <a:buSzPct val="70000"/>
              <a:buFont typeface="Arial" panose="020B0604020202020204" pitchFamily="34" charset="0"/>
              <a:buChar char="•"/>
              <a:tabLst>
                <a:tab pos="182880" algn="l"/>
              </a:tabLst>
              <a:defRPr/>
            </a:pPr>
            <a:r>
              <a:rPr lang="en-US"/>
              <a:t>Bullets</a:t>
            </a:r>
          </a:p>
          <a:p>
            <a:pPr lvl="0"/>
            <a:endParaRPr lang="en-US"/>
          </a:p>
        </p:txBody>
      </p:sp>
      <p:sp>
        <p:nvSpPr>
          <p:cNvPr id="29" name="Text Placeholder 2">
            <a:extLst>
              <a:ext uri="{FF2B5EF4-FFF2-40B4-BE49-F238E27FC236}">
                <a16:creationId xmlns:a16="http://schemas.microsoft.com/office/drawing/2014/main" id="{A1CC4436-7A03-CC42-9FCB-9E86D5A5136E}"/>
              </a:ext>
            </a:extLst>
          </p:cNvPr>
          <p:cNvSpPr>
            <a:spLocks noGrp="1"/>
          </p:cNvSpPr>
          <p:nvPr>
            <p:ph type="body" sz="quarter" idx="17" hasCustomPrompt="1"/>
          </p:nvPr>
        </p:nvSpPr>
        <p:spPr>
          <a:xfrm>
            <a:off x="741965" y="340219"/>
            <a:ext cx="2324315" cy="16219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38" name="Image">
            <a:extLst>
              <a:ext uri="{FF2B5EF4-FFF2-40B4-BE49-F238E27FC236}">
                <a16:creationId xmlns:a16="http://schemas.microsoft.com/office/drawing/2014/main" id="{CAF69B79-F069-9A4B-8F7F-00E6EF245F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4" name="Straight Connector 13">
            <a:extLst>
              <a:ext uri="{FF2B5EF4-FFF2-40B4-BE49-F238E27FC236}">
                <a16:creationId xmlns:a16="http://schemas.microsoft.com/office/drawing/2014/main" id="{276D3422-C15E-E843-909B-1EC359B68168}"/>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5A6DDFC5-C819-024A-A53F-3335E014C363}"/>
              </a:ext>
            </a:extLst>
          </p:cNvPr>
          <p:cNvSpPr/>
          <p:nvPr userDrawn="1"/>
        </p:nvSpPr>
        <p:spPr>
          <a:xfrm>
            <a:off x="3123430"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9" name="Text Placeholder 4">
            <a:extLst>
              <a:ext uri="{FF2B5EF4-FFF2-40B4-BE49-F238E27FC236}">
                <a16:creationId xmlns:a16="http://schemas.microsoft.com/office/drawing/2014/main" id="{964D9CB4-A4F2-A545-810E-CD823A25700E}"/>
              </a:ext>
            </a:extLst>
          </p:cNvPr>
          <p:cNvSpPr>
            <a:spLocks noGrp="1"/>
          </p:cNvSpPr>
          <p:nvPr>
            <p:ph type="body" sz="quarter" idx="10" hasCustomPrompt="1"/>
          </p:nvPr>
        </p:nvSpPr>
        <p:spPr>
          <a:xfrm>
            <a:off x="249858" y="1892136"/>
            <a:ext cx="3293442" cy="2684894"/>
          </a:xfrm>
          <a:prstGeom prst="rect">
            <a:avLst/>
          </a:prstGeom>
        </p:spPr>
        <p:txBody>
          <a:bodyPr lIns="0" tIns="0" rIns="0" anchor="t">
            <a:noAutofit/>
          </a:bodyPr>
          <a:lst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sz="1400">
                <a:solidFill>
                  <a:schemeClr val="tx1"/>
                </a:solidFill>
              </a:defRPr>
            </a:lvl1pPr>
          </a:lstStyle>
          <a:p>
            <a:pPr lvl="0"/>
            <a:r>
              <a:rPr lang="en-US"/>
              <a:t>Body Copy</a:t>
            </a:r>
          </a:p>
        </p:txBody>
      </p:sp>
      <p:sp>
        <p:nvSpPr>
          <p:cNvPr id="21" name="Rectangle 20">
            <a:extLst>
              <a:ext uri="{FF2B5EF4-FFF2-40B4-BE49-F238E27FC236}">
                <a16:creationId xmlns:a16="http://schemas.microsoft.com/office/drawing/2014/main" id="{CC4D6A23-C47D-3149-A982-A969EAFE9142}"/>
              </a:ext>
            </a:extLst>
          </p:cNvPr>
          <p:cNvSpPr/>
          <p:nvPr userDrawn="1"/>
        </p:nvSpPr>
        <p:spPr>
          <a:xfrm>
            <a:off x="244474" y="4900613"/>
            <a:ext cx="1430501"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493618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ustomer Story With Quote">
    <p:bg>
      <p:bgPr>
        <a:solidFill>
          <a:schemeClr val="bg1"/>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C5B4D97-FB58-254F-89C6-62ECB2B5F6FD}"/>
              </a:ext>
            </a:extLst>
          </p:cNvPr>
          <p:cNvSpPr>
            <a:spLocks noGrp="1"/>
          </p:cNvSpPr>
          <p:nvPr>
            <p:ph type="pic" sz="quarter" idx="12"/>
          </p:nvPr>
        </p:nvSpPr>
        <p:spPr>
          <a:xfrm>
            <a:off x="3797298" y="0"/>
            <a:ext cx="3308351" cy="5143500"/>
          </a:xfrm>
          <a:prstGeom prst="rect">
            <a:avLst/>
          </a:prstGeom>
          <a:solidFill>
            <a:schemeClr val="bg1">
              <a:lumMod val="95000"/>
            </a:schemeClr>
          </a:solidFill>
        </p:spPr>
        <p:txBody>
          <a:bodyPr anchor="ctr"/>
          <a:lstStyle>
            <a:lvl1pPr marL="0" indent="0" algn="ctr">
              <a:buFont typeface="Arial" panose="020B0604020202020204" pitchFamily="34" charset="0"/>
              <a:buNone/>
              <a:defRPr sz="1400">
                <a:solidFill>
                  <a:schemeClr val="tx2"/>
                </a:solidFill>
              </a:defRPr>
            </a:lvl1pPr>
          </a:lstStyle>
          <a:p>
            <a:r>
              <a:rPr lang="en-US"/>
              <a:t>Click icon to add picture</a:t>
            </a:r>
          </a:p>
        </p:txBody>
      </p:sp>
      <p:sp>
        <p:nvSpPr>
          <p:cNvPr id="2" name="Title 1"/>
          <p:cNvSpPr>
            <a:spLocks noGrp="1"/>
          </p:cNvSpPr>
          <p:nvPr>
            <p:ph type="ctrTitle" hasCustomPrompt="1"/>
          </p:nvPr>
        </p:nvSpPr>
        <p:spPr>
          <a:xfrm>
            <a:off x="241299" y="711562"/>
            <a:ext cx="3325593" cy="861974"/>
          </a:xfrm>
          <a:prstGeom prst="rect">
            <a:avLst/>
          </a:prstGeom>
        </p:spPr>
        <p:txBody>
          <a:bodyPr wrap="square" lIns="0" rIns="0" anchor="t">
            <a:noAutofit/>
          </a:bodyPr>
          <a:lstStyle>
            <a:lvl1pPr>
              <a:defRPr lang="en-US" sz="2800" dirty="0">
                <a:solidFill>
                  <a:schemeClr val="tx1"/>
                </a:solidFill>
              </a:defRPr>
            </a:lvl1pPr>
          </a:lstStyle>
          <a:p>
            <a:pPr marL="0" marR="0" lvl="0" indent="0" fontAlgn="auto">
              <a:spcAft>
                <a:spcPts val="0"/>
              </a:spcAft>
              <a:buClrTx/>
              <a:buSzTx/>
              <a:buFontTx/>
              <a:tabLst/>
            </a:pPr>
            <a:r>
              <a:rPr lang="en-US"/>
              <a:t>Customer Story</a:t>
            </a:r>
            <a:br>
              <a:rPr lang="en-US"/>
            </a:br>
            <a:r>
              <a:rPr lang="en-US"/>
              <a:t>Heading</a:t>
            </a:r>
          </a:p>
        </p:txBody>
      </p:sp>
      <p:pic>
        <p:nvPicPr>
          <p:cNvPr id="9" name="Picture 8">
            <a:extLst>
              <a:ext uri="{FF2B5EF4-FFF2-40B4-BE49-F238E27FC236}">
                <a16:creationId xmlns:a16="http://schemas.microsoft.com/office/drawing/2014/main" id="{CF12E9C8-CB26-FD4E-99E4-04293959E7E0}"/>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t="-2"/>
          <a:stretch/>
        </p:blipFill>
        <p:spPr>
          <a:xfrm>
            <a:off x="8659811" y="-1"/>
            <a:ext cx="492126" cy="5143501"/>
          </a:xfrm>
          <a:prstGeom prst="rect">
            <a:avLst/>
          </a:prstGeom>
        </p:spPr>
      </p:pic>
      <p:sp>
        <p:nvSpPr>
          <p:cNvPr id="8" name="Rectangle 7">
            <a:extLst>
              <a:ext uri="{FF2B5EF4-FFF2-40B4-BE49-F238E27FC236}">
                <a16:creationId xmlns:a16="http://schemas.microsoft.com/office/drawing/2014/main" id="{EA8D2F38-8F39-ED47-A28C-F951932A0BFF}"/>
              </a:ext>
            </a:extLst>
          </p:cNvPr>
          <p:cNvSpPr/>
          <p:nvPr userDrawn="1"/>
        </p:nvSpPr>
        <p:spPr>
          <a:xfrm>
            <a:off x="7105650" y="-1"/>
            <a:ext cx="1546225" cy="5143501"/>
          </a:xfrm>
          <a:prstGeom prst="rect">
            <a:avLst/>
          </a:prstGeom>
          <a:solidFill>
            <a:schemeClr val="tx1"/>
          </a:solidFill>
          <a:ln w="12700">
            <a:solidFill>
              <a:schemeClr val="bg2">
                <a:lumMod val="2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2" name="Text Placeholder 11">
            <a:extLst>
              <a:ext uri="{FF2B5EF4-FFF2-40B4-BE49-F238E27FC236}">
                <a16:creationId xmlns:a16="http://schemas.microsoft.com/office/drawing/2014/main" id="{461F58D3-DE45-3449-8FB1-982D5CD9E798}"/>
              </a:ext>
            </a:extLst>
          </p:cNvPr>
          <p:cNvSpPr>
            <a:spLocks noGrp="1"/>
          </p:cNvSpPr>
          <p:nvPr>
            <p:ph type="body" sz="quarter" idx="14" hasCustomPrompt="1"/>
          </p:nvPr>
        </p:nvSpPr>
        <p:spPr>
          <a:xfrm>
            <a:off x="7359649" y="268805"/>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29" name="Text Placeholder 2">
            <a:extLst>
              <a:ext uri="{FF2B5EF4-FFF2-40B4-BE49-F238E27FC236}">
                <a16:creationId xmlns:a16="http://schemas.microsoft.com/office/drawing/2014/main" id="{A1CC4436-7A03-CC42-9FCB-9E86D5A5136E}"/>
              </a:ext>
            </a:extLst>
          </p:cNvPr>
          <p:cNvSpPr>
            <a:spLocks noGrp="1"/>
          </p:cNvSpPr>
          <p:nvPr>
            <p:ph type="body" sz="quarter" idx="17" hasCustomPrompt="1"/>
          </p:nvPr>
        </p:nvSpPr>
        <p:spPr>
          <a:xfrm>
            <a:off x="741965" y="340219"/>
            <a:ext cx="2245781" cy="157937"/>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pic>
        <p:nvPicPr>
          <p:cNvPr id="38" name="Image">
            <a:extLst>
              <a:ext uri="{FF2B5EF4-FFF2-40B4-BE49-F238E27FC236}">
                <a16:creationId xmlns:a16="http://schemas.microsoft.com/office/drawing/2014/main" id="{CAF69B79-F069-9A4B-8F7F-00E6EF245F4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14" name="Straight Connector 13">
            <a:extLst>
              <a:ext uri="{FF2B5EF4-FFF2-40B4-BE49-F238E27FC236}">
                <a16:creationId xmlns:a16="http://schemas.microsoft.com/office/drawing/2014/main" id="{276D3422-C15E-E843-909B-1EC359B68168}"/>
              </a:ext>
            </a:extLst>
          </p:cNvPr>
          <p:cNvCxnSpPr>
            <a:cxnSpLocks/>
          </p:cNvCxnSpPr>
          <p:nvPr userDrawn="1"/>
        </p:nvCxnSpPr>
        <p:spPr>
          <a:xfrm>
            <a:off x="736600" y="259987"/>
            <a:ext cx="2329680"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16" name="Rectangle 15">
            <a:extLst>
              <a:ext uri="{FF2B5EF4-FFF2-40B4-BE49-F238E27FC236}">
                <a16:creationId xmlns:a16="http://schemas.microsoft.com/office/drawing/2014/main" id="{5A6DDFC5-C819-024A-A53F-3335E014C363}"/>
              </a:ext>
            </a:extLst>
          </p:cNvPr>
          <p:cNvSpPr/>
          <p:nvPr userDrawn="1"/>
        </p:nvSpPr>
        <p:spPr>
          <a:xfrm>
            <a:off x="3123430" y="148185"/>
            <a:ext cx="443462" cy="183494"/>
          </a:xfrm>
          <a:prstGeom prst="rect">
            <a:avLst/>
          </a:prstGeom>
        </p:spPr>
        <p:txBody>
          <a:bodyPr wrap="none" lIns="0" tIns="0" rIns="0" bIns="0" anchor="ctr">
            <a:noAutofit/>
          </a:bodyPr>
          <a:lstStyle/>
          <a:p>
            <a:pPr marL="0" marR="0" lvl="0" indent="0" algn="r" defTabSz="309555" rtl="0" fontAlgn="auto" latinLnBrk="0" hangingPunct="0">
              <a:lnSpc>
                <a:spcPts val="1125"/>
              </a:lnSpc>
              <a:spcBef>
                <a:spcPts val="0"/>
              </a:spcBef>
              <a:spcAft>
                <a:spcPts val="0"/>
              </a:spcAft>
              <a:buClrTx/>
              <a:buSzTx/>
              <a:buFontTx/>
              <a:buNone/>
              <a:tabLst/>
            </a:pPr>
            <a:r>
              <a:rPr kumimoji="0" lang="en-US" sz="1000" b="0" i="0" u="none" strike="noStrike" cap="none" spc="-20" normalizeH="0" baseline="0">
                <a:ln>
                  <a:noFill/>
                </a:ln>
                <a:solidFill>
                  <a:schemeClr val="tx1"/>
                </a:solidFill>
                <a:effectLst/>
                <a:uFillTx/>
                <a:latin typeface="+mn-lt"/>
                <a:ea typeface="+mj-ea"/>
                <a:cs typeface="+mj-cs"/>
                <a:sym typeface="Founders Grotesk"/>
              </a:rPr>
              <a:t>ni.com</a:t>
            </a:r>
          </a:p>
        </p:txBody>
      </p:sp>
      <p:grpSp>
        <p:nvGrpSpPr>
          <p:cNvPr id="20" name="Group 19">
            <a:extLst>
              <a:ext uri="{FF2B5EF4-FFF2-40B4-BE49-F238E27FC236}">
                <a16:creationId xmlns:a16="http://schemas.microsoft.com/office/drawing/2014/main" id="{80F83A2D-0E5F-7B40-BF1F-3D292779DAF3}"/>
              </a:ext>
            </a:extLst>
          </p:cNvPr>
          <p:cNvGrpSpPr/>
          <p:nvPr userDrawn="1"/>
        </p:nvGrpSpPr>
        <p:grpSpPr>
          <a:xfrm flipH="1">
            <a:off x="241298" y="1892589"/>
            <a:ext cx="3311525" cy="2770223"/>
            <a:chOff x="143113" y="2095349"/>
            <a:chExt cx="3487500" cy="3054682"/>
          </a:xfrm>
        </p:grpSpPr>
        <p:sp>
          <p:nvSpPr>
            <p:cNvPr id="21" name="Freeform 20">
              <a:extLst>
                <a:ext uri="{FF2B5EF4-FFF2-40B4-BE49-F238E27FC236}">
                  <a16:creationId xmlns:a16="http://schemas.microsoft.com/office/drawing/2014/main" id="{621F0B2E-BAF6-AD4A-A455-4FE8E1153183}"/>
                </a:ext>
              </a:extLst>
            </p:cNvPr>
            <p:cNvSpPr/>
            <p:nvPr/>
          </p:nvSpPr>
          <p:spPr>
            <a:xfrm rot="5400000">
              <a:off x="2245001" y="3764419"/>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22" name="Straight Connector 21">
              <a:extLst>
                <a:ext uri="{FF2B5EF4-FFF2-40B4-BE49-F238E27FC236}">
                  <a16:creationId xmlns:a16="http://schemas.microsoft.com/office/drawing/2014/main" id="{2B675865-3560-B746-8C16-5A7A468610C1}"/>
                </a:ext>
              </a:extLst>
            </p:cNvPr>
            <p:cNvCxnSpPr>
              <a:cxnSpLocks/>
            </p:cNvCxnSpPr>
            <p:nvPr userDrawn="1"/>
          </p:nvCxnSpPr>
          <p:spPr>
            <a:xfrm flipH="1" flipV="1">
              <a:off x="3630613" y="2095349"/>
              <a:ext cx="0" cy="1668799"/>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D383627-F26B-B34B-A423-8F78E7DA2022}"/>
                </a:ext>
              </a:extLst>
            </p:cNvPr>
            <p:cNvCxnSpPr>
              <a:cxnSpLocks/>
            </p:cNvCxnSpPr>
            <p:nvPr/>
          </p:nvCxnSpPr>
          <p:spPr>
            <a:xfrm flipH="1">
              <a:off x="143113" y="5150031"/>
              <a:ext cx="2102164"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4" name="Text Placeholder 24">
            <a:extLst>
              <a:ext uri="{FF2B5EF4-FFF2-40B4-BE49-F238E27FC236}">
                <a16:creationId xmlns:a16="http://schemas.microsoft.com/office/drawing/2014/main" id="{7BE3004C-2369-384D-9887-FA57DAAD4743}"/>
              </a:ext>
            </a:extLst>
          </p:cNvPr>
          <p:cNvSpPr>
            <a:spLocks noGrp="1"/>
          </p:cNvSpPr>
          <p:nvPr>
            <p:ph type="body" sz="quarter" idx="18" hasCustomPrompt="1"/>
          </p:nvPr>
        </p:nvSpPr>
        <p:spPr>
          <a:xfrm>
            <a:off x="1228725" y="409502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25" name="Text Placeholder 24">
            <a:extLst>
              <a:ext uri="{FF2B5EF4-FFF2-40B4-BE49-F238E27FC236}">
                <a16:creationId xmlns:a16="http://schemas.microsoft.com/office/drawing/2014/main" id="{F7A6E3AF-75B3-BE47-899D-5ED34EA0697B}"/>
              </a:ext>
            </a:extLst>
          </p:cNvPr>
          <p:cNvSpPr>
            <a:spLocks noGrp="1"/>
          </p:cNvSpPr>
          <p:nvPr>
            <p:ph type="body" sz="quarter" idx="19" hasCustomPrompt="1"/>
          </p:nvPr>
        </p:nvSpPr>
        <p:spPr>
          <a:xfrm>
            <a:off x="1228725" y="4305730"/>
            <a:ext cx="2324100" cy="291907"/>
          </a:xfrm>
          <a:prstGeom prst="rect">
            <a:avLst/>
          </a:prstGeom>
        </p:spPr>
        <p:txBody>
          <a:bodyPr lIns="0" tIns="0" rIns="0" bIns="0" anchor="t"/>
          <a:lstStyle>
            <a:lvl1pPr algn="r">
              <a:defRPr sz="100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26" name="Text Placeholder 11">
            <a:extLst>
              <a:ext uri="{FF2B5EF4-FFF2-40B4-BE49-F238E27FC236}">
                <a16:creationId xmlns:a16="http://schemas.microsoft.com/office/drawing/2014/main" id="{783A2A97-1116-DF49-9F1A-0757A52C80CC}"/>
              </a:ext>
            </a:extLst>
          </p:cNvPr>
          <p:cNvSpPr>
            <a:spLocks noGrp="1"/>
          </p:cNvSpPr>
          <p:nvPr>
            <p:ph type="body" sz="quarter" idx="20" hasCustomPrompt="1"/>
          </p:nvPr>
        </p:nvSpPr>
        <p:spPr>
          <a:xfrm>
            <a:off x="7359649" y="697834"/>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27" name="Text Placeholder 11">
            <a:extLst>
              <a:ext uri="{FF2B5EF4-FFF2-40B4-BE49-F238E27FC236}">
                <a16:creationId xmlns:a16="http://schemas.microsoft.com/office/drawing/2014/main" id="{C8EE8CFB-20CE-754E-83B0-6B0F4FDD1758}"/>
              </a:ext>
            </a:extLst>
          </p:cNvPr>
          <p:cNvSpPr>
            <a:spLocks noGrp="1"/>
          </p:cNvSpPr>
          <p:nvPr>
            <p:ph type="body" sz="quarter" idx="21" hasCustomPrompt="1"/>
          </p:nvPr>
        </p:nvSpPr>
        <p:spPr>
          <a:xfrm>
            <a:off x="7359649" y="2216671"/>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28" name="Text Placeholder 11">
            <a:extLst>
              <a:ext uri="{FF2B5EF4-FFF2-40B4-BE49-F238E27FC236}">
                <a16:creationId xmlns:a16="http://schemas.microsoft.com/office/drawing/2014/main" id="{B4FD18C8-831F-0B4F-AAA0-D62BCC063E13}"/>
              </a:ext>
            </a:extLst>
          </p:cNvPr>
          <p:cNvSpPr>
            <a:spLocks noGrp="1"/>
          </p:cNvSpPr>
          <p:nvPr>
            <p:ph type="body" sz="quarter" idx="22" hasCustomPrompt="1"/>
          </p:nvPr>
        </p:nvSpPr>
        <p:spPr>
          <a:xfrm>
            <a:off x="7359649" y="2645700"/>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30" name="Text Placeholder 11">
            <a:extLst>
              <a:ext uri="{FF2B5EF4-FFF2-40B4-BE49-F238E27FC236}">
                <a16:creationId xmlns:a16="http://schemas.microsoft.com/office/drawing/2014/main" id="{ABEFE6F0-BCA9-324B-B281-0ECDFFE62E76}"/>
              </a:ext>
            </a:extLst>
          </p:cNvPr>
          <p:cNvSpPr>
            <a:spLocks noGrp="1"/>
          </p:cNvSpPr>
          <p:nvPr>
            <p:ph type="body" sz="quarter" idx="23" hasCustomPrompt="1"/>
          </p:nvPr>
        </p:nvSpPr>
        <p:spPr>
          <a:xfrm>
            <a:off x="7359649" y="4246948"/>
            <a:ext cx="1038226" cy="415864"/>
          </a:xfrm>
          <a:prstGeom prst="rect">
            <a:avLst/>
          </a:prstGeom>
        </p:spPr>
        <p:txBody>
          <a:bodyPr lIns="0" rIns="0" anchor="ctr"/>
          <a:lstStyle>
            <a:lvl1pPr marL="0" marR="0" indent="0" algn="ctr" defTabSz="914400" rtl="0" eaLnBrk="1" fontAlgn="auto" latinLnBrk="0" hangingPunct="1">
              <a:lnSpc>
                <a:spcPct val="100000"/>
              </a:lnSpc>
              <a:spcBef>
                <a:spcPts val="0"/>
              </a:spcBef>
              <a:spcAft>
                <a:spcPts val="600"/>
              </a:spcAft>
              <a:buClr>
                <a:schemeClr val="bg1"/>
              </a:buClr>
              <a:buSzPct val="70000"/>
              <a:buFontTx/>
              <a:buNone/>
              <a:tabLst>
                <a:tab pos="182880" algn="l"/>
              </a:tabLst>
              <a:defRPr sz="32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XX%</a:t>
            </a:r>
          </a:p>
        </p:txBody>
      </p:sp>
      <p:sp>
        <p:nvSpPr>
          <p:cNvPr id="31" name="Text Placeholder 11">
            <a:extLst>
              <a:ext uri="{FF2B5EF4-FFF2-40B4-BE49-F238E27FC236}">
                <a16:creationId xmlns:a16="http://schemas.microsoft.com/office/drawing/2014/main" id="{7A4F6431-7C8C-0D4E-9FB9-DD110EB8CCC2}"/>
              </a:ext>
            </a:extLst>
          </p:cNvPr>
          <p:cNvSpPr>
            <a:spLocks noGrp="1"/>
          </p:cNvSpPr>
          <p:nvPr>
            <p:ph type="body" sz="quarter" idx="24" hasCustomPrompt="1"/>
          </p:nvPr>
        </p:nvSpPr>
        <p:spPr>
          <a:xfrm>
            <a:off x="7359649" y="4675977"/>
            <a:ext cx="1038226" cy="237661"/>
          </a:xfrm>
          <a:prstGeom prst="rect">
            <a:avLst/>
          </a:prstGeom>
        </p:spPr>
        <p:txBody>
          <a:bodyPr lIns="0" rIns="0"/>
          <a:lstStyle>
            <a:lvl1pPr marL="0" marR="0" indent="0" algn="ctr" defTabSz="914400" rtl="0" eaLnBrk="1" fontAlgn="auto" latinLnBrk="0" hangingPunct="1">
              <a:lnSpc>
                <a:spcPct val="100000"/>
              </a:lnSpc>
              <a:spcBef>
                <a:spcPts val="0"/>
              </a:spcBef>
              <a:spcAft>
                <a:spcPts val="600"/>
              </a:spcAft>
              <a:buClr>
                <a:schemeClr val="bg1"/>
              </a:buClr>
              <a:buSzPct val="70000"/>
              <a:buFont typeface="Arial" panose="020B0604020202020204" pitchFamily="34" charset="0"/>
              <a:buNone/>
              <a:tabLst>
                <a:tab pos="182880" algn="l"/>
              </a:tabLst>
              <a:defRPr sz="1100" spc="-30" baseline="0">
                <a:solidFill>
                  <a:schemeClr val="bg1"/>
                </a:solidFill>
                <a:latin typeface="Consolas" panose="020B0609020204030204" pitchFamily="49" charset="0"/>
                <a:cs typeface="Consolas" panose="020B0609020204030204" pitchFamily="49" charset="0"/>
              </a:defRPr>
            </a:lvl1pPr>
            <a:lvl2pPr marL="0" indent="0">
              <a:spcBef>
                <a:spcPts val="0"/>
              </a:spcBef>
              <a:spcAft>
                <a:spcPts val="0"/>
              </a:spcAft>
              <a:buFont typeface="Arial" panose="020B0604020202020204" pitchFamily="34" charset="0"/>
              <a:buNone/>
              <a:defRPr/>
            </a:lvl2pPr>
            <a:lvl3pPr marL="0" indent="0">
              <a:spcBef>
                <a:spcPts val="0"/>
              </a:spcBef>
              <a:spcAft>
                <a:spcPts val="0"/>
              </a:spcAft>
              <a:buFont typeface="Arial" panose="020B0604020202020204" pitchFamily="34" charset="0"/>
              <a:buNone/>
              <a:defRPr/>
            </a:lvl3pPr>
            <a:lvl4pPr marL="0" indent="0">
              <a:spcBef>
                <a:spcPts val="0"/>
              </a:spcBef>
              <a:spcAft>
                <a:spcPts val="0"/>
              </a:spcAft>
              <a:buFont typeface="Arial" panose="020B0604020202020204" pitchFamily="34" charset="0"/>
              <a:buNone/>
              <a:defRPr/>
            </a:lvl4pPr>
            <a:lvl5pPr marL="0" indent="0">
              <a:spcBef>
                <a:spcPts val="0"/>
              </a:spcBef>
              <a:spcAft>
                <a:spcPts val="0"/>
              </a:spcAft>
              <a:buFont typeface="Arial" panose="020B0604020202020204" pitchFamily="34" charset="0"/>
              <a:buNone/>
              <a:defRPr/>
            </a:lvl5pPr>
          </a:lstStyle>
          <a:p>
            <a:pPr lvl="0"/>
            <a:r>
              <a:rPr lang="en-US"/>
              <a:t>INCREASE</a:t>
            </a:r>
          </a:p>
        </p:txBody>
      </p:sp>
      <p:sp>
        <p:nvSpPr>
          <p:cNvPr id="4" name="Text Placeholder 3">
            <a:extLst>
              <a:ext uri="{FF2B5EF4-FFF2-40B4-BE49-F238E27FC236}">
                <a16:creationId xmlns:a16="http://schemas.microsoft.com/office/drawing/2014/main" id="{7743356B-A00E-BE47-970E-54D7E1C17F2A}"/>
              </a:ext>
            </a:extLst>
          </p:cNvPr>
          <p:cNvSpPr>
            <a:spLocks noGrp="1"/>
          </p:cNvSpPr>
          <p:nvPr>
            <p:ph type="body" sz="quarter" idx="25" hasCustomPrompt="1"/>
          </p:nvPr>
        </p:nvSpPr>
        <p:spPr>
          <a:xfrm>
            <a:off x="492125" y="1832300"/>
            <a:ext cx="3074988" cy="2022227"/>
          </a:xfrm>
          <a:prstGeom prst="rect">
            <a:avLst/>
          </a:prstGeom>
        </p:spPr>
        <p:txBody>
          <a:bodyPr vert="horz" wrap="square" lIns="0" tIns="0" rIns="0" bIns="0" rtlCol="0" anchor="t">
            <a:noAutofit/>
          </a:bodyPr>
          <a:lstStyle>
            <a:lvl1pPr>
              <a:defRPr kumimoji="0" lang="en-US" sz="1600" u="none" strike="noStrike" kern="1000" cap="none" spc="0" normalizeH="0" dirty="0">
                <a:ln>
                  <a:noFill/>
                </a:ln>
                <a:solidFill>
                  <a:schemeClr val="tx2"/>
                </a:solidFill>
                <a:effectLst/>
                <a:uFillTx/>
                <a:latin typeface="+mj-lt"/>
                <a:sym typeface="Founders Grotesk"/>
              </a:defRPr>
            </a:lvl1pPr>
          </a:lstStyle>
          <a:p>
            <a:pPr lvl="0">
              <a:spcBef>
                <a:spcPct val="0"/>
              </a:spcBef>
              <a:buClrTx/>
              <a:buSzTx/>
              <a:buFontTx/>
              <a:tabLst/>
            </a:pPr>
            <a:r>
              <a:rPr lang="en-US" sz="1800"/>
              <a:t>Place your quote here. Place your quote here. Place your quote here. Place your quote here.</a:t>
            </a:r>
          </a:p>
        </p:txBody>
      </p:sp>
      <p:sp>
        <p:nvSpPr>
          <p:cNvPr id="33" name="Rectangle 32">
            <a:extLst>
              <a:ext uri="{FF2B5EF4-FFF2-40B4-BE49-F238E27FC236}">
                <a16:creationId xmlns:a16="http://schemas.microsoft.com/office/drawing/2014/main" id="{EB420069-AFD5-B847-B4F9-64838C001F79}"/>
              </a:ext>
            </a:extLst>
          </p:cNvPr>
          <p:cNvSpPr/>
          <p:nvPr userDrawn="1"/>
        </p:nvSpPr>
        <p:spPr>
          <a:xfrm>
            <a:off x="241297" y="4900613"/>
            <a:ext cx="1430501"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379551982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Customer Story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076DD0A-2DE2-294B-A520-6268B2AE3359}"/>
              </a:ext>
            </a:extLst>
          </p:cNvPr>
          <p:cNvSpPr/>
          <p:nvPr userDrawn="1"/>
        </p:nvSpPr>
        <p:spPr>
          <a:xfrm>
            <a:off x="227414" y="4667627"/>
            <a:ext cx="736644" cy="276999"/>
          </a:xfrm>
          <a:prstGeom prst="rect">
            <a:avLst/>
          </a:prstGeom>
        </p:spPr>
        <p:txBody>
          <a:bodyPr wrap="none" lIns="0" tIns="0" rIns="0" bIns="0" anchor="b">
            <a:noAutofit/>
          </a:bodyPr>
          <a:lstStyle/>
          <a:p>
            <a:pPr lvl="0"/>
            <a:r>
              <a:rPr lang="en-US" sz="1000" spc="-20" baseline="0">
                <a:solidFill>
                  <a:schemeClr val="tx1"/>
                </a:solidFill>
              </a:rPr>
              <a:t>ni.com</a:t>
            </a:r>
          </a:p>
        </p:txBody>
      </p:sp>
      <p:sp>
        <p:nvSpPr>
          <p:cNvPr id="23" name="Text Placeholder 2">
            <a:extLst>
              <a:ext uri="{FF2B5EF4-FFF2-40B4-BE49-F238E27FC236}">
                <a16:creationId xmlns:a16="http://schemas.microsoft.com/office/drawing/2014/main" id="{13841CEA-524D-334B-886F-EADBA3DB3B3F}"/>
              </a:ext>
            </a:extLst>
          </p:cNvPr>
          <p:cNvSpPr>
            <a:spLocks noGrp="1"/>
          </p:cNvSpPr>
          <p:nvPr>
            <p:ph type="body" sz="quarter" idx="19" hasCustomPrompt="1"/>
          </p:nvPr>
        </p:nvSpPr>
        <p:spPr>
          <a:xfrm>
            <a:off x="736601" y="2206794"/>
            <a:ext cx="7905748" cy="1534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24" name="Text Placeholder 4">
            <a:extLst>
              <a:ext uri="{FF2B5EF4-FFF2-40B4-BE49-F238E27FC236}">
                <a16:creationId xmlns:a16="http://schemas.microsoft.com/office/drawing/2014/main" id="{88AD20AE-58EE-794E-BF76-F37A9AB3F520}"/>
              </a:ext>
            </a:extLst>
          </p:cNvPr>
          <p:cNvSpPr>
            <a:spLocks noGrp="1"/>
          </p:cNvSpPr>
          <p:nvPr>
            <p:ph type="body" sz="quarter" idx="20" hasCustomPrompt="1"/>
          </p:nvPr>
        </p:nvSpPr>
        <p:spPr>
          <a:xfrm>
            <a:off x="736602" y="2453991"/>
            <a:ext cx="7905748" cy="479709"/>
          </a:xfrm>
          <a:prstGeom prst="rect">
            <a:avLst/>
          </a:prstGeom>
        </p:spPr>
        <p:txBody>
          <a:bodyPr vert="horz" wrap="square" lIns="0" tIns="0" rIns="0" bIns="0" rtlCol="0" anchor="t">
            <a:noAutofit/>
          </a:bodyPr>
          <a:lstStyle>
            <a:lvl1pPr>
              <a:defRPr lang="en-US" sz="2800" kern="1000" spc="0" dirty="0">
                <a:latin typeface="+mj-lt"/>
              </a:defRPr>
            </a:lvl1pPr>
          </a:lstStyle>
          <a:p>
            <a:pPr lvl="0">
              <a:spcBef>
                <a:spcPct val="0"/>
              </a:spcBef>
            </a:pPr>
            <a:r>
              <a:rPr lang="en-US"/>
              <a:t>Customer Story Heading</a:t>
            </a:r>
          </a:p>
        </p:txBody>
      </p:sp>
      <p:sp>
        <p:nvSpPr>
          <p:cNvPr id="12" name="Text Placeholder 2">
            <a:extLst>
              <a:ext uri="{FF2B5EF4-FFF2-40B4-BE49-F238E27FC236}">
                <a16:creationId xmlns:a16="http://schemas.microsoft.com/office/drawing/2014/main" id="{2A86A67F-6951-894E-9250-E633CE0061AA}"/>
              </a:ext>
            </a:extLst>
          </p:cNvPr>
          <p:cNvSpPr>
            <a:spLocks noGrp="1"/>
          </p:cNvSpPr>
          <p:nvPr>
            <p:ph type="body" sz="quarter" idx="18" hasCustomPrompt="1"/>
          </p:nvPr>
        </p:nvSpPr>
        <p:spPr>
          <a:xfrm>
            <a:off x="736600" y="3040466"/>
            <a:ext cx="7905735" cy="1227085"/>
          </a:xfrm>
          <a:prstGeom prst="rect">
            <a:avLst/>
          </a:prstGeom>
        </p:spPr>
        <p:txBody>
          <a:bodyPr wrap="square" lIns="0" tIns="0" rIns="0" bIns="0" anchor="t">
            <a:noAutofit/>
          </a:bodyPr>
          <a:lstStyle>
            <a:lvl1pPr marL="0" indent="0">
              <a:buFont typeface="Arial" panose="020B0604020202020204" pitchFamily="34" charset="0"/>
              <a:buNone/>
              <a:defRPr sz="1400"/>
            </a:lvl1pPr>
          </a:lstStyle>
          <a:p>
            <a:pPr lvl="0"/>
            <a:r>
              <a:rPr lang="en-US"/>
              <a:t>Body Copy </a:t>
            </a:r>
          </a:p>
        </p:txBody>
      </p:sp>
      <p:sp>
        <p:nvSpPr>
          <p:cNvPr id="13" name="Freeform 12">
            <a:extLst>
              <a:ext uri="{FF2B5EF4-FFF2-40B4-BE49-F238E27FC236}">
                <a16:creationId xmlns:a16="http://schemas.microsoft.com/office/drawing/2014/main" id="{D6FA260E-52D6-6F44-8999-DB1C2AF2274E}"/>
              </a:ext>
            </a:extLst>
          </p:cNvPr>
          <p:cNvSpPr/>
          <p:nvPr userDrawn="1"/>
        </p:nvSpPr>
        <p:spPr>
          <a:xfrm rot="16200000" flipH="1">
            <a:off x="288649" y="3371775"/>
            <a:ext cx="1227085" cy="1315433"/>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sp>
        <p:nvSpPr>
          <p:cNvPr id="14" name="Picture Placeholder 31">
            <a:extLst>
              <a:ext uri="{FF2B5EF4-FFF2-40B4-BE49-F238E27FC236}">
                <a16:creationId xmlns:a16="http://schemas.microsoft.com/office/drawing/2014/main" id="{EF6A3635-BEB4-C946-9274-65FCAAC33CED}"/>
              </a:ext>
            </a:extLst>
          </p:cNvPr>
          <p:cNvSpPr>
            <a:spLocks noGrp="1"/>
          </p:cNvSpPr>
          <p:nvPr>
            <p:ph type="pic" sz="quarter" idx="21"/>
          </p:nvPr>
        </p:nvSpPr>
        <p:spPr>
          <a:xfrm>
            <a:off x="-7493" y="0"/>
            <a:ext cx="9144001" cy="2113083"/>
          </a:xfrm>
          <a:custGeom>
            <a:avLst/>
            <a:gdLst>
              <a:gd name="connsiteX0" fmla="*/ 0 w 9144001"/>
              <a:gd name="connsiteY0" fmla="*/ 0 h 2571750"/>
              <a:gd name="connsiteX1" fmla="*/ 7493 w 9144001"/>
              <a:gd name="connsiteY1" fmla="*/ 0 h 2571750"/>
              <a:gd name="connsiteX2" fmla="*/ 7493 w 9144001"/>
              <a:gd name="connsiteY2" fmla="*/ 830388 h 2571750"/>
              <a:gd name="connsiteX3" fmla="*/ 976757 w 9144001"/>
              <a:gd name="connsiteY3" fmla="*/ 83038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0 h 2571750"/>
              <a:gd name="connsiteX1" fmla="*/ 7493 w 9144001"/>
              <a:gd name="connsiteY1" fmla="*/ 0 h 2571750"/>
              <a:gd name="connsiteX2" fmla="*/ 7493 w 9144001"/>
              <a:gd name="connsiteY2" fmla="*/ 830388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61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295255"/>
              <a:gd name="connsiteY0" fmla="*/ 1054308 h 2571750"/>
              <a:gd name="connsiteX1" fmla="*/ 158747 w 9295255"/>
              <a:gd name="connsiteY1" fmla="*/ 0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295255"/>
              <a:gd name="connsiteY0" fmla="*/ 1054308 h 2571750"/>
              <a:gd name="connsiteX1" fmla="*/ 289376 w 9295255"/>
              <a:gd name="connsiteY1" fmla="*/ 1891059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144001"/>
              <a:gd name="connsiteY0" fmla="*/ 2571750 h 2571750"/>
              <a:gd name="connsiteX1" fmla="*/ 138122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1148637 w 9144001"/>
              <a:gd name="connsiteY3" fmla="*/ 1031209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76757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2571750">
                <a:moveTo>
                  <a:pt x="0" y="2571750"/>
                </a:moveTo>
                <a:lnTo>
                  <a:pt x="618" y="1891059"/>
                </a:lnTo>
                <a:cubicBezTo>
                  <a:pt x="2910" y="2229217"/>
                  <a:pt x="12076" y="676316"/>
                  <a:pt x="14368" y="1014474"/>
                </a:cubicBezTo>
                <a:lnTo>
                  <a:pt x="976757" y="1014474"/>
                </a:lnTo>
                <a:cubicBezTo>
                  <a:pt x="979049" y="670738"/>
                  <a:pt x="974465" y="343736"/>
                  <a:pt x="976757" y="0"/>
                </a:cubicBezTo>
                <a:lnTo>
                  <a:pt x="9144001" y="0"/>
                </a:lnTo>
                <a:lnTo>
                  <a:pt x="9144001" y="2571750"/>
                </a:lnTo>
                <a:lnTo>
                  <a:pt x="0" y="2571750"/>
                </a:lnTo>
                <a:close/>
              </a:path>
            </a:pathLst>
          </a:cu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grpSp>
        <p:nvGrpSpPr>
          <p:cNvPr id="15" name="Group 14">
            <a:extLst>
              <a:ext uri="{FF2B5EF4-FFF2-40B4-BE49-F238E27FC236}">
                <a16:creationId xmlns:a16="http://schemas.microsoft.com/office/drawing/2014/main" id="{8ED4AA98-32E8-404F-8486-E2CC4F1EC576}"/>
              </a:ext>
            </a:extLst>
          </p:cNvPr>
          <p:cNvGrpSpPr/>
          <p:nvPr userDrawn="1"/>
        </p:nvGrpSpPr>
        <p:grpSpPr>
          <a:xfrm>
            <a:off x="0" y="0"/>
            <a:ext cx="976756" cy="830388"/>
            <a:chOff x="0" y="0"/>
            <a:chExt cx="976756" cy="830388"/>
          </a:xfrm>
        </p:grpSpPr>
        <p:sp>
          <p:nvSpPr>
            <p:cNvPr id="16" name="Rectangle 15">
              <a:extLst>
                <a:ext uri="{FF2B5EF4-FFF2-40B4-BE49-F238E27FC236}">
                  <a16:creationId xmlns:a16="http://schemas.microsoft.com/office/drawing/2014/main" id="{13C1AD95-F671-1943-84DD-2E6B7D3586E7}"/>
                </a:ext>
              </a:extLst>
            </p:cNvPr>
            <p:cNvSpPr/>
            <p:nvPr userDrawn="1"/>
          </p:nvSpPr>
          <p:spPr>
            <a:xfrm>
              <a:off x="0" y="0"/>
              <a:ext cx="976756" cy="830388"/>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7" name="Image">
              <a:extLst>
                <a:ext uri="{FF2B5EF4-FFF2-40B4-BE49-F238E27FC236}">
                  <a16:creationId xmlns:a16="http://schemas.microsoft.com/office/drawing/2014/main" id="{B0A59DCE-C4DF-DD42-BF0A-5825E33E38D4}"/>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grpSp>
      <p:sp>
        <p:nvSpPr>
          <p:cNvPr id="11" name="Rectangle 10">
            <a:extLst>
              <a:ext uri="{FF2B5EF4-FFF2-40B4-BE49-F238E27FC236}">
                <a16:creationId xmlns:a16="http://schemas.microsoft.com/office/drawing/2014/main" id="{3249F4E9-F009-FD48-8611-838F9005F0B8}"/>
              </a:ext>
            </a:extLst>
          </p:cNvPr>
          <p:cNvSpPr/>
          <p:nvPr userDrawn="1"/>
        </p:nvSpPr>
        <p:spPr>
          <a:xfrm>
            <a:off x="7132320" y="4900612"/>
            <a:ext cx="1510030" cy="242887"/>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4639417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Customer Story With Quote 2">
    <p:spTree>
      <p:nvGrpSpPr>
        <p:cNvPr id="1" name=""/>
        <p:cNvGrpSpPr/>
        <p:nvPr/>
      </p:nvGrpSpPr>
      <p:grpSpPr>
        <a:xfrm>
          <a:off x="0" y="0"/>
          <a:ext cx="0" cy="0"/>
          <a:chOff x="0" y="0"/>
          <a:chExt cx="0" cy="0"/>
        </a:xfrm>
      </p:grpSpPr>
      <p:sp>
        <p:nvSpPr>
          <p:cNvPr id="20" name="Picture Placeholder 31">
            <a:extLst>
              <a:ext uri="{FF2B5EF4-FFF2-40B4-BE49-F238E27FC236}">
                <a16:creationId xmlns:a16="http://schemas.microsoft.com/office/drawing/2014/main" id="{E8A6A484-84E1-9C4A-BE1B-218336379D8B}"/>
              </a:ext>
            </a:extLst>
          </p:cNvPr>
          <p:cNvSpPr>
            <a:spLocks noGrp="1"/>
          </p:cNvSpPr>
          <p:nvPr>
            <p:ph type="pic" sz="quarter" idx="21"/>
          </p:nvPr>
        </p:nvSpPr>
        <p:spPr>
          <a:xfrm>
            <a:off x="-7493" y="0"/>
            <a:ext cx="9144001" cy="2113083"/>
          </a:xfrm>
          <a:custGeom>
            <a:avLst/>
            <a:gdLst>
              <a:gd name="connsiteX0" fmla="*/ 0 w 9144001"/>
              <a:gd name="connsiteY0" fmla="*/ 0 h 2571750"/>
              <a:gd name="connsiteX1" fmla="*/ 7493 w 9144001"/>
              <a:gd name="connsiteY1" fmla="*/ 0 h 2571750"/>
              <a:gd name="connsiteX2" fmla="*/ 7493 w 9144001"/>
              <a:gd name="connsiteY2" fmla="*/ 830388 h 2571750"/>
              <a:gd name="connsiteX3" fmla="*/ 976757 w 9144001"/>
              <a:gd name="connsiteY3" fmla="*/ 83038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0 h 2571750"/>
              <a:gd name="connsiteX1" fmla="*/ 7493 w 9144001"/>
              <a:gd name="connsiteY1" fmla="*/ 0 h 2571750"/>
              <a:gd name="connsiteX2" fmla="*/ 7493 w 9144001"/>
              <a:gd name="connsiteY2" fmla="*/ 830388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31208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61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144001"/>
              <a:gd name="connsiteY0" fmla="*/ 0 h 2571750"/>
              <a:gd name="connsiteX1" fmla="*/ 7493 w 9144001"/>
              <a:gd name="connsiteY1" fmla="*/ 0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8" fmla="*/ 0 w 9144001"/>
              <a:gd name="connsiteY8" fmla="*/ 0 h 2571750"/>
              <a:gd name="connsiteX0" fmla="*/ 0 w 9295255"/>
              <a:gd name="connsiteY0" fmla="*/ 1054308 h 2571750"/>
              <a:gd name="connsiteX1" fmla="*/ 158747 w 9295255"/>
              <a:gd name="connsiteY1" fmla="*/ 0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295255"/>
              <a:gd name="connsiteY0" fmla="*/ 1054308 h 2571750"/>
              <a:gd name="connsiteX1" fmla="*/ 289376 w 9295255"/>
              <a:gd name="connsiteY1" fmla="*/ 1891059 h 2571750"/>
              <a:gd name="connsiteX2" fmla="*/ 165622 w 9295255"/>
              <a:gd name="connsiteY2" fmla="*/ 1014474 h 2571750"/>
              <a:gd name="connsiteX3" fmla="*/ 1121136 w 9295255"/>
              <a:gd name="connsiteY3" fmla="*/ 1014474 h 2571750"/>
              <a:gd name="connsiteX4" fmla="*/ 1128011 w 9295255"/>
              <a:gd name="connsiteY4" fmla="*/ 0 h 2571750"/>
              <a:gd name="connsiteX5" fmla="*/ 9295255 w 9295255"/>
              <a:gd name="connsiteY5" fmla="*/ 0 h 2571750"/>
              <a:gd name="connsiteX6" fmla="*/ 9295255 w 9295255"/>
              <a:gd name="connsiteY6" fmla="*/ 2571750 h 2571750"/>
              <a:gd name="connsiteX7" fmla="*/ 151254 w 9295255"/>
              <a:gd name="connsiteY7" fmla="*/ 2571750 h 2571750"/>
              <a:gd name="connsiteX8" fmla="*/ 0 w 9295255"/>
              <a:gd name="connsiteY8" fmla="*/ 1054308 h 2571750"/>
              <a:gd name="connsiteX0" fmla="*/ 0 w 9144001"/>
              <a:gd name="connsiteY0" fmla="*/ 2571750 h 2571750"/>
              <a:gd name="connsiteX1" fmla="*/ 138122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69882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1148637 w 9144001"/>
              <a:gd name="connsiteY3" fmla="*/ 1031209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 name="connsiteX0" fmla="*/ 0 w 9144001"/>
              <a:gd name="connsiteY0" fmla="*/ 2571750 h 2571750"/>
              <a:gd name="connsiteX1" fmla="*/ 618 w 9144001"/>
              <a:gd name="connsiteY1" fmla="*/ 1891059 h 2571750"/>
              <a:gd name="connsiteX2" fmla="*/ 14368 w 9144001"/>
              <a:gd name="connsiteY2" fmla="*/ 1014474 h 2571750"/>
              <a:gd name="connsiteX3" fmla="*/ 976757 w 9144001"/>
              <a:gd name="connsiteY3" fmla="*/ 1014474 h 2571750"/>
              <a:gd name="connsiteX4" fmla="*/ 976757 w 9144001"/>
              <a:gd name="connsiteY4" fmla="*/ 0 h 2571750"/>
              <a:gd name="connsiteX5" fmla="*/ 9144001 w 9144001"/>
              <a:gd name="connsiteY5" fmla="*/ 0 h 2571750"/>
              <a:gd name="connsiteX6" fmla="*/ 9144001 w 9144001"/>
              <a:gd name="connsiteY6" fmla="*/ 2571750 h 2571750"/>
              <a:gd name="connsiteX7" fmla="*/ 0 w 9144001"/>
              <a:gd name="connsiteY7" fmla="*/ 2571750 h 257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1" h="2571750">
                <a:moveTo>
                  <a:pt x="0" y="2571750"/>
                </a:moveTo>
                <a:lnTo>
                  <a:pt x="618" y="1891059"/>
                </a:lnTo>
                <a:cubicBezTo>
                  <a:pt x="2910" y="2229217"/>
                  <a:pt x="12076" y="676316"/>
                  <a:pt x="14368" y="1014474"/>
                </a:cubicBezTo>
                <a:lnTo>
                  <a:pt x="976757" y="1014474"/>
                </a:lnTo>
                <a:cubicBezTo>
                  <a:pt x="979049" y="670738"/>
                  <a:pt x="974465" y="343736"/>
                  <a:pt x="976757" y="0"/>
                </a:cubicBezTo>
                <a:lnTo>
                  <a:pt x="9144001" y="0"/>
                </a:lnTo>
                <a:lnTo>
                  <a:pt x="9144001" y="2571750"/>
                </a:lnTo>
                <a:lnTo>
                  <a:pt x="0" y="2571750"/>
                </a:lnTo>
                <a:close/>
              </a:path>
            </a:pathLst>
          </a:custGeom>
          <a:solidFill>
            <a:schemeClr val="bg1">
              <a:lumMod val="95000"/>
            </a:schemeClr>
          </a:solidFill>
        </p:spPr>
        <p:txBody>
          <a:bodyPr wrap="square" anchor="ctr">
            <a:noAutofit/>
          </a:bodyPr>
          <a:lstStyle>
            <a:lvl1pPr algn="ctr">
              <a:defRPr sz="1050">
                <a:solidFill>
                  <a:schemeClr val="tx2"/>
                </a:solidFill>
              </a:defRPr>
            </a:lvl1pPr>
          </a:lstStyle>
          <a:p>
            <a:r>
              <a:rPr lang="en-US"/>
              <a:t>Click icon to add picture</a:t>
            </a:r>
          </a:p>
        </p:txBody>
      </p:sp>
      <p:sp>
        <p:nvSpPr>
          <p:cNvPr id="42" name="Title Placeholder 1">
            <a:extLst>
              <a:ext uri="{FF2B5EF4-FFF2-40B4-BE49-F238E27FC236}">
                <a16:creationId xmlns:a16="http://schemas.microsoft.com/office/drawing/2014/main" id="{15260148-DF88-B840-90EE-0C47D3327631}"/>
              </a:ext>
            </a:extLst>
          </p:cNvPr>
          <p:cNvSpPr>
            <a:spLocks noGrp="1"/>
          </p:cNvSpPr>
          <p:nvPr>
            <p:ph type="title" hasCustomPrompt="1"/>
          </p:nvPr>
        </p:nvSpPr>
        <p:spPr>
          <a:xfrm>
            <a:off x="736599" y="3132639"/>
            <a:ext cx="7905748" cy="1033322"/>
          </a:xfrm>
          <a:prstGeom prst="rect">
            <a:avLst/>
          </a:prstGeom>
        </p:spPr>
        <p:txBody>
          <a:bodyPr vert="horz" wrap="square" lIns="0" tIns="0" rIns="0" bIns="0" rtlCol="0" anchor="t">
            <a:noAutofit/>
          </a:bodyPr>
          <a:lstStyle>
            <a:lvl1pPr algn="l">
              <a:defRPr lang="en-US" sz="1600" dirty="0">
                <a:solidFill>
                  <a:schemeClr val="tx2"/>
                </a:solidFill>
              </a:defRPr>
            </a:lvl1pPr>
          </a:lstStyle>
          <a:p>
            <a:pPr lvl="0">
              <a:lnSpc>
                <a:spcPct val="100000"/>
              </a:lnSpc>
            </a:pPr>
            <a:r>
              <a:rPr lang="en-US"/>
              <a:t>Place your quote here. Place your quote here. Place your quote here. </a:t>
            </a:r>
          </a:p>
        </p:txBody>
      </p:sp>
      <p:grpSp>
        <p:nvGrpSpPr>
          <p:cNvPr id="43" name="Group 42">
            <a:extLst>
              <a:ext uri="{FF2B5EF4-FFF2-40B4-BE49-F238E27FC236}">
                <a16:creationId xmlns:a16="http://schemas.microsoft.com/office/drawing/2014/main" id="{62CC6AA5-C1EF-0548-9CE8-F9BF6B1A4B1D}"/>
              </a:ext>
            </a:extLst>
          </p:cNvPr>
          <p:cNvGrpSpPr/>
          <p:nvPr userDrawn="1"/>
        </p:nvGrpSpPr>
        <p:grpSpPr>
          <a:xfrm flipV="1">
            <a:off x="244475" y="2453991"/>
            <a:ext cx="8645525" cy="2189043"/>
            <a:chOff x="253999" y="256470"/>
            <a:chExt cx="9104950" cy="2472337"/>
          </a:xfrm>
        </p:grpSpPr>
        <p:grpSp>
          <p:nvGrpSpPr>
            <p:cNvPr id="44" name="Group 43">
              <a:extLst>
                <a:ext uri="{FF2B5EF4-FFF2-40B4-BE49-F238E27FC236}">
                  <a16:creationId xmlns:a16="http://schemas.microsoft.com/office/drawing/2014/main" id="{B9378DBA-50B5-3A48-8C5E-45B29DAB382E}"/>
                </a:ext>
              </a:extLst>
            </p:cNvPr>
            <p:cNvGrpSpPr/>
            <p:nvPr userDrawn="1"/>
          </p:nvGrpSpPr>
          <p:grpSpPr>
            <a:xfrm flipH="1" flipV="1">
              <a:off x="253999" y="256470"/>
              <a:ext cx="2929039" cy="2472337"/>
              <a:chOff x="701574" y="2423516"/>
              <a:chExt cx="2929039" cy="2472337"/>
            </a:xfrm>
          </p:grpSpPr>
          <p:sp>
            <p:nvSpPr>
              <p:cNvPr id="46" name="Freeform 45">
                <a:extLst>
                  <a:ext uri="{FF2B5EF4-FFF2-40B4-BE49-F238E27FC236}">
                    <a16:creationId xmlns:a16="http://schemas.microsoft.com/office/drawing/2014/main" id="{D989985E-5187-0949-8871-D63CF18A6327}"/>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7" name="Straight Connector 46">
                <a:extLst>
                  <a:ext uri="{FF2B5EF4-FFF2-40B4-BE49-F238E27FC236}">
                    <a16:creationId xmlns:a16="http://schemas.microsoft.com/office/drawing/2014/main" id="{7A073211-F272-8D4B-9561-18C82AF51382}"/>
                  </a:ext>
                </a:extLst>
              </p:cNvPr>
              <p:cNvCxnSpPr>
                <a:cxnSpLocks/>
              </p:cNvCxnSpPr>
              <p:nvPr userDrawn="1"/>
            </p:nvCxnSpPr>
            <p:spPr>
              <a:xfrm flipH="1" flipV="1">
                <a:off x="3630613" y="2423516"/>
                <a:ext cx="0" cy="1086455"/>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E9CB451-215A-024F-9057-56EAB4F18CC1}"/>
                  </a:ext>
                </a:extLst>
              </p:cNvPr>
              <p:cNvCxnSpPr>
                <a:cxnSpLocks/>
              </p:cNvCxnSpPr>
              <p:nvPr/>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6478B1C9-CD78-C845-BDE3-22BDE7CDE976}"/>
                </a:ext>
              </a:extLst>
            </p:cNvPr>
            <p:cNvCxnSpPr>
              <a:cxnSpLocks/>
            </p:cNvCxnSpPr>
            <p:nvPr userDrawn="1"/>
          </p:nvCxnSpPr>
          <p:spPr>
            <a:xfrm flipV="1">
              <a:off x="3183038" y="256470"/>
              <a:ext cx="6175911"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sp>
        <p:nvSpPr>
          <p:cNvPr id="50" name="Text Placeholder 24">
            <a:extLst>
              <a:ext uri="{FF2B5EF4-FFF2-40B4-BE49-F238E27FC236}">
                <a16:creationId xmlns:a16="http://schemas.microsoft.com/office/drawing/2014/main" id="{8471C3B6-5F99-5E48-8910-59FA055EC8E9}"/>
              </a:ext>
            </a:extLst>
          </p:cNvPr>
          <p:cNvSpPr>
            <a:spLocks noGrp="1"/>
          </p:cNvSpPr>
          <p:nvPr>
            <p:ph type="body" sz="quarter" idx="16" hasCustomPrompt="1"/>
          </p:nvPr>
        </p:nvSpPr>
        <p:spPr>
          <a:xfrm>
            <a:off x="6318238" y="4174746"/>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51" name="Text Placeholder 24">
            <a:extLst>
              <a:ext uri="{FF2B5EF4-FFF2-40B4-BE49-F238E27FC236}">
                <a16:creationId xmlns:a16="http://schemas.microsoft.com/office/drawing/2014/main" id="{CEE1B424-793B-AD4A-8311-9DB301636339}"/>
              </a:ext>
            </a:extLst>
          </p:cNvPr>
          <p:cNvSpPr>
            <a:spLocks noGrp="1"/>
          </p:cNvSpPr>
          <p:nvPr>
            <p:ph type="body" sz="quarter" idx="17" hasCustomPrompt="1"/>
          </p:nvPr>
        </p:nvSpPr>
        <p:spPr>
          <a:xfrm>
            <a:off x="6318238" y="4385456"/>
            <a:ext cx="2324100" cy="207664"/>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91C31525-13D6-6647-85D8-3A22B819A073}"/>
              </a:ext>
            </a:extLst>
          </p:cNvPr>
          <p:cNvSpPr/>
          <p:nvPr userDrawn="1"/>
        </p:nvSpPr>
        <p:spPr>
          <a:xfrm>
            <a:off x="234906" y="4667627"/>
            <a:ext cx="736644" cy="276999"/>
          </a:xfrm>
          <a:prstGeom prst="rect">
            <a:avLst/>
          </a:prstGeom>
        </p:spPr>
        <p:txBody>
          <a:bodyPr wrap="none" lIns="0" tIns="0" rIns="0" bIns="0" anchor="b">
            <a:noAutofit/>
          </a:bodyPr>
          <a:lstStyle/>
          <a:p>
            <a:pPr lvl="0"/>
            <a:r>
              <a:rPr lang="en-US" sz="1000" spc="-20" baseline="0">
                <a:solidFill>
                  <a:schemeClr val="tx1"/>
                </a:solidFill>
              </a:rPr>
              <a:t>ni.com</a:t>
            </a:r>
          </a:p>
        </p:txBody>
      </p:sp>
      <p:sp>
        <p:nvSpPr>
          <p:cNvPr id="21" name="Text Placeholder 2">
            <a:extLst>
              <a:ext uri="{FF2B5EF4-FFF2-40B4-BE49-F238E27FC236}">
                <a16:creationId xmlns:a16="http://schemas.microsoft.com/office/drawing/2014/main" id="{C7582ED6-B11E-2840-BC16-8AA55377756B}"/>
              </a:ext>
            </a:extLst>
          </p:cNvPr>
          <p:cNvSpPr>
            <a:spLocks noGrp="1"/>
          </p:cNvSpPr>
          <p:nvPr>
            <p:ph type="body" sz="quarter" idx="18" hasCustomPrompt="1"/>
          </p:nvPr>
        </p:nvSpPr>
        <p:spPr>
          <a:xfrm>
            <a:off x="736599" y="2206794"/>
            <a:ext cx="7905739" cy="153488"/>
          </a:xfrm>
          <a:prstGeom prst="rect">
            <a:avLst/>
          </a:prstGeom>
        </p:spPr>
        <p:txBody>
          <a:bodyPr wrap="square" lIns="0" tIns="0" rIns="0" bIns="0" anchor="t">
            <a:noAutofit/>
          </a:bodyPr>
          <a:lstStyle>
            <a:lvl1pPr marL="0" indent="0">
              <a:buFont typeface="Arial" panose="020B0604020202020204" pitchFamily="34" charset="0"/>
              <a:buNone/>
              <a:defRPr lang="en-US" sz="1000" b="0" i="0" kern="1200" spc="-40" baseline="0" dirty="0">
                <a:solidFill>
                  <a:schemeClr val="tx1"/>
                </a:solidFill>
                <a:latin typeface="Consolas" panose="020B0609020204030204" pitchFamily="49" charset="0"/>
                <a:ea typeface="Consolas" panose="020B0609020204030204" pitchFamily="49" charset="0"/>
                <a:cs typeface="Arial" charset="0"/>
              </a:defRPr>
            </a:lvl1pPr>
          </a:lstStyle>
          <a:p>
            <a:pPr marL="0" marR="0" lvl="0" indent="0" algn="l" defTabSz="914400" rtl="0" eaLnBrk="1" fontAlgn="auto" latinLnBrk="0" hangingPunct="1">
              <a:lnSpc>
                <a:spcPct val="100000"/>
              </a:lnSpc>
              <a:spcBef>
                <a:spcPts val="400"/>
              </a:spcBef>
              <a:spcAft>
                <a:spcPts val="0"/>
              </a:spcAft>
              <a:buClr>
                <a:schemeClr val="bg2">
                  <a:lumMod val="50000"/>
                </a:schemeClr>
              </a:buClr>
              <a:buSzPct val="70000"/>
              <a:buFont typeface="Arial" panose="020B0604020202020204" pitchFamily="34" charset="0"/>
              <a:buNone/>
              <a:tabLst>
                <a:tab pos="182880" algn="l"/>
              </a:tabLst>
            </a:pPr>
            <a:r>
              <a:rPr lang="en-US"/>
              <a:t>SECTION TITLE</a:t>
            </a:r>
          </a:p>
        </p:txBody>
      </p:sp>
      <p:sp>
        <p:nvSpPr>
          <p:cNvPr id="5" name="Text Placeholder 4">
            <a:extLst>
              <a:ext uri="{FF2B5EF4-FFF2-40B4-BE49-F238E27FC236}">
                <a16:creationId xmlns:a16="http://schemas.microsoft.com/office/drawing/2014/main" id="{BC3DE98B-3528-A744-86A4-DCFFB947339A}"/>
              </a:ext>
            </a:extLst>
          </p:cNvPr>
          <p:cNvSpPr>
            <a:spLocks noGrp="1"/>
          </p:cNvSpPr>
          <p:nvPr>
            <p:ph type="body" sz="quarter" idx="19" hasCustomPrompt="1"/>
          </p:nvPr>
        </p:nvSpPr>
        <p:spPr>
          <a:xfrm>
            <a:off x="736600" y="2453991"/>
            <a:ext cx="7905739" cy="479709"/>
          </a:xfrm>
          <a:prstGeom prst="rect">
            <a:avLst/>
          </a:prstGeom>
        </p:spPr>
        <p:txBody>
          <a:bodyPr vert="horz" wrap="square" lIns="0" tIns="0" rIns="0" bIns="0" rtlCol="0" anchor="t">
            <a:noAutofit/>
          </a:bodyPr>
          <a:lstStyle>
            <a:lvl1pPr>
              <a:defRPr lang="en-US" sz="2800" kern="1000" spc="0" dirty="0">
                <a:latin typeface="+mj-lt"/>
              </a:defRPr>
            </a:lvl1pPr>
          </a:lstStyle>
          <a:p>
            <a:pPr lvl="0">
              <a:spcBef>
                <a:spcPct val="0"/>
              </a:spcBef>
            </a:pPr>
            <a:r>
              <a:rPr lang="en-US"/>
              <a:t>Customer Story Heading</a:t>
            </a:r>
          </a:p>
        </p:txBody>
      </p:sp>
      <p:grpSp>
        <p:nvGrpSpPr>
          <p:cNvPr id="28" name="Group 27">
            <a:extLst>
              <a:ext uri="{FF2B5EF4-FFF2-40B4-BE49-F238E27FC236}">
                <a16:creationId xmlns:a16="http://schemas.microsoft.com/office/drawing/2014/main" id="{30682D7F-A8E4-E647-824A-A3055BB67211}"/>
              </a:ext>
            </a:extLst>
          </p:cNvPr>
          <p:cNvGrpSpPr/>
          <p:nvPr userDrawn="1"/>
        </p:nvGrpSpPr>
        <p:grpSpPr>
          <a:xfrm>
            <a:off x="0" y="0"/>
            <a:ext cx="976756" cy="830388"/>
            <a:chOff x="0" y="0"/>
            <a:chExt cx="976756" cy="830388"/>
          </a:xfrm>
        </p:grpSpPr>
        <p:sp>
          <p:nvSpPr>
            <p:cNvPr id="29" name="Rectangle 28">
              <a:extLst>
                <a:ext uri="{FF2B5EF4-FFF2-40B4-BE49-F238E27FC236}">
                  <a16:creationId xmlns:a16="http://schemas.microsoft.com/office/drawing/2014/main" id="{41EFDE17-815B-C744-AB1E-F53555C77370}"/>
                </a:ext>
              </a:extLst>
            </p:cNvPr>
            <p:cNvSpPr/>
            <p:nvPr userDrawn="1"/>
          </p:nvSpPr>
          <p:spPr>
            <a:xfrm>
              <a:off x="0" y="0"/>
              <a:ext cx="976756" cy="830388"/>
            </a:xfrm>
            <a:prstGeom prst="rect">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30" name="Image">
              <a:extLst>
                <a:ext uri="{FF2B5EF4-FFF2-40B4-BE49-F238E27FC236}">
                  <a16:creationId xmlns:a16="http://schemas.microsoft.com/office/drawing/2014/main" id="{2A4BE874-D293-184D-B0A4-EC203483EF10}"/>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grpSp>
      <p:sp>
        <p:nvSpPr>
          <p:cNvPr id="23" name="Rectangle 22">
            <a:extLst>
              <a:ext uri="{FF2B5EF4-FFF2-40B4-BE49-F238E27FC236}">
                <a16:creationId xmlns:a16="http://schemas.microsoft.com/office/drawing/2014/main" id="{96EE7F2F-2D8D-D64C-B129-A9469F739185}"/>
              </a:ext>
            </a:extLst>
          </p:cNvPr>
          <p:cNvSpPr/>
          <p:nvPr userDrawn="1"/>
        </p:nvSpPr>
        <p:spPr>
          <a:xfrm>
            <a:off x="7132320" y="4900612"/>
            <a:ext cx="1510030" cy="242887"/>
          </a:xfrm>
          <a:prstGeom prst="rect">
            <a:avLst/>
          </a:prstGeom>
        </p:spPr>
        <p:txBody>
          <a:bodyPr wrap="none" lIns="0" tIns="0" rIns="0" bIns="0" anchor="ctr">
            <a:noAutofit/>
          </a:bodyPr>
          <a:lstStyle/>
          <a:p>
            <a:pPr algn="r"/>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5954026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Quote Slide">
    <p:spTree>
      <p:nvGrpSpPr>
        <p:cNvPr id="1" name=""/>
        <p:cNvGrpSpPr/>
        <p:nvPr/>
      </p:nvGrpSpPr>
      <p:grpSpPr>
        <a:xfrm>
          <a:off x="0" y="0"/>
          <a:ext cx="0" cy="0"/>
          <a:chOff x="0" y="0"/>
          <a:chExt cx="0" cy="0"/>
        </a:xfrm>
      </p:grpSpPr>
      <p:sp>
        <p:nvSpPr>
          <p:cNvPr id="81" name="Picture Placeholder 80">
            <a:extLst>
              <a:ext uri="{FF2B5EF4-FFF2-40B4-BE49-F238E27FC236}">
                <a16:creationId xmlns:a16="http://schemas.microsoft.com/office/drawing/2014/main" id="{AEE067B2-F4B1-2441-A56D-BD1587AB4B4B}"/>
              </a:ext>
            </a:extLst>
          </p:cNvPr>
          <p:cNvSpPr>
            <a:spLocks noGrp="1"/>
          </p:cNvSpPr>
          <p:nvPr>
            <p:ph type="pic" sz="quarter" idx="18"/>
          </p:nvPr>
        </p:nvSpPr>
        <p:spPr>
          <a:xfrm>
            <a:off x="6605588" y="1023938"/>
            <a:ext cx="2538412" cy="3095625"/>
          </a:xfrm>
          <a:custGeom>
            <a:avLst/>
            <a:gdLst>
              <a:gd name="connsiteX0" fmla="*/ 453275 w 2538412"/>
              <a:gd name="connsiteY0" fmla="*/ 0 h 3095625"/>
              <a:gd name="connsiteX1" fmla="*/ 2538412 w 2538412"/>
              <a:gd name="connsiteY1" fmla="*/ 0 h 3095625"/>
              <a:gd name="connsiteX2" fmla="*/ 2538412 w 2538412"/>
              <a:gd name="connsiteY2" fmla="*/ 3095625 h 3095625"/>
              <a:gd name="connsiteX3" fmla="*/ 0 w 2538412"/>
              <a:gd name="connsiteY3" fmla="*/ 3095625 h 3095625"/>
              <a:gd name="connsiteX4" fmla="*/ 0 w 2538412"/>
              <a:gd name="connsiteY4" fmla="*/ 456411 h 3095625"/>
              <a:gd name="connsiteX5" fmla="*/ 453275 w 2538412"/>
              <a:gd name="connsiteY5" fmla="*/ 456411 h 309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8412" h="3095625">
                <a:moveTo>
                  <a:pt x="453275" y="0"/>
                </a:moveTo>
                <a:lnTo>
                  <a:pt x="2538412" y="0"/>
                </a:lnTo>
                <a:lnTo>
                  <a:pt x="2538412" y="3095625"/>
                </a:lnTo>
                <a:lnTo>
                  <a:pt x="0" y="3095625"/>
                </a:lnTo>
                <a:lnTo>
                  <a:pt x="0" y="456411"/>
                </a:lnTo>
                <a:lnTo>
                  <a:pt x="453275" y="456411"/>
                </a:lnTo>
                <a:close/>
              </a:path>
            </a:pathLst>
          </a:custGeom>
          <a:solidFill>
            <a:schemeClr val="bg1">
              <a:lumMod val="95000"/>
            </a:schemeClr>
          </a:solidFill>
        </p:spPr>
        <p:txBody>
          <a:bodyPr wrap="square" anchor="ctr">
            <a:noAutofit/>
          </a:bodyPr>
          <a:lstStyle>
            <a:lvl1pPr algn="ctr">
              <a:defRPr sz="1100">
                <a:solidFill>
                  <a:schemeClr val="tx2"/>
                </a:solidFill>
              </a:defRPr>
            </a:lvl1pPr>
          </a:lstStyle>
          <a:p>
            <a:r>
              <a:rPr lang="en-US"/>
              <a:t>Click icon to add picture</a:t>
            </a:r>
          </a:p>
        </p:txBody>
      </p:sp>
      <p:sp>
        <p:nvSpPr>
          <p:cNvPr id="38" name="Freeform 37">
            <a:extLst>
              <a:ext uri="{FF2B5EF4-FFF2-40B4-BE49-F238E27FC236}">
                <a16:creationId xmlns:a16="http://schemas.microsoft.com/office/drawing/2014/main" id="{BA7A081F-361F-964E-B608-EEB95DB39FCD}"/>
              </a:ext>
            </a:extLst>
          </p:cNvPr>
          <p:cNvSpPr txBox="1">
            <a:spLocks/>
          </p:cNvSpPr>
          <p:nvPr userDrawn="1"/>
        </p:nvSpPr>
        <p:spPr>
          <a:xfrm>
            <a:off x="6604944" y="1024489"/>
            <a:ext cx="453919" cy="456412"/>
          </a:xfrm>
          <a:custGeom>
            <a:avLst/>
            <a:gdLst>
              <a:gd name="connsiteX0" fmla="*/ 0 w 453919"/>
              <a:gd name="connsiteY0" fmla="*/ 0 h 456412"/>
              <a:gd name="connsiteX1" fmla="*/ 453919 w 453919"/>
              <a:gd name="connsiteY1" fmla="*/ 0 h 456412"/>
              <a:gd name="connsiteX2" fmla="*/ 453919 w 453919"/>
              <a:gd name="connsiteY2" fmla="*/ 456412 h 456412"/>
              <a:gd name="connsiteX3" fmla="*/ 0 w 453919"/>
              <a:gd name="connsiteY3" fmla="*/ 456412 h 456412"/>
              <a:gd name="connsiteX4" fmla="*/ 0 w 453919"/>
              <a:gd name="connsiteY4" fmla="*/ 0 h 456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919" h="456412">
                <a:moveTo>
                  <a:pt x="0" y="0"/>
                </a:moveTo>
                <a:lnTo>
                  <a:pt x="453919" y="0"/>
                </a:lnTo>
                <a:lnTo>
                  <a:pt x="453919" y="456412"/>
                </a:lnTo>
                <a:lnTo>
                  <a:pt x="0" y="456412"/>
                </a:lnTo>
                <a:lnTo>
                  <a:pt x="0" y="0"/>
                </a:lnTo>
                <a:close/>
              </a:path>
            </a:pathLst>
          </a:custGeom>
          <a:solidFill>
            <a:schemeClr val="accent1"/>
          </a:solidFill>
        </p:spPr>
        <p:txBody>
          <a:bodyPr wrap="square" anchor="ctr">
            <a:noAutofit/>
          </a:bodyPr>
          <a:lstStyle>
            <a:lvl1pPr marL="0" marR="0" indent="0" algn="ctr"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lang="en-US" sz="1050" b="0" i="0" kern="1200" baseline="0">
                <a:solidFill>
                  <a:schemeClr val="tx2"/>
                </a:solidFill>
                <a:latin typeface="+mn-lt"/>
                <a:ea typeface="Arial" charset="0"/>
                <a:cs typeface="Arial" charset="0"/>
              </a:defRPr>
            </a:lvl1pPr>
            <a:lvl2pPr marL="274320" indent="0" algn="l" defTabSz="914400" rtl="0" eaLnBrk="1" latinLnBrk="0" hangingPunct="1">
              <a:lnSpc>
                <a:spcPct val="90000"/>
              </a:lnSpc>
              <a:spcBef>
                <a:spcPts val="500"/>
              </a:spcBef>
              <a:buClr>
                <a:schemeClr val="bg2">
                  <a:lumMod val="50000"/>
                </a:schemeClr>
              </a:buClr>
              <a:buSzPct val="70000"/>
              <a:buFont typeface="Wingdings" charset="2"/>
              <a:buNone/>
              <a:defRPr lang="en-US" sz="1600" b="0" i="0" kern="1200" baseline="0" dirty="0" smtClean="0">
                <a:solidFill>
                  <a:schemeClr val="tx1"/>
                </a:solidFill>
                <a:latin typeface="+mn-lt"/>
                <a:ea typeface="+mn-ea"/>
                <a:cs typeface="Univers LT Std 45 Light"/>
              </a:defRPr>
            </a:lvl2pPr>
            <a:lvl3pPr marL="548640" indent="0" algn="l" defTabSz="914400" rtl="0" eaLnBrk="1" latinLnBrk="0" hangingPunct="1">
              <a:lnSpc>
                <a:spcPct val="90000"/>
              </a:lnSpc>
              <a:spcBef>
                <a:spcPts val="500"/>
              </a:spcBef>
              <a:buClr>
                <a:schemeClr val="bg2">
                  <a:lumMod val="50000"/>
                </a:schemeClr>
              </a:buClr>
              <a:buSzPct val="70000"/>
              <a:buFont typeface="Wingdings" charset="2"/>
              <a:buNone/>
              <a:defRPr lang="en-US" sz="1400" b="0" i="0" kern="1200" baseline="0" dirty="0" smtClean="0">
                <a:solidFill>
                  <a:schemeClr val="tx1"/>
                </a:solidFill>
                <a:latin typeface="+mn-lt"/>
                <a:ea typeface="+mn-ea"/>
                <a:cs typeface="Univers LT Std 45 Light"/>
              </a:defRPr>
            </a:lvl3pPr>
            <a:lvl4pPr marL="731520" indent="0" algn="l" defTabSz="914400" rtl="0" eaLnBrk="1" latinLnBrk="0" hangingPunct="1">
              <a:lnSpc>
                <a:spcPct val="90000"/>
              </a:lnSpc>
              <a:spcBef>
                <a:spcPts val="500"/>
              </a:spcBef>
              <a:buClr>
                <a:schemeClr val="bg2">
                  <a:lumMod val="50000"/>
                </a:schemeClr>
              </a:buClr>
              <a:buSzPct val="70000"/>
              <a:buFont typeface="Wingdings" charset="2"/>
              <a:buNone/>
              <a:defRPr lang="en-US" sz="1200" b="0" i="0" kern="1200" baseline="0" dirty="0" smtClean="0">
                <a:solidFill>
                  <a:schemeClr val="tx1"/>
                </a:solidFill>
                <a:latin typeface="+mn-lt"/>
                <a:ea typeface="+mn-ea"/>
                <a:cs typeface="Univers LT Std 45 Light"/>
              </a:defRPr>
            </a:lvl4pPr>
            <a:lvl5pPr marL="1828800" indent="0" algn="l" defTabSz="914400" rtl="0" eaLnBrk="1" latinLnBrk="0" hangingPunct="1">
              <a:lnSpc>
                <a:spcPct val="90000"/>
              </a:lnSpc>
              <a:spcBef>
                <a:spcPts val="500"/>
              </a:spcBef>
              <a:buFont typeface="Arial"/>
              <a:buNone/>
              <a:defRPr sz="1600" b="0" i="0" kern="1200" baseline="0">
                <a:solidFill>
                  <a:schemeClr val="bg2">
                    <a:lumMod val="25000"/>
                  </a:schemeClr>
                </a:solidFill>
                <a:latin typeface="Helvetica Neue Light" charset="0"/>
                <a:ea typeface="Helvetica Neue Light" charset="0"/>
                <a:cs typeface="Helvetica Neue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a:p>
        </p:txBody>
      </p:sp>
      <p:sp>
        <p:nvSpPr>
          <p:cNvPr id="42" name="Title Placeholder 1">
            <a:extLst>
              <a:ext uri="{FF2B5EF4-FFF2-40B4-BE49-F238E27FC236}">
                <a16:creationId xmlns:a16="http://schemas.microsoft.com/office/drawing/2014/main" id="{15260148-DF88-B840-90EE-0C47D3327631}"/>
              </a:ext>
            </a:extLst>
          </p:cNvPr>
          <p:cNvSpPr>
            <a:spLocks noGrp="1"/>
          </p:cNvSpPr>
          <p:nvPr>
            <p:ph type="title" hasCustomPrompt="1"/>
          </p:nvPr>
        </p:nvSpPr>
        <p:spPr>
          <a:xfrm>
            <a:off x="1225552" y="1024488"/>
            <a:ext cx="4357994" cy="2493411"/>
          </a:xfrm>
          <a:prstGeom prst="rect">
            <a:avLst/>
          </a:prstGeom>
        </p:spPr>
        <p:txBody>
          <a:bodyPr vert="horz" wrap="square" lIns="0" tIns="0" rIns="0" bIns="0" rtlCol="0" anchor="t">
            <a:noAutofit/>
          </a:bodyPr>
          <a:lstStyle>
            <a:lvl1pPr algn="l">
              <a:defRPr lang="en-US" sz="2800" dirty="0">
                <a:solidFill>
                  <a:schemeClr val="tx2"/>
                </a:solidFill>
              </a:defRPr>
            </a:lvl1pPr>
          </a:lstStyle>
          <a:p>
            <a:pPr lvl="0">
              <a:lnSpc>
                <a:spcPct val="100000"/>
              </a:lnSpc>
            </a:pPr>
            <a:r>
              <a:rPr lang="en-US"/>
              <a:t>Place your quote here. Place your quote here. Place your quote here. Place your quote here.</a:t>
            </a:r>
          </a:p>
        </p:txBody>
      </p:sp>
      <p:grpSp>
        <p:nvGrpSpPr>
          <p:cNvPr id="43" name="Group 42">
            <a:extLst>
              <a:ext uri="{FF2B5EF4-FFF2-40B4-BE49-F238E27FC236}">
                <a16:creationId xmlns:a16="http://schemas.microsoft.com/office/drawing/2014/main" id="{62CC6AA5-C1EF-0548-9CE8-F9BF6B1A4B1D}"/>
              </a:ext>
            </a:extLst>
          </p:cNvPr>
          <p:cNvGrpSpPr/>
          <p:nvPr userDrawn="1"/>
        </p:nvGrpSpPr>
        <p:grpSpPr>
          <a:xfrm flipV="1">
            <a:off x="736600" y="0"/>
            <a:ext cx="4845050" cy="4656138"/>
            <a:chOff x="253999" y="256470"/>
            <a:chExt cx="5102517" cy="4718401"/>
          </a:xfrm>
        </p:grpSpPr>
        <p:grpSp>
          <p:nvGrpSpPr>
            <p:cNvPr id="44" name="Group 43">
              <a:extLst>
                <a:ext uri="{FF2B5EF4-FFF2-40B4-BE49-F238E27FC236}">
                  <a16:creationId xmlns:a16="http://schemas.microsoft.com/office/drawing/2014/main" id="{B9378DBA-50B5-3A48-8C5E-45B29DAB382E}"/>
                </a:ext>
              </a:extLst>
            </p:cNvPr>
            <p:cNvGrpSpPr/>
            <p:nvPr userDrawn="1"/>
          </p:nvGrpSpPr>
          <p:grpSpPr>
            <a:xfrm flipH="1" flipV="1">
              <a:off x="253999" y="256470"/>
              <a:ext cx="2929039" cy="4718401"/>
              <a:chOff x="701574" y="177452"/>
              <a:chExt cx="2929039" cy="4718401"/>
            </a:xfrm>
          </p:grpSpPr>
          <p:sp>
            <p:nvSpPr>
              <p:cNvPr id="46" name="Freeform 45">
                <a:extLst>
                  <a:ext uri="{FF2B5EF4-FFF2-40B4-BE49-F238E27FC236}">
                    <a16:creationId xmlns:a16="http://schemas.microsoft.com/office/drawing/2014/main" id="{D989985E-5187-0949-8871-D63CF18A6327}"/>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47" name="Straight Connector 46">
                <a:extLst>
                  <a:ext uri="{FF2B5EF4-FFF2-40B4-BE49-F238E27FC236}">
                    <a16:creationId xmlns:a16="http://schemas.microsoft.com/office/drawing/2014/main" id="{7A073211-F272-8D4B-9561-18C82AF51382}"/>
                  </a:ext>
                </a:extLst>
              </p:cNvPr>
              <p:cNvCxnSpPr>
                <a:cxnSpLocks/>
              </p:cNvCxnSpPr>
              <p:nvPr userDrawn="1"/>
            </p:nvCxnSpPr>
            <p:spPr>
              <a:xfrm flipH="1" flipV="1">
                <a:off x="3630613" y="177452"/>
                <a:ext cx="0" cy="3332517"/>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E9CB451-215A-024F-9057-56EAB4F18CC1}"/>
                  </a:ext>
                </a:extLst>
              </p:cNvPr>
              <p:cNvCxnSpPr>
                <a:cxnSpLocks/>
              </p:cNvCxnSpPr>
              <p:nvPr/>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45" name="Straight Connector 44">
              <a:extLst>
                <a:ext uri="{FF2B5EF4-FFF2-40B4-BE49-F238E27FC236}">
                  <a16:creationId xmlns:a16="http://schemas.microsoft.com/office/drawing/2014/main" id="{6478B1C9-CD78-C845-BDE3-22BDE7CDE976}"/>
                </a:ext>
              </a:extLst>
            </p:cNvPr>
            <p:cNvCxnSpPr>
              <a:cxnSpLocks/>
            </p:cNvCxnSpPr>
            <p:nvPr userDrawn="1"/>
          </p:nvCxnSpPr>
          <p:spPr>
            <a:xfrm flipV="1">
              <a:off x="3183038" y="256470"/>
              <a:ext cx="2173478"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pic>
        <p:nvPicPr>
          <p:cNvPr id="49" name="Image">
            <a:extLst>
              <a:ext uri="{FF2B5EF4-FFF2-40B4-BE49-F238E27FC236}">
                <a16:creationId xmlns:a16="http://schemas.microsoft.com/office/drawing/2014/main" id="{7EECE47B-ED7F-EB4B-843D-632CB7B3182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sp>
        <p:nvSpPr>
          <p:cNvPr id="50" name="Text Placeholder 24">
            <a:extLst>
              <a:ext uri="{FF2B5EF4-FFF2-40B4-BE49-F238E27FC236}">
                <a16:creationId xmlns:a16="http://schemas.microsoft.com/office/drawing/2014/main" id="{8471C3B6-5F99-5E48-8910-59FA055EC8E9}"/>
              </a:ext>
            </a:extLst>
          </p:cNvPr>
          <p:cNvSpPr>
            <a:spLocks noGrp="1"/>
          </p:cNvSpPr>
          <p:nvPr>
            <p:ph type="body" sz="quarter" idx="16" hasCustomPrompt="1"/>
          </p:nvPr>
        </p:nvSpPr>
        <p:spPr>
          <a:xfrm>
            <a:off x="3259451" y="390830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51" name="Text Placeholder 24">
            <a:extLst>
              <a:ext uri="{FF2B5EF4-FFF2-40B4-BE49-F238E27FC236}">
                <a16:creationId xmlns:a16="http://schemas.microsoft.com/office/drawing/2014/main" id="{CEE1B424-793B-AD4A-8311-9DB301636339}"/>
              </a:ext>
            </a:extLst>
          </p:cNvPr>
          <p:cNvSpPr>
            <a:spLocks noGrp="1"/>
          </p:cNvSpPr>
          <p:nvPr>
            <p:ph type="body" sz="quarter" idx="17" hasCustomPrompt="1"/>
          </p:nvPr>
        </p:nvSpPr>
        <p:spPr>
          <a:xfrm>
            <a:off x="3259451" y="4119009"/>
            <a:ext cx="2324100" cy="387937"/>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52" name="Rectangle 51">
            <a:extLst>
              <a:ext uri="{FF2B5EF4-FFF2-40B4-BE49-F238E27FC236}">
                <a16:creationId xmlns:a16="http://schemas.microsoft.com/office/drawing/2014/main" id="{47A4E09E-5125-B74E-B554-E933BCBEC1B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sp>
        <p:nvSpPr>
          <p:cNvPr id="17" name="Pie 16">
            <a:extLst>
              <a:ext uri="{FF2B5EF4-FFF2-40B4-BE49-F238E27FC236}">
                <a16:creationId xmlns:a16="http://schemas.microsoft.com/office/drawing/2014/main" id="{2383DA36-5FB2-FB43-AD10-FBA5AF15162F}"/>
              </a:ext>
            </a:extLst>
          </p:cNvPr>
          <p:cNvSpPr>
            <a:spLocks/>
          </p:cNvSpPr>
          <p:nvPr userDrawn="1"/>
        </p:nvSpPr>
        <p:spPr>
          <a:xfrm rot="10800000">
            <a:off x="6604943" y="1023937"/>
            <a:ext cx="914400" cy="914400"/>
          </a:xfrm>
          <a:prstGeom prst="pie">
            <a:avLst>
              <a:gd name="adj1" fmla="val 6048"/>
              <a:gd name="adj2" fmla="val 5412552"/>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19" name="Rectangle 18">
            <a:extLst>
              <a:ext uri="{FF2B5EF4-FFF2-40B4-BE49-F238E27FC236}">
                <a16:creationId xmlns:a16="http://schemas.microsoft.com/office/drawing/2014/main" id="{EBF87663-D8BF-5C4C-B10D-68D879DB0BEE}"/>
              </a:ext>
            </a:extLst>
          </p:cNvPr>
          <p:cNvSpPr/>
          <p:nvPr userDrawn="1"/>
        </p:nvSpPr>
        <p:spPr>
          <a:xfrm>
            <a:off x="244474" y="4900613"/>
            <a:ext cx="1447557"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8245434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5_Quote Slide">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47A4E09E-5125-B74E-B554-E933BCBEC1B7}"/>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4" name="TextBox 53">
            <a:extLst>
              <a:ext uri="{FF2B5EF4-FFF2-40B4-BE49-F238E27FC236}">
                <a16:creationId xmlns:a16="http://schemas.microsoft.com/office/drawing/2014/main" id="{6422B831-87DD-094C-8BF6-BADFCDF3267F}"/>
              </a:ext>
            </a:extLst>
          </p:cNvPr>
          <p:cNvSpPr txBox="1"/>
          <p:nvPr userDrawn="1"/>
        </p:nvSpPr>
        <p:spPr>
          <a:xfrm>
            <a:off x="-2175029" y="-1961965"/>
            <a:ext cx="0" cy="0"/>
          </a:xfrm>
          <a:prstGeom prst="rect">
            <a:avLst/>
          </a:prstGeom>
          <a:noFill/>
        </p:spPr>
        <p:txBody>
          <a:bodyPr wrap="none" lIns="0" rIns="0" rtlCol="0">
            <a:noAutofit/>
          </a:bodyPr>
          <a:lstStyle/>
          <a:p>
            <a:pPr algn="l"/>
            <a:endParaRPr lang="en-US" sz="1100">
              <a:solidFill>
                <a:schemeClr val="tx1"/>
              </a:solidFill>
              <a:latin typeface="Consolas" panose="020B0609020204030204" pitchFamily="49" charset="0"/>
              <a:cs typeface="Consolas" panose="020B0609020204030204" pitchFamily="49" charset="0"/>
            </a:endParaRPr>
          </a:p>
        </p:txBody>
      </p:sp>
      <p:pic>
        <p:nvPicPr>
          <p:cNvPr id="18" name="Picture 17">
            <a:extLst>
              <a:ext uri="{FF2B5EF4-FFF2-40B4-BE49-F238E27FC236}">
                <a16:creationId xmlns:a16="http://schemas.microsoft.com/office/drawing/2014/main" id="{390E0FFF-259D-7541-B009-9ABD6BC92DF4}"/>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rot="10800000">
            <a:off x="-1" y="-1"/>
            <a:ext cx="736600" cy="5143499"/>
          </a:xfrm>
          <a:prstGeom prst="rect">
            <a:avLst/>
          </a:prstGeom>
        </p:spPr>
      </p:pic>
      <p:pic>
        <p:nvPicPr>
          <p:cNvPr id="19" name="Image">
            <a:extLst>
              <a:ext uri="{FF2B5EF4-FFF2-40B4-BE49-F238E27FC236}">
                <a16:creationId xmlns:a16="http://schemas.microsoft.com/office/drawing/2014/main" id="{391EC18B-77FD-E646-BAFF-4053ABBC3764}"/>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5" name="Title Placeholder 1">
            <a:extLst>
              <a:ext uri="{FF2B5EF4-FFF2-40B4-BE49-F238E27FC236}">
                <a16:creationId xmlns:a16="http://schemas.microsoft.com/office/drawing/2014/main" id="{A6ADDA8F-E27E-374C-BFFC-88BCD1003CA0}"/>
              </a:ext>
            </a:extLst>
          </p:cNvPr>
          <p:cNvSpPr>
            <a:spLocks noGrp="1"/>
          </p:cNvSpPr>
          <p:nvPr>
            <p:ph type="title" hasCustomPrompt="1"/>
          </p:nvPr>
        </p:nvSpPr>
        <p:spPr>
          <a:xfrm>
            <a:off x="1778000" y="1639888"/>
            <a:ext cx="6619875" cy="1878011"/>
          </a:xfrm>
          <a:prstGeom prst="rect">
            <a:avLst/>
          </a:prstGeom>
        </p:spPr>
        <p:txBody>
          <a:bodyPr vert="horz" wrap="square" lIns="0" tIns="0" rIns="0" bIns="0" rtlCol="0" anchor="t">
            <a:noAutofit/>
          </a:bodyPr>
          <a:lstStyle>
            <a:lvl1pPr algn="l">
              <a:defRPr lang="en-US" sz="2800" dirty="0">
                <a:solidFill>
                  <a:schemeClr val="tx2"/>
                </a:solidFill>
              </a:defRPr>
            </a:lvl1pPr>
          </a:lstStyle>
          <a:p>
            <a:pPr lvl="0">
              <a:lnSpc>
                <a:spcPct val="100000"/>
              </a:lnSpc>
            </a:pPr>
            <a:r>
              <a:rPr lang="en-US"/>
              <a:t>Place your quote here. Place your quote here. Place your quote here. Place your quote here.</a:t>
            </a:r>
          </a:p>
        </p:txBody>
      </p:sp>
      <p:sp>
        <p:nvSpPr>
          <p:cNvPr id="30" name="Text Placeholder 24">
            <a:extLst>
              <a:ext uri="{FF2B5EF4-FFF2-40B4-BE49-F238E27FC236}">
                <a16:creationId xmlns:a16="http://schemas.microsoft.com/office/drawing/2014/main" id="{ECDCBC7D-2FD3-5E40-A27C-4980D3B6C86B}"/>
              </a:ext>
            </a:extLst>
          </p:cNvPr>
          <p:cNvSpPr>
            <a:spLocks noGrp="1"/>
          </p:cNvSpPr>
          <p:nvPr>
            <p:ph type="body" sz="quarter" idx="16" hasCustomPrompt="1"/>
          </p:nvPr>
        </p:nvSpPr>
        <p:spPr>
          <a:xfrm>
            <a:off x="6073775" y="3908300"/>
            <a:ext cx="2324100" cy="174304"/>
          </a:xfrm>
          <a:prstGeom prst="rect">
            <a:avLst/>
          </a:prstGeom>
        </p:spPr>
        <p:txBody>
          <a:bodyPr lIns="0" tIns="0" rIns="0" bIns="0" anchor="t"/>
          <a:lstStyle>
            <a:lvl1pPr algn="r">
              <a:defRPr sz="1000" b="1">
                <a:solidFill>
                  <a:schemeClr val="tx2"/>
                </a:solidFill>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Name</a:t>
            </a:r>
          </a:p>
        </p:txBody>
      </p:sp>
      <p:sp>
        <p:nvSpPr>
          <p:cNvPr id="31" name="Text Placeholder 24">
            <a:extLst>
              <a:ext uri="{FF2B5EF4-FFF2-40B4-BE49-F238E27FC236}">
                <a16:creationId xmlns:a16="http://schemas.microsoft.com/office/drawing/2014/main" id="{F48D7100-0AE2-3A4E-9283-6A64C2504C55}"/>
              </a:ext>
            </a:extLst>
          </p:cNvPr>
          <p:cNvSpPr>
            <a:spLocks noGrp="1"/>
          </p:cNvSpPr>
          <p:nvPr>
            <p:ph type="body" sz="quarter" idx="17" hasCustomPrompt="1"/>
          </p:nvPr>
        </p:nvSpPr>
        <p:spPr>
          <a:xfrm>
            <a:off x="6073775" y="4119009"/>
            <a:ext cx="2324100" cy="387937"/>
          </a:xfrm>
          <a:prstGeom prst="rect">
            <a:avLst/>
          </a:prstGeom>
        </p:spPr>
        <p:txBody>
          <a:bodyPr lIns="0" tIns="0" rIns="0" bIns="0" anchor="t"/>
          <a:lstStyle>
            <a:lvl1pPr algn="r">
              <a:defRPr sz="1000" b="0" i="0">
                <a:solidFill>
                  <a:schemeClr val="tx2"/>
                </a:solidFill>
                <a:latin typeface="Consolas" panose="020B0609020204030204" pitchFamily="49" charset="0"/>
                <a:cs typeface="Consolas" panose="020B0609020204030204" pitchFamily="49" charset="0"/>
              </a:defRPr>
            </a:lvl1pPr>
            <a:lvl2pPr>
              <a:defRPr sz="1100">
                <a:latin typeface="+mn-lt"/>
              </a:defRPr>
            </a:lvl2pPr>
            <a:lvl3pPr>
              <a:defRPr sz="1100">
                <a:latin typeface="+mn-lt"/>
              </a:defRPr>
            </a:lvl3pPr>
            <a:lvl4pPr>
              <a:defRPr sz="1100">
                <a:latin typeface="+mn-lt"/>
              </a:defRPr>
            </a:lvl4pPr>
            <a:lvl5pPr>
              <a:defRPr sz="1100">
                <a:latin typeface="+mn-lt"/>
              </a:defRPr>
            </a:lvl5pPr>
          </a:lstStyle>
          <a:p>
            <a:pPr lvl="0"/>
            <a:r>
              <a:rPr lang="en-US"/>
              <a:t>POSITION AND COMPANY</a:t>
            </a:r>
          </a:p>
        </p:txBody>
      </p:sp>
      <p:sp>
        <p:nvSpPr>
          <p:cNvPr id="25" name="Pie 24">
            <a:extLst>
              <a:ext uri="{FF2B5EF4-FFF2-40B4-BE49-F238E27FC236}">
                <a16:creationId xmlns:a16="http://schemas.microsoft.com/office/drawing/2014/main" id="{DE27984F-A390-7A4D-8818-586FDFF9AD90}"/>
              </a:ext>
            </a:extLst>
          </p:cNvPr>
          <p:cNvSpPr>
            <a:spLocks/>
          </p:cNvSpPr>
          <p:nvPr userDrawn="1"/>
        </p:nvSpPr>
        <p:spPr>
          <a:xfrm rot="10800000">
            <a:off x="1257300" y="946775"/>
            <a:ext cx="1042697" cy="1037068"/>
          </a:xfrm>
          <a:prstGeom prst="pie">
            <a:avLst>
              <a:gd name="adj1" fmla="val 6048"/>
              <a:gd name="adj2" fmla="val 5412552"/>
            </a:avLst>
          </a:pr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grpSp>
        <p:nvGrpSpPr>
          <p:cNvPr id="28" name="Group 27">
            <a:extLst>
              <a:ext uri="{FF2B5EF4-FFF2-40B4-BE49-F238E27FC236}">
                <a16:creationId xmlns:a16="http://schemas.microsoft.com/office/drawing/2014/main" id="{6576A340-CC30-A548-B829-F8A76D5BC185}"/>
              </a:ext>
            </a:extLst>
          </p:cNvPr>
          <p:cNvGrpSpPr/>
          <p:nvPr userDrawn="1"/>
        </p:nvGrpSpPr>
        <p:grpSpPr>
          <a:xfrm flipV="1">
            <a:off x="1251677" y="3273425"/>
            <a:ext cx="7146198" cy="1367600"/>
            <a:chOff x="254000" y="256470"/>
            <a:chExt cx="7525947" cy="1385888"/>
          </a:xfrm>
        </p:grpSpPr>
        <p:grpSp>
          <p:nvGrpSpPr>
            <p:cNvPr id="29" name="Group 28">
              <a:extLst>
                <a:ext uri="{FF2B5EF4-FFF2-40B4-BE49-F238E27FC236}">
                  <a16:creationId xmlns:a16="http://schemas.microsoft.com/office/drawing/2014/main" id="{0D4B5FE5-4627-9C46-8C76-9982691D2CDC}"/>
                </a:ext>
              </a:extLst>
            </p:cNvPr>
            <p:cNvGrpSpPr/>
            <p:nvPr userDrawn="1"/>
          </p:nvGrpSpPr>
          <p:grpSpPr>
            <a:xfrm flipH="1" flipV="1">
              <a:off x="254000" y="256470"/>
              <a:ext cx="2929038" cy="1385888"/>
              <a:chOff x="701574" y="3509965"/>
              <a:chExt cx="2929038" cy="1385888"/>
            </a:xfrm>
          </p:grpSpPr>
          <p:sp>
            <p:nvSpPr>
              <p:cNvPr id="33" name="Freeform 32">
                <a:extLst>
                  <a:ext uri="{FF2B5EF4-FFF2-40B4-BE49-F238E27FC236}">
                    <a16:creationId xmlns:a16="http://schemas.microsoft.com/office/drawing/2014/main" id="{551F2E91-3DE3-FD49-AA63-74BD3FD5D9BD}"/>
                  </a:ext>
                </a:extLst>
              </p:cNvPr>
              <p:cNvSpPr/>
              <p:nvPr/>
            </p:nvSpPr>
            <p:spPr>
              <a:xfrm rot="5400000">
                <a:off x="2245001" y="3510241"/>
                <a:ext cx="1385888" cy="1385335"/>
              </a:xfrm>
              <a:custGeom>
                <a:avLst/>
                <a:gdLst>
                  <a:gd name="connsiteX0" fmla="*/ 5285 w 1514204"/>
                  <a:gd name="connsiteY0" fmla="*/ 0 h 1513599"/>
                  <a:gd name="connsiteX1" fmla="*/ 1514204 w 1514204"/>
                  <a:gd name="connsiteY1" fmla="*/ 1509713 h 1513599"/>
                  <a:gd name="connsiteX2" fmla="*/ 1514008 w 1514204"/>
                  <a:gd name="connsiteY2" fmla="*/ 1513599 h 1513599"/>
                  <a:gd name="connsiteX3" fmla="*/ 0 w 1514204"/>
                  <a:gd name="connsiteY3" fmla="*/ 1513599 h 1513599"/>
                  <a:gd name="connsiteX4" fmla="*/ 0 w 1514204"/>
                  <a:gd name="connsiteY4" fmla="*/ 267 h 1513599"/>
                  <a:gd name="connsiteX0" fmla="*/ 0 w 1514204"/>
                  <a:gd name="connsiteY0" fmla="*/ 267 h 1543322"/>
                  <a:gd name="connsiteX1" fmla="*/ 5285 w 1514204"/>
                  <a:gd name="connsiteY1" fmla="*/ 0 h 1543322"/>
                  <a:gd name="connsiteX2" fmla="*/ 1514204 w 1514204"/>
                  <a:gd name="connsiteY2" fmla="*/ 1509713 h 1543322"/>
                  <a:gd name="connsiteX3" fmla="*/ 1514008 w 1514204"/>
                  <a:gd name="connsiteY3" fmla="*/ 1513599 h 1543322"/>
                  <a:gd name="connsiteX4" fmla="*/ 29723 w 1514204"/>
                  <a:gd name="connsiteY4" fmla="*/ 1543322 h 1543322"/>
                  <a:gd name="connsiteX0" fmla="*/ 0 w 1514204"/>
                  <a:gd name="connsiteY0" fmla="*/ 267 h 1513599"/>
                  <a:gd name="connsiteX1" fmla="*/ 5285 w 1514204"/>
                  <a:gd name="connsiteY1" fmla="*/ 0 h 1513599"/>
                  <a:gd name="connsiteX2" fmla="*/ 1514204 w 1514204"/>
                  <a:gd name="connsiteY2" fmla="*/ 1509713 h 1513599"/>
                  <a:gd name="connsiteX3" fmla="*/ 1514008 w 1514204"/>
                  <a:gd name="connsiteY3" fmla="*/ 1513599 h 1513599"/>
                </a:gdLst>
                <a:ahLst/>
                <a:cxnLst>
                  <a:cxn ang="0">
                    <a:pos x="connsiteX0" y="connsiteY0"/>
                  </a:cxn>
                  <a:cxn ang="0">
                    <a:pos x="connsiteX1" y="connsiteY1"/>
                  </a:cxn>
                  <a:cxn ang="0">
                    <a:pos x="connsiteX2" y="connsiteY2"/>
                  </a:cxn>
                  <a:cxn ang="0">
                    <a:pos x="connsiteX3" y="connsiteY3"/>
                  </a:cxn>
                </a:cxnLst>
                <a:rect l="l" t="t" r="r" b="b"/>
                <a:pathLst>
                  <a:path w="1514204" h="1513599">
                    <a:moveTo>
                      <a:pt x="0" y="267"/>
                    </a:moveTo>
                    <a:lnTo>
                      <a:pt x="5285" y="0"/>
                    </a:lnTo>
                    <a:cubicBezTo>
                      <a:pt x="838638" y="0"/>
                      <a:pt x="1514204" y="675922"/>
                      <a:pt x="1514204" y="1509713"/>
                    </a:cubicBezTo>
                    <a:cubicBezTo>
                      <a:pt x="1514139" y="1511008"/>
                      <a:pt x="1514073" y="1512304"/>
                      <a:pt x="1514008" y="1513599"/>
                    </a:cubicBezTo>
                  </a:path>
                </a:pathLst>
              </a:custGeom>
              <a:no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1"/>
                  </a:solidFill>
                </a:endParaRPr>
              </a:p>
            </p:txBody>
          </p:sp>
          <p:cxnSp>
            <p:nvCxnSpPr>
              <p:cNvPr id="34" name="Straight Connector 33">
                <a:extLst>
                  <a:ext uri="{FF2B5EF4-FFF2-40B4-BE49-F238E27FC236}">
                    <a16:creationId xmlns:a16="http://schemas.microsoft.com/office/drawing/2014/main" id="{184DFD07-A88D-F249-ACD0-DA70CA959649}"/>
                  </a:ext>
                </a:extLst>
              </p:cNvPr>
              <p:cNvCxnSpPr>
                <a:cxnSpLocks/>
              </p:cNvCxnSpPr>
              <p:nvPr userDrawn="1"/>
            </p:nvCxnSpPr>
            <p:spPr>
              <a:xfrm flipH="1" flipV="1">
                <a:off x="701574" y="4895853"/>
                <a:ext cx="1543703" cy="0"/>
              </a:xfrm>
              <a:prstGeom prst="line">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302E1F04-3951-1947-AD58-51F6B352260C}"/>
                </a:ext>
              </a:extLst>
            </p:cNvPr>
            <p:cNvCxnSpPr>
              <a:cxnSpLocks/>
            </p:cNvCxnSpPr>
            <p:nvPr userDrawn="1"/>
          </p:nvCxnSpPr>
          <p:spPr>
            <a:xfrm flipV="1">
              <a:off x="3183038" y="256470"/>
              <a:ext cx="4596909"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grpSp>
      <p:sp>
        <p:nvSpPr>
          <p:cNvPr id="20" name="Rectangle 19">
            <a:extLst>
              <a:ext uri="{FF2B5EF4-FFF2-40B4-BE49-F238E27FC236}">
                <a16:creationId xmlns:a16="http://schemas.microsoft.com/office/drawing/2014/main" id="{361EB1F2-F523-4540-BFE0-551DBE4D3C30}"/>
              </a:ext>
            </a:extLst>
          </p:cNvPr>
          <p:cNvSpPr/>
          <p:nvPr userDrawn="1"/>
        </p:nvSpPr>
        <p:spPr>
          <a:xfrm>
            <a:off x="966952" y="4900613"/>
            <a:ext cx="1374596"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94835265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DAB8D11-AD3A-4141-9F5A-7748DF9C74A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8663794" y="0"/>
            <a:ext cx="480206" cy="5143499"/>
          </a:xfrm>
          <a:prstGeom prst="rect">
            <a:avLst/>
          </a:prstGeom>
        </p:spPr>
      </p:pic>
      <p:pic>
        <p:nvPicPr>
          <p:cNvPr id="21" name="Picture Placeholder 4">
            <a:extLst>
              <a:ext uri="{FF2B5EF4-FFF2-40B4-BE49-F238E27FC236}">
                <a16:creationId xmlns:a16="http://schemas.microsoft.com/office/drawing/2014/main" id="{A0156F60-09B0-0440-9CDD-1AB031DB4121}"/>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597" y="10"/>
            <a:ext cx="3552805" cy="5143490"/>
          </a:xfrm>
          <a:custGeom>
            <a:avLst/>
            <a:gdLst>
              <a:gd name="connsiteX0" fmla="*/ 981076 w 3568700"/>
              <a:gd name="connsiteY0" fmla="*/ 0 h 5143500"/>
              <a:gd name="connsiteX1" fmla="*/ 3568700 w 3568700"/>
              <a:gd name="connsiteY1" fmla="*/ 0 h 5143500"/>
              <a:gd name="connsiteX2" fmla="*/ 3568700 w 3568700"/>
              <a:gd name="connsiteY2" fmla="*/ 5143500 h 5143500"/>
              <a:gd name="connsiteX3" fmla="*/ 0 w 3568700"/>
              <a:gd name="connsiteY3" fmla="*/ 5143500 h 5143500"/>
              <a:gd name="connsiteX4" fmla="*/ 0 w 3568700"/>
              <a:gd name="connsiteY4" fmla="*/ 828633 h 5143500"/>
              <a:gd name="connsiteX5" fmla="*/ 981076 w 3568700"/>
              <a:gd name="connsiteY5" fmla="*/ 828633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8700" h="5143500">
                <a:moveTo>
                  <a:pt x="981076" y="0"/>
                </a:moveTo>
                <a:lnTo>
                  <a:pt x="3568700" y="0"/>
                </a:lnTo>
                <a:lnTo>
                  <a:pt x="3568700" y="5143500"/>
                </a:lnTo>
                <a:lnTo>
                  <a:pt x="0" y="5143500"/>
                </a:lnTo>
                <a:lnTo>
                  <a:pt x="0" y="828633"/>
                </a:lnTo>
                <a:lnTo>
                  <a:pt x="981076" y="828633"/>
                </a:lnTo>
                <a:close/>
              </a:path>
            </a:pathLst>
          </a:custGeom>
          <a:noFill/>
        </p:spPr>
      </p:pic>
      <p:sp>
        <p:nvSpPr>
          <p:cNvPr id="7" name="Rectangle 6">
            <a:extLst>
              <a:ext uri="{FF2B5EF4-FFF2-40B4-BE49-F238E27FC236}">
                <a16:creationId xmlns:a16="http://schemas.microsoft.com/office/drawing/2014/main" id="{247ECE56-49A2-5A4A-B068-2B97BA448EFB}"/>
              </a:ext>
            </a:extLst>
          </p:cNvPr>
          <p:cNvSpPr/>
          <p:nvPr userDrawn="1"/>
        </p:nvSpPr>
        <p:spPr>
          <a:xfrm>
            <a:off x="-1" y="0"/>
            <a:ext cx="1013927" cy="845976"/>
          </a:xfrm>
          <a:prstGeom prst="rect">
            <a:avLst/>
          </a:prstGeom>
          <a:solidFill>
            <a:schemeClr val="bg1"/>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3797299" y="1904533"/>
            <a:ext cx="4600576" cy="590931"/>
          </a:xfrm>
          <a:prstGeom prst="rect">
            <a:avLst/>
          </a:prstGeom>
        </p:spPr>
        <p:txBody>
          <a:bodyPr wrap="square" lIns="0" rIns="0" anchor="t">
            <a:noAutofit/>
          </a:bodyPr>
          <a:lstStyle>
            <a:lvl1pPr algn="l">
              <a:defRPr sz="3600" baseline="0">
                <a:solidFill>
                  <a:schemeClr val="tx1"/>
                </a:solidFill>
              </a:defRPr>
            </a:lvl1pPr>
          </a:lstStyle>
          <a:p>
            <a:r>
              <a:rPr lang="en-US"/>
              <a:t>Divider Slide</a:t>
            </a:r>
          </a:p>
        </p:txBody>
      </p:sp>
      <p:sp>
        <p:nvSpPr>
          <p:cNvPr id="3" name="Subtitle 2"/>
          <p:cNvSpPr>
            <a:spLocks noGrp="1"/>
          </p:cNvSpPr>
          <p:nvPr>
            <p:ph type="subTitle" idx="1" hasCustomPrompt="1"/>
          </p:nvPr>
        </p:nvSpPr>
        <p:spPr>
          <a:xfrm>
            <a:off x="3797300" y="2683279"/>
            <a:ext cx="4600575" cy="369332"/>
          </a:xfrm>
          <a:prstGeom prst="rect">
            <a:avLst/>
          </a:prstGeom>
        </p:spPr>
        <p:txBody>
          <a:bodyPr wrap="square" lIns="0" rIns="0" anchor="t">
            <a:noAutofit/>
          </a:bodyPr>
          <a:lstStyle>
            <a:lvl1pPr>
              <a:defRPr lang="en-US" sz="1800" dirty="0">
                <a:solidFill>
                  <a:schemeClr val="tx1"/>
                </a:solidFill>
              </a:defRPr>
            </a:lvl1pPr>
          </a:lstStyle>
          <a:p>
            <a:pPr lvl="0">
              <a:spcBef>
                <a:spcPts val="1000"/>
              </a:spcBef>
              <a:buClrTx/>
              <a:buSzTx/>
              <a:buFont typeface="Arial"/>
              <a:tabLst/>
            </a:pPr>
            <a:r>
              <a:rPr lang="en-US"/>
              <a:t>Subhead</a:t>
            </a:r>
          </a:p>
        </p:txBody>
      </p:sp>
      <p:cxnSp>
        <p:nvCxnSpPr>
          <p:cNvPr id="16" name="Straight Connector 15">
            <a:extLst>
              <a:ext uri="{FF2B5EF4-FFF2-40B4-BE49-F238E27FC236}">
                <a16:creationId xmlns:a16="http://schemas.microsoft.com/office/drawing/2014/main" id="{7EFAF2C5-DE31-2246-B9B9-FE60FD80BA4E}"/>
              </a:ext>
            </a:extLst>
          </p:cNvPr>
          <p:cNvCxnSpPr>
            <a:cxnSpLocks/>
          </p:cNvCxnSpPr>
          <p:nvPr userDrawn="1"/>
        </p:nvCxnSpPr>
        <p:spPr>
          <a:xfrm>
            <a:off x="5575300" y="259987"/>
            <a:ext cx="2334001" cy="0"/>
          </a:xfrm>
          <a:prstGeom prst="line">
            <a:avLst/>
          </a:prstGeom>
          <a:noFill/>
          <a:ln w="12700" cap="flat">
            <a:solidFill>
              <a:schemeClr val="tx2"/>
            </a:solidFill>
            <a:prstDash val="solid"/>
            <a:miter lim="400000"/>
          </a:ln>
          <a:effectLst/>
          <a:sp3d/>
        </p:spPr>
        <p:style>
          <a:lnRef idx="0">
            <a:scrgbClr r="0" g="0" b="0"/>
          </a:lnRef>
          <a:fillRef idx="0">
            <a:scrgbClr r="0" g="0" b="0"/>
          </a:fillRef>
          <a:effectRef idx="0">
            <a:scrgbClr r="0" g="0" b="0"/>
          </a:effectRef>
          <a:fontRef idx="none"/>
        </p:style>
      </p:cxnSp>
      <p:sp>
        <p:nvSpPr>
          <p:cNvPr id="20" name="Arc 19">
            <a:extLst>
              <a:ext uri="{FF2B5EF4-FFF2-40B4-BE49-F238E27FC236}">
                <a16:creationId xmlns:a16="http://schemas.microsoft.com/office/drawing/2014/main" id="{A461D489-B5A6-6845-9E0E-48291F78B396}"/>
              </a:ext>
            </a:extLst>
          </p:cNvPr>
          <p:cNvSpPr/>
          <p:nvPr userDrawn="1"/>
        </p:nvSpPr>
        <p:spPr>
          <a:xfrm flipH="1">
            <a:off x="3797299" y="259987"/>
            <a:ext cx="3033713" cy="2756933"/>
          </a:xfrm>
          <a:prstGeom prst="arc">
            <a:avLst/>
          </a:prstGeom>
          <a:ln w="127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3" name="Image">
            <a:extLst>
              <a:ext uri="{FF2B5EF4-FFF2-40B4-BE49-F238E27FC236}">
                <a16:creationId xmlns:a16="http://schemas.microsoft.com/office/drawing/2014/main" id="{D42AA959-BD3F-204E-ADBF-55F5D2FA3A97}"/>
              </a:ext>
            </a:extLst>
          </p:cNvPr>
          <p:cNvPicPr>
            <a:picLocks noChangeAspect="1"/>
          </p:cNvPicPr>
          <p:nvPr userDrawn="1"/>
        </p:nvPicPr>
        <p:blipFill>
          <a:blip r:embed="rId4"/>
          <a:srcRect/>
          <a:stretch/>
        </p:blipFill>
        <p:spPr>
          <a:xfrm>
            <a:off x="246990" y="250462"/>
            <a:ext cx="489607" cy="327631"/>
          </a:xfrm>
          <a:prstGeom prst="rect">
            <a:avLst/>
          </a:prstGeom>
          <a:ln w="12700">
            <a:miter lim="400000"/>
          </a:ln>
        </p:spPr>
      </p:pic>
      <p:sp>
        <p:nvSpPr>
          <p:cNvPr id="11" name="Rectangle 10">
            <a:extLst>
              <a:ext uri="{FF2B5EF4-FFF2-40B4-BE49-F238E27FC236}">
                <a16:creationId xmlns:a16="http://schemas.microsoft.com/office/drawing/2014/main" id="{D5D2953A-DC36-124D-B17E-9E5B78F05A8C}"/>
              </a:ext>
            </a:extLst>
          </p:cNvPr>
          <p:cNvSpPr/>
          <p:nvPr userDrawn="1"/>
        </p:nvSpPr>
        <p:spPr>
          <a:xfrm>
            <a:off x="7924800" y="148185"/>
            <a:ext cx="483407"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12" name="Rectangle 11">
            <a:extLst>
              <a:ext uri="{FF2B5EF4-FFF2-40B4-BE49-F238E27FC236}">
                <a16:creationId xmlns:a16="http://schemas.microsoft.com/office/drawing/2014/main" id="{5C8C460C-89AA-164B-8B2C-2C1DD561DB2D}"/>
              </a:ext>
            </a:extLst>
          </p:cNvPr>
          <p:cNvSpPr/>
          <p:nvPr userDrawn="1"/>
        </p:nvSpPr>
        <p:spPr>
          <a:xfrm>
            <a:off x="3797298" y="4900612"/>
            <a:ext cx="1589885" cy="242887"/>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49442870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solidFill>
          <a:schemeClr val="bg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318A853-BC17-0E4F-BD5F-6054F35EDA2B}"/>
              </a:ext>
            </a:extLst>
          </p:cNvPr>
          <p:cNvSpPr/>
          <p:nvPr userDrawn="1"/>
        </p:nvSpPr>
        <p:spPr>
          <a:xfrm>
            <a:off x="2" y="0"/>
            <a:ext cx="9143999" cy="5143500"/>
          </a:xfrm>
          <a:custGeom>
            <a:avLst/>
            <a:gdLst>
              <a:gd name="connsiteX0" fmla="*/ 5208134 w 9143999"/>
              <a:gd name="connsiteY0" fmla="*/ 0 h 5143500"/>
              <a:gd name="connsiteX1" fmla="*/ 5208136 w 9143999"/>
              <a:gd name="connsiteY1" fmla="*/ 0 h 5143500"/>
              <a:gd name="connsiteX2" fmla="*/ 9143999 w 9143999"/>
              <a:gd name="connsiteY2" fmla="*/ 0 h 5143500"/>
              <a:gd name="connsiteX3" fmla="*/ 9143999 w 9143999"/>
              <a:gd name="connsiteY3" fmla="*/ 5143500 h 5143500"/>
              <a:gd name="connsiteX4" fmla="*/ 5208136 w 9143999"/>
              <a:gd name="connsiteY4" fmla="*/ 5143500 h 5143500"/>
              <a:gd name="connsiteX5" fmla="*/ 0 w 9143999"/>
              <a:gd name="connsiteY5" fmla="*/ 5143500 h 5143500"/>
              <a:gd name="connsiteX6" fmla="*/ 5208134 w 9143999"/>
              <a:gd name="connsiteY6"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3999" h="5143500">
                <a:moveTo>
                  <a:pt x="5208134" y="0"/>
                </a:moveTo>
                <a:lnTo>
                  <a:pt x="5208136" y="0"/>
                </a:lnTo>
                <a:lnTo>
                  <a:pt x="9143999" y="0"/>
                </a:lnTo>
                <a:lnTo>
                  <a:pt x="9143999" y="5143500"/>
                </a:lnTo>
                <a:lnTo>
                  <a:pt x="5208136" y="5143500"/>
                </a:lnTo>
                <a:lnTo>
                  <a:pt x="0" y="5143500"/>
                </a:lnTo>
                <a:cubicBezTo>
                  <a:pt x="0" y="2302825"/>
                  <a:pt x="2331762" y="0"/>
                  <a:pt x="5208134" y="0"/>
                </a:cubicBezTo>
                <a:close/>
              </a:path>
            </a:pathLst>
          </a:custGeom>
          <a:solidFill>
            <a:schemeClr val="tx2"/>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sp>
        <p:nvSpPr>
          <p:cNvPr id="2" name="Title 1"/>
          <p:cNvSpPr>
            <a:spLocks noGrp="1"/>
          </p:cNvSpPr>
          <p:nvPr>
            <p:ph type="ctrTitle" hasCustomPrompt="1"/>
          </p:nvPr>
        </p:nvSpPr>
        <p:spPr>
          <a:xfrm>
            <a:off x="2025650" y="1639888"/>
            <a:ext cx="5899150" cy="1089529"/>
          </a:xfrm>
          <a:prstGeom prst="rect">
            <a:avLst/>
          </a:prstGeom>
        </p:spPr>
        <p:txBody>
          <a:bodyPr wrap="square" lIns="0" rIns="0" anchor="t">
            <a:noAutofit/>
          </a:bodyPr>
          <a:lstStyle>
            <a:lvl1pPr algn="l">
              <a:defRPr sz="3600" baseline="0">
                <a:solidFill>
                  <a:schemeClr val="bg1"/>
                </a:solidFill>
              </a:defRPr>
            </a:lvl1pPr>
          </a:lstStyle>
          <a:p>
            <a:r>
              <a:rPr lang="en-US"/>
              <a:t>Divider Slide</a:t>
            </a:r>
            <a:br>
              <a:rPr lang="en-US"/>
            </a:br>
            <a:r>
              <a:rPr lang="en-US"/>
              <a:t>Divider Slide</a:t>
            </a:r>
          </a:p>
        </p:txBody>
      </p:sp>
      <p:sp>
        <p:nvSpPr>
          <p:cNvPr id="3" name="Subtitle 2"/>
          <p:cNvSpPr>
            <a:spLocks noGrp="1"/>
          </p:cNvSpPr>
          <p:nvPr>
            <p:ph type="subTitle" idx="1" hasCustomPrompt="1"/>
          </p:nvPr>
        </p:nvSpPr>
        <p:spPr>
          <a:xfrm>
            <a:off x="2025651" y="2913052"/>
            <a:ext cx="5899147" cy="369332"/>
          </a:xfrm>
          <a:prstGeom prst="rect">
            <a:avLst/>
          </a:prstGeom>
        </p:spPr>
        <p:txBody>
          <a:bodyPr wrap="square" lIns="0" rIns="0" anchor="t">
            <a:noAutofit/>
          </a:bodyPr>
          <a:lstStyle>
            <a:lvl1pPr>
              <a:defRPr lang="en-US" sz="1800" dirty="0">
                <a:solidFill>
                  <a:schemeClr val="bg1"/>
                </a:solidFill>
              </a:defRPr>
            </a:lvl1pPr>
          </a:lstStyle>
          <a:p>
            <a:pPr lvl="0">
              <a:spcBef>
                <a:spcPts val="1000"/>
              </a:spcBef>
              <a:buClrTx/>
              <a:buSzTx/>
              <a:buFont typeface="Arial"/>
              <a:tabLst/>
            </a:pPr>
            <a:r>
              <a:rPr lang="en-US"/>
              <a:t>Subhead</a:t>
            </a:r>
          </a:p>
        </p:txBody>
      </p:sp>
      <p:pic>
        <p:nvPicPr>
          <p:cNvPr id="8" name="Image">
            <a:extLst>
              <a:ext uri="{FF2B5EF4-FFF2-40B4-BE49-F238E27FC236}">
                <a16:creationId xmlns:a16="http://schemas.microsoft.com/office/drawing/2014/main" id="{FC4BF429-AECB-C64F-857D-520D598BC981}"/>
              </a:ext>
            </a:extLst>
          </p:cNvPr>
          <p:cNvPicPr>
            <a:picLocks noChangeAspect="1"/>
          </p:cNvPicPr>
          <p:nvPr userDrawn="1"/>
        </p:nvPicPr>
        <p:blipFill>
          <a:blip r:embed="rId2"/>
          <a:srcRect/>
          <a:stretch/>
        </p:blipFill>
        <p:spPr>
          <a:xfrm>
            <a:off x="246990" y="250462"/>
            <a:ext cx="489607" cy="327631"/>
          </a:xfrm>
          <a:prstGeom prst="rect">
            <a:avLst/>
          </a:prstGeom>
          <a:ln w="12700">
            <a:miter lim="400000"/>
          </a:ln>
        </p:spPr>
      </p:pic>
      <p:sp>
        <p:nvSpPr>
          <p:cNvPr id="7" name="Rectangle 6">
            <a:extLst>
              <a:ext uri="{FF2B5EF4-FFF2-40B4-BE49-F238E27FC236}">
                <a16:creationId xmlns:a16="http://schemas.microsoft.com/office/drawing/2014/main" id="{18C59983-8944-6449-B49C-B80D3A24BE2F}"/>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bg1"/>
                </a:solidFill>
              </a:rPr>
              <a:t>ni.com</a:t>
            </a:r>
          </a:p>
        </p:txBody>
      </p:sp>
      <p:sp>
        <p:nvSpPr>
          <p:cNvPr id="9" name="Rectangle 8">
            <a:extLst>
              <a:ext uri="{FF2B5EF4-FFF2-40B4-BE49-F238E27FC236}">
                <a16:creationId xmlns:a16="http://schemas.microsoft.com/office/drawing/2014/main" id="{E7BB9460-3B49-1145-8F78-CC8FB2451C55}"/>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23124471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Divider Slide 3">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047AFD8-289C-5540-8775-BB5FCC9F904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 y="-1"/>
            <a:ext cx="736600" cy="5143499"/>
          </a:xfrm>
          <a:prstGeom prst="rect">
            <a:avLst/>
          </a:prstGeom>
        </p:spPr>
      </p:pic>
      <p:pic>
        <p:nvPicPr>
          <p:cNvPr id="17" name="Image">
            <a:extLst>
              <a:ext uri="{FF2B5EF4-FFF2-40B4-BE49-F238E27FC236}">
                <a16:creationId xmlns:a16="http://schemas.microsoft.com/office/drawing/2014/main" id="{42B1A14B-492A-1F40-B7F5-C353024A1AA8}"/>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244475" y="259987"/>
            <a:ext cx="253016" cy="169312"/>
          </a:xfrm>
          <a:prstGeom prst="rect">
            <a:avLst/>
          </a:prstGeom>
          <a:ln w="12700">
            <a:miter lim="400000"/>
          </a:ln>
          <a:effectLst>
            <a:outerShdw blurRad="63500" algn="ctr" rotWithShape="0">
              <a:schemeClr val="tx1">
                <a:alpha val="40000"/>
              </a:schemeClr>
            </a:outerShdw>
          </a:effectLst>
        </p:spPr>
      </p:pic>
      <p:sp>
        <p:nvSpPr>
          <p:cNvPr id="15" name="Rectangle 14">
            <a:extLst>
              <a:ext uri="{FF2B5EF4-FFF2-40B4-BE49-F238E27FC236}">
                <a16:creationId xmlns:a16="http://schemas.microsoft.com/office/drawing/2014/main" id="{AED5B481-564C-3D4E-9AE3-B01DACF3A020}"/>
              </a:ext>
            </a:extLst>
          </p:cNvPr>
          <p:cNvSpPr/>
          <p:nvPr userDrawn="1"/>
        </p:nvSpPr>
        <p:spPr>
          <a:xfrm>
            <a:off x="8486353" y="148185"/>
            <a:ext cx="416346" cy="183494"/>
          </a:xfrm>
          <a:prstGeom prst="rect">
            <a:avLst/>
          </a:prstGeom>
        </p:spPr>
        <p:txBody>
          <a:bodyPr wrap="none" lIns="0" tIns="0" rIns="0" bIns="0" anchor="ctr">
            <a:noAutofit/>
          </a:bodyPr>
          <a:lstStyle/>
          <a:p>
            <a:pPr lvl="0" algn="r"/>
            <a:r>
              <a:rPr lang="en-US" sz="1000" spc="-20" baseline="0">
                <a:solidFill>
                  <a:schemeClr val="bg1"/>
                </a:solidFill>
              </a:rPr>
              <a:t>ni.com</a:t>
            </a:r>
          </a:p>
        </p:txBody>
      </p:sp>
      <p:cxnSp>
        <p:nvCxnSpPr>
          <p:cNvPr id="10" name="Straight Connector 9">
            <a:extLst>
              <a:ext uri="{FF2B5EF4-FFF2-40B4-BE49-F238E27FC236}">
                <a16:creationId xmlns:a16="http://schemas.microsoft.com/office/drawing/2014/main" id="{1C8AF5D9-45F3-364E-8D2A-1AED4F1C398B}"/>
              </a:ext>
            </a:extLst>
          </p:cNvPr>
          <p:cNvCxnSpPr>
            <a:cxnSpLocks/>
          </p:cNvCxnSpPr>
          <p:nvPr userDrawn="1"/>
        </p:nvCxnSpPr>
        <p:spPr>
          <a:xfrm>
            <a:off x="975711" y="259987"/>
            <a:ext cx="7431688" cy="0"/>
          </a:xfrm>
          <a:prstGeom prst="line">
            <a:avLst/>
          </a:prstGeom>
          <a:noFill/>
          <a:ln w="12700" cap="flat">
            <a:solidFill>
              <a:schemeClr val="bg1"/>
            </a:solidFill>
            <a:prstDash val="solid"/>
            <a:miter lim="400000"/>
          </a:ln>
          <a:effectLst/>
          <a:sp3d/>
        </p:spPr>
        <p:style>
          <a:lnRef idx="0">
            <a:scrgbClr r="0" g="0" b="0"/>
          </a:lnRef>
          <a:fillRef idx="0">
            <a:scrgbClr r="0" g="0" b="0"/>
          </a:fillRef>
          <a:effectRef idx="0">
            <a:scrgbClr r="0" g="0" b="0"/>
          </a:effectRef>
          <a:fontRef idx="none"/>
        </p:style>
      </p:cxnSp>
      <p:sp>
        <p:nvSpPr>
          <p:cNvPr id="11" name="Title 1">
            <a:extLst>
              <a:ext uri="{FF2B5EF4-FFF2-40B4-BE49-F238E27FC236}">
                <a16:creationId xmlns:a16="http://schemas.microsoft.com/office/drawing/2014/main" id="{44F56FE9-9A16-9246-A70C-C51B7991938F}"/>
              </a:ext>
            </a:extLst>
          </p:cNvPr>
          <p:cNvSpPr>
            <a:spLocks noGrp="1"/>
          </p:cNvSpPr>
          <p:nvPr>
            <p:ph type="ctrTitle" hasCustomPrompt="1"/>
          </p:nvPr>
        </p:nvSpPr>
        <p:spPr>
          <a:xfrm>
            <a:off x="975710" y="1410870"/>
            <a:ext cx="7119665" cy="1089529"/>
          </a:xfrm>
          <a:prstGeom prst="rect">
            <a:avLst/>
          </a:prstGeom>
        </p:spPr>
        <p:txBody>
          <a:bodyPr wrap="square" lIns="0" rIns="0" anchor="t">
            <a:noAutofit/>
          </a:bodyPr>
          <a:lstStyle>
            <a:lvl1pPr algn="l">
              <a:defRPr sz="3600" baseline="0">
                <a:solidFill>
                  <a:schemeClr val="bg1"/>
                </a:solidFill>
              </a:defRPr>
            </a:lvl1pPr>
          </a:lstStyle>
          <a:p>
            <a:r>
              <a:rPr lang="en-US"/>
              <a:t>Divider Slide</a:t>
            </a:r>
            <a:br>
              <a:rPr lang="en-US"/>
            </a:br>
            <a:r>
              <a:rPr lang="en-US"/>
              <a:t>Divider Slide</a:t>
            </a:r>
          </a:p>
        </p:txBody>
      </p:sp>
      <p:sp>
        <p:nvSpPr>
          <p:cNvPr id="14" name="Subtitle 2">
            <a:extLst>
              <a:ext uri="{FF2B5EF4-FFF2-40B4-BE49-F238E27FC236}">
                <a16:creationId xmlns:a16="http://schemas.microsoft.com/office/drawing/2014/main" id="{6DBAD126-5E50-1C4F-92CA-FE968CF31934}"/>
              </a:ext>
            </a:extLst>
          </p:cNvPr>
          <p:cNvSpPr>
            <a:spLocks noGrp="1"/>
          </p:cNvSpPr>
          <p:nvPr>
            <p:ph type="subTitle" idx="1" hasCustomPrompt="1"/>
          </p:nvPr>
        </p:nvSpPr>
        <p:spPr>
          <a:xfrm>
            <a:off x="975711" y="2684034"/>
            <a:ext cx="7119662" cy="369332"/>
          </a:xfrm>
          <a:prstGeom prst="rect">
            <a:avLst/>
          </a:prstGeom>
        </p:spPr>
        <p:txBody>
          <a:bodyPr wrap="square" lIns="0" rIns="0" anchor="t">
            <a:noAutofit/>
          </a:bodyPr>
          <a:lstStyle>
            <a:lvl1pPr>
              <a:defRPr lang="en-US" sz="1800" dirty="0">
                <a:solidFill>
                  <a:schemeClr val="bg1"/>
                </a:solidFill>
              </a:defRPr>
            </a:lvl1pPr>
          </a:lstStyle>
          <a:p>
            <a:pPr lvl="0">
              <a:spcBef>
                <a:spcPts val="1000"/>
              </a:spcBef>
              <a:buClrTx/>
              <a:buSzTx/>
              <a:buFont typeface="Arial"/>
              <a:tabLst/>
            </a:pPr>
            <a:r>
              <a:rPr lang="en-US"/>
              <a:t>Subhead</a:t>
            </a:r>
          </a:p>
        </p:txBody>
      </p:sp>
      <p:sp>
        <p:nvSpPr>
          <p:cNvPr id="18" name="Arc 17">
            <a:extLst>
              <a:ext uri="{FF2B5EF4-FFF2-40B4-BE49-F238E27FC236}">
                <a16:creationId xmlns:a16="http://schemas.microsoft.com/office/drawing/2014/main" id="{91269606-5049-A349-A0F2-E7948820D3E3}"/>
              </a:ext>
            </a:extLst>
          </p:cNvPr>
          <p:cNvSpPr/>
          <p:nvPr userDrawn="1"/>
        </p:nvSpPr>
        <p:spPr>
          <a:xfrm flipV="1">
            <a:off x="2755014" y="-1113066"/>
            <a:ext cx="6117894" cy="5996579"/>
          </a:xfrm>
          <a:prstGeom prst="arc">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tx2"/>
              </a:solidFill>
            </a:endParaRPr>
          </a:p>
        </p:txBody>
      </p:sp>
      <p:sp>
        <p:nvSpPr>
          <p:cNvPr id="9" name="Rectangle 8">
            <a:extLst>
              <a:ext uri="{FF2B5EF4-FFF2-40B4-BE49-F238E27FC236}">
                <a16:creationId xmlns:a16="http://schemas.microsoft.com/office/drawing/2014/main" id="{18643449-95D0-9A44-BA0B-1B5D728F9302}"/>
              </a:ext>
            </a:extLst>
          </p:cNvPr>
          <p:cNvSpPr/>
          <p:nvPr userDrawn="1"/>
        </p:nvSpPr>
        <p:spPr>
          <a:xfrm>
            <a:off x="975711" y="4913022"/>
            <a:ext cx="1488520"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80647287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Layout for Bar Graph">
    <p:bg>
      <p:bgPr>
        <a:solidFill>
          <a:schemeClr val="bg1"/>
        </a:solidFill>
        <a:effectLst/>
      </p:bgPr>
    </p:bg>
    <p:spTree>
      <p:nvGrpSpPr>
        <p:cNvPr id="1" name=""/>
        <p:cNvGrpSpPr/>
        <p:nvPr/>
      </p:nvGrpSpPr>
      <p:grpSpPr>
        <a:xfrm>
          <a:off x="0" y="0"/>
          <a:ext cx="0" cy="0"/>
          <a:chOff x="0" y="0"/>
          <a:chExt cx="0" cy="0"/>
        </a:xfrm>
      </p:grpSpPr>
      <p:pic>
        <p:nvPicPr>
          <p:cNvPr id="10" name="Image">
            <a:extLst>
              <a:ext uri="{FF2B5EF4-FFF2-40B4-BE49-F238E27FC236}">
                <a16:creationId xmlns:a16="http://schemas.microsoft.com/office/drawing/2014/main" id="{EC2AF6E3-B9CE-8247-9AC6-3BADB0C8564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244475" y="258884"/>
            <a:ext cx="253016" cy="169311"/>
          </a:xfrm>
          <a:prstGeom prst="rect">
            <a:avLst/>
          </a:prstGeom>
          <a:ln w="12700">
            <a:miter lim="400000"/>
          </a:ln>
          <a:effectLst/>
        </p:spPr>
      </p:pic>
      <p:cxnSp>
        <p:nvCxnSpPr>
          <p:cNvPr id="7" name="Straight Connector 6">
            <a:extLst>
              <a:ext uri="{FF2B5EF4-FFF2-40B4-BE49-F238E27FC236}">
                <a16:creationId xmlns:a16="http://schemas.microsoft.com/office/drawing/2014/main" id="{CA21F88F-7476-BB48-935A-A515D14D8D6A}"/>
              </a:ext>
            </a:extLst>
          </p:cNvPr>
          <p:cNvCxnSpPr>
            <a:cxnSpLocks/>
          </p:cNvCxnSpPr>
          <p:nvPr userDrawn="1"/>
        </p:nvCxnSpPr>
        <p:spPr>
          <a:xfrm>
            <a:off x="736600" y="259987"/>
            <a:ext cx="7661275" cy="0"/>
          </a:xfrm>
          <a:prstGeom prst="line">
            <a:avLst/>
          </a:prstGeom>
          <a:noFill/>
          <a:ln w="12700" cap="flat">
            <a:solidFill>
              <a:schemeClr val="tx1"/>
            </a:solidFill>
            <a:prstDash val="solid"/>
            <a:miter lim="400000"/>
          </a:ln>
          <a:effectLst/>
          <a:sp3d/>
        </p:spPr>
        <p:style>
          <a:lnRef idx="0">
            <a:scrgbClr r="0" g="0" b="0"/>
          </a:lnRef>
          <a:fillRef idx="0">
            <a:scrgbClr r="0" g="0" b="0"/>
          </a:fillRef>
          <a:effectRef idx="0">
            <a:scrgbClr r="0" g="0" b="0"/>
          </a:effectRef>
          <a:fontRef idx="none"/>
        </p:style>
      </p:cxnSp>
      <p:sp>
        <p:nvSpPr>
          <p:cNvPr id="8" name="Rectangle 7">
            <a:extLst>
              <a:ext uri="{FF2B5EF4-FFF2-40B4-BE49-F238E27FC236}">
                <a16:creationId xmlns:a16="http://schemas.microsoft.com/office/drawing/2014/main" id="{BB0979B2-3789-3043-8C2E-7A66B16CA9DF}"/>
              </a:ext>
            </a:extLst>
          </p:cNvPr>
          <p:cNvSpPr/>
          <p:nvPr userDrawn="1"/>
        </p:nvSpPr>
        <p:spPr>
          <a:xfrm>
            <a:off x="8455025" y="148185"/>
            <a:ext cx="443462" cy="183494"/>
          </a:xfrm>
          <a:prstGeom prst="rect">
            <a:avLst/>
          </a:prstGeom>
        </p:spPr>
        <p:txBody>
          <a:bodyPr wrap="none" lIns="0" tIns="0" rIns="0" bIns="0" anchor="ctr">
            <a:noAutofit/>
          </a:bodyPr>
          <a:lstStyle/>
          <a:p>
            <a:pPr lvl="0" algn="r"/>
            <a:r>
              <a:rPr lang="en-US" sz="1000" spc="-20" baseline="0">
                <a:solidFill>
                  <a:schemeClr val="tx1"/>
                </a:solidFill>
              </a:rPr>
              <a:t>ni.com</a:t>
            </a:r>
          </a:p>
        </p:txBody>
      </p:sp>
      <p:sp>
        <p:nvSpPr>
          <p:cNvPr id="5" name="Rectangle 4">
            <a:extLst>
              <a:ext uri="{FF2B5EF4-FFF2-40B4-BE49-F238E27FC236}">
                <a16:creationId xmlns:a16="http://schemas.microsoft.com/office/drawing/2014/main" id="{65A2406B-2DC1-464A-8729-FD120EDE4F24}"/>
              </a:ext>
            </a:extLst>
          </p:cNvPr>
          <p:cNvSpPr/>
          <p:nvPr userDrawn="1"/>
        </p:nvSpPr>
        <p:spPr>
          <a:xfrm>
            <a:off x="244474" y="4900613"/>
            <a:ext cx="1506833" cy="242886"/>
          </a:xfrm>
          <a:prstGeom prst="rect">
            <a:avLst/>
          </a:prstGeom>
        </p:spPr>
        <p:txBody>
          <a:bodyPr wrap="none" lIns="0" tIns="0" rIns="0" bIns="0" anchor="ctr">
            <a:noAutofit/>
          </a:bodyPr>
          <a:lstStyle/>
          <a:p>
            <a:pPr algn="l"/>
            <a:r>
              <a:rPr lang="en-US" sz="800">
                <a:solidFill>
                  <a:schemeClr val="bg2">
                    <a:lumMod val="75000"/>
                  </a:schemeClr>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21635322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itle/Closing Slide Patter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AAEE0-7563-43D8-2EA6-0EF66AD33038}"/>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7" name="Picture 6" descr="A green and white squares&#10;&#10;Description automatically generated">
            <a:extLst>
              <a:ext uri="{FF2B5EF4-FFF2-40B4-BE49-F238E27FC236}">
                <a16:creationId xmlns:a16="http://schemas.microsoft.com/office/drawing/2014/main" id="{F20F85B9-FEB9-E836-6DAC-242661FDEEA6}"/>
              </a:ext>
            </a:extLst>
          </p:cNvPr>
          <p:cNvPicPr>
            <a:picLocks noChangeAspect="1"/>
          </p:cNvPicPr>
          <p:nvPr/>
        </p:nvPicPr>
        <p:blipFill>
          <a:blip r:embed="rId2"/>
          <a:stretch>
            <a:fillRect/>
          </a:stretch>
        </p:blipFill>
        <p:spPr>
          <a:xfrm>
            <a:off x="5759534" y="0"/>
            <a:ext cx="3384466" cy="4518846"/>
          </a:xfrm>
          <a:prstGeom prst="rect">
            <a:avLst/>
          </a:prstGeom>
        </p:spPr>
      </p:pic>
      <p:sp>
        <p:nvSpPr>
          <p:cNvPr id="12" name="Title 1">
            <a:extLst>
              <a:ext uri="{FF2B5EF4-FFF2-40B4-BE49-F238E27FC236}">
                <a16:creationId xmlns:a16="http://schemas.microsoft.com/office/drawing/2014/main" id="{C8D37EB2-5223-EE12-23A2-A024E2AF66D5}"/>
              </a:ext>
            </a:extLst>
          </p:cNvPr>
          <p:cNvSpPr>
            <a:spLocks noGrp="1"/>
          </p:cNvSpPr>
          <p:nvPr>
            <p:ph type="title" hasCustomPrompt="1"/>
          </p:nvPr>
        </p:nvSpPr>
        <p:spPr>
          <a:xfrm>
            <a:off x="427361" y="824147"/>
            <a:ext cx="3979784"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13" name="Text Placeholder 13">
            <a:extLst>
              <a:ext uri="{FF2B5EF4-FFF2-40B4-BE49-F238E27FC236}">
                <a16:creationId xmlns:a16="http://schemas.microsoft.com/office/drawing/2014/main" id="{5C72A97E-78EF-DAED-456A-D9CCEC8F651C}"/>
              </a:ext>
            </a:extLst>
          </p:cNvPr>
          <p:cNvSpPr>
            <a:spLocks noGrp="1"/>
          </p:cNvSpPr>
          <p:nvPr>
            <p:ph type="body" sz="quarter" idx="12" hasCustomPrompt="1"/>
          </p:nvPr>
        </p:nvSpPr>
        <p:spPr>
          <a:xfrm>
            <a:off x="427361" y="1847364"/>
            <a:ext cx="397978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6E904E0F-9C02-56BE-7DF9-ADE6E1C29A61}"/>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2" name="Rectangle 1">
            <a:extLst>
              <a:ext uri="{FF2B5EF4-FFF2-40B4-BE49-F238E27FC236}">
                <a16:creationId xmlns:a16="http://schemas.microsoft.com/office/drawing/2014/main" id="{D76E940E-6DE5-9B98-C113-78820A2F7FE7}"/>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4" name="Picture 3" descr="A green and white squares&#10;&#10;Description automatically generated">
            <a:extLst>
              <a:ext uri="{FF2B5EF4-FFF2-40B4-BE49-F238E27FC236}">
                <a16:creationId xmlns:a16="http://schemas.microsoft.com/office/drawing/2014/main" id="{8C0528FD-8FC2-C97E-3752-0EBBB2B2598E}"/>
              </a:ext>
            </a:extLst>
          </p:cNvPr>
          <p:cNvPicPr>
            <a:picLocks noChangeAspect="1"/>
          </p:cNvPicPr>
          <p:nvPr/>
        </p:nvPicPr>
        <p:blipFill>
          <a:blip r:embed="rId2"/>
          <a:stretch>
            <a:fillRect/>
          </a:stretch>
        </p:blipFill>
        <p:spPr>
          <a:xfrm>
            <a:off x="5759534" y="0"/>
            <a:ext cx="3384466" cy="4518846"/>
          </a:xfrm>
          <a:prstGeom prst="rect">
            <a:avLst/>
          </a:prstGeom>
        </p:spPr>
      </p:pic>
      <p:sp>
        <p:nvSpPr>
          <p:cNvPr id="5" name="Rectangle 1">
            <a:extLst>
              <a:ext uri="{FF2B5EF4-FFF2-40B4-BE49-F238E27FC236}">
                <a16:creationId xmlns:a16="http://schemas.microsoft.com/office/drawing/2014/main" id="{D32B6717-476B-6E32-B682-564EE2A691FE}"/>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6" name="Picture 3" descr="A green and white squares&#10;&#10;Description automatically generated">
            <a:extLst>
              <a:ext uri="{FF2B5EF4-FFF2-40B4-BE49-F238E27FC236}">
                <a16:creationId xmlns:a16="http://schemas.microsoft.com/office/drawing/2014/main" id="{72B0C4DA-494C-A2D5-F191-5ACC9C411996}"/>
              </a:ext>
            </a:extLst>
          </p:cNvPr>
          <p:cNvPicPr>
            <a:picLocks noChangeAspect="1"/>
          </p:cNvPicPr>
          <p:nvPr/>
        </p:nvPicPr>
        <p:blipFill>
          <a:blip r:embed="rId2"/>
          <a:stretch>
            <a:fillRect/>
          </a:stretch>
        </p:blipFill>
        <p:spPr>
          <a:xfrm>
            <a:off x="5759534" y="0"/>
            <a:ext cx="3384466" cy="4518846"/>
          </a:xfrm>
          <a:prstGeom prst="rect">
            <a:avLst/>
          </a:prstGeom>
        </p:spPr>
      </p:pic>
      <p:sp>
        <p:nvSpPr>
          <p:cNvPr id="9" name="Rectangle 1">
            <a:extLst>
              <a:ext uri="{FF2B5EF4-FFF2-40B4-BE49-F238E27FC236}">
                <a16:creationId xmlns:a16="http://schemas.microsoft.com/office/drawing/2014/main" id="{C2B35686-16F5-8C24-B54C-8C452F1DFA51}"/>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10" name="Picture 3" descr="A green and white squares&#10;&#10;Description automatically generated">
            <a:extLst>
              <a:ext uri="{FF2B5EF4-FFF2-40B4-BE49-F238E27FC236}">
                <a16:creationId xmlns:a16="http://schemas.microsoft.com/office/drawing/2014/main" id="{B4D6974D-5082-4734-A2D7-3307F8632205}"/>
              </a:ext>
            </a:extLst>
          </p:cNvPr>
          <p:cNvPicPr>
            <a:picLocks noChangeAspect="1"/>
          </p:cNvPicPr>
          <p:nvPr/>
        </p:nvPicPr>
        <p:blipFill>
          <a:blip r:embed="rId2"/>
          <a:stretch>
            <a:fillRect/>
          </a:stretch>
        </p:blipFill>
        <p:spPr>
          <a:xfrm>
            <a:off x="5759534" y="0"/>
            <a:ext cx="3384466" cy="4518846"/>
          </a:xfrm>
          <a:prstGeom prst="rect">
            <a:avLst/>
          </a:prstGeom>
        </p:spPr>
      </p:pic>
    </p:spTree>
    <p:extLst>
      <p:ext uri="{BB962C8B-B14F-4D97-AF65-F5344CB8AC3E}">
        <p14:creationId xmlns:p14="http://schemas.microsoft.com/office/powerpoint/2010/main" val="353563303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branded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5FC2D6-258E-2A4C-99EE-17BDF6F362B5}"/>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7" name="Picture 6">
            <a:extLst>
              <a:ext uri="{FF2B5EF4-FFF2-40B4-BE49-F238E27FC236}">
                <a16:creationId xmlns:a16="http://schemas.microsoft.com/office/drawing/2014/main" id="{6DC6D24F-3F63-5BDF-85A3-4AE929F7544C}"/>
              </a:ext>
            </a:extLst>
          </p:cNvPr>
          <p:cNvPicPr>
            <a:picLocks noChangeAspect="1"/>
          </p:cNvPicPr>
          <p:nvPr/>
        </p:nvPicPr>
        <p:blipFill>
          <a:blip r:embed="rId2"/>
          <a:srcRect/>
          <a:stretch/>
        </p:blipFill>
        <p:spPr>
          <a:xfrm>
            <a:off x="-11355" y="1421950"/>
            <a:ext cx="9143988" cy="2293879"/>
          </a:xfrm>
          <a:prstGeom prst="rect">
            <a:avLst/>
          </a:prstGeom>
        </p:spPr>
      </p:pic>
      <p:sp>
        <p:nvSpPr>
          <p:cNvPr id="4" name="TextBox 3">
            <a:extLst>
              <a:ext uri="{FF2B5EF4-FFF2-40B4-BE49-F238E27FC236}">
                <a16:creationId xmlns:a16="http://schemas.microsoft.com/office/drawing/2014/main" id="{44D9FEA5-9836-9524-A302-D1D4F2E9659B}"/>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
        <p:nvSpPr>
          <p:cNvPr id="6" name="Slide Number Placeholder 5">
            <a:extLst>
              <a:ext uri="{FF2B5EF4-FFF2-40B4-BE49-F238E27FC236}">
                <a16:creationId xmlns:a16="http://schemas.microsoft.com/office/drawing/2014/main" id="{60450ED1-DB5B-ABCC-5F7C-40C47AA2A744}"/>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2" name="Rectangle 1">
            <a:extLst>
              <a:ext uri="{FF2B5EF4-FFF2-40B4-BE49-F238E27FC236}">
                <a16:creationId xmlns:a16="http://schemas.microsoft.com/office/drawing/2014/main" id="{7D128FE4-269E-606F-B220-E2EB2564DA90}"/>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5" name="Picture 4">
            <a:extLst>
              <a:ext uri="{FF2B5EF4-FFF2-40B4-BE49-F238E27FC236}">
                <a16:creationId xmlns:a16="http://schemas.microsoft.com/office/drawing/2014/main" id="{299CFFE6-E3DC-D35E-BC05-9ADF501B05FB}"/>
              </a:ext>
            </a:extLst>
          </p:cNvPr>
          <p:cNvPicPr>
            <a:picLocks noChangeAspect="1"/>
          </p:cNvPicPr>
          <p:nvPr/>
        </p:nvPicPr>
        <p:blipFill>
          <a:blip r:embed="rId2"/>
          <a:srcRect/>
          <a:stretch/>
        </p:blipFill>
        <p:spPr>
          <a:xfrm>
            <a:off x="-11355" y="1421950"/>
            <a:ext cx="9143988" cy="2293879"/>
          </a:xfrm>
          <a:prstGeom prst="rect">
            <a:avLst/>
          </a:prstGeom>
        </p:spPr>
      </p:pic>
      <p:sp>
        <p:nvSpPr>
          <p:cNvPr id="8" name="TextBox 7">
            <a:extLst>
              <a:ext uri="{FF2B5EF4-FFF2-40B4-BE49-F238E27FC236}">
                <a16:creationId xmlns:a16="http://schemas.microsoft.com/office/drawing/2014/main" id="{6545DCDC-0606-C560-8B41-3B1F823CE529}"/>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
        <p:nvSpPr>
          <p:cNvPr id="9" name="Rectangle 1">
            <a:extLst>
              <a:ext uri="{FF2B5EF4-FFF2-40B4-BE49-F238E27FC236}">
                <a16:creationId xmlns:a16="http://schemas.microsoft.com/office/drawing/2014/main" id="{FE758A22-D79E-6F8E-2BD9-CCD202FC4928}"/>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10" name="Picture 4">
            <a:extLst>
              <a:ext uri="{FF2B5EF4-FFF2-40B4-BE49-F238E27FC236}">
                <a16:creationId xmlns:a16="http://schemas.microsoft.com/office/drawing/2014/main" id="{22EB1C1B-9DF9-B386-11E2-623F40C40481}"/>
              </a:ext>
            </a:extLst>
          </p:cNvPr>
          <p:cNvPicPr>
            <a:picLocks noChangeAspect="1"/>
          </p:cNvPicPr>
          <p:nvPr/>
        </p:nvPicPr>
        <p:blipFill>
          <a:blip r:embed="rId2"/>
          <a:srcRect/>
          <a:stretch/>
        </p:blipFill>
        <p:spPr>
          <a:xfrm>
            <a:off x="-11355" y="1421950"/>
            <a:ext cx="9143988" cy="2293879"/>
          </a:xfrm>
          <a:prstGeom prst="rect">
            <a:avLst/>
          </a:prstGeom>
        </p:spPr>
      </p:pic>
      <p:sp>
        <p:nvSpPr>
          <p:cNvPr id="11" name="TextBox 7">
            <a:extLst>
              <a:ext uri="{FF2B5EF4-FFF2-40B4-BE49-F238E27FC236}">
                <a16:creationId xmlns:a16="http://schemas.microsoft.com/office/drawing/2014/main" id="{3CE5040F-321B-F2C7-8154-7DDABED27E6A}"/>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
        <p:nvSpPr>
          <p:cNvPr id="12" name="Rectangle 1">
            <a:extLst>
              <a:ext uri="{FF2B5EF4-FFF2-40B4-BE49-F238E27FC236}">
                <a16:creationId xmlns:a16="http://schemas.microsoft.com/office/drawing/2014/main" id="{894A7E31-D26E-B361-F78C-209EB6722AE1}"/>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13" name="Picture 4">
            <a:extLst>
              <a:ext uri="{FF2B5EF4-FFF2-40B4-BE49-F238E27FC236}">
                <a16:creationId xmlns:a16="http://schemas.microsoft.com/office/drawing/2014/main" id="{FB484202-5BC9-F92D-A271-C9CE929E8155}"/>
              </a:ext>
            </a:extLst>
          </p:cNvPr>
          <p:cNvPicPr>
            <a:picLocks noChangeAspect="1"/>
          </p:cNvPicPr>
          <p:nvPr/>
        </p:nvPicPr>
        <p:blipFill>
          <a:blip r:embed="rId2"/>
          <a:srcRect/>
          <a:stretch/>
        </p:blipFill>
        <p:spPr>
          <a:xfrm>
            <a:off x="-11355" y="1421950"/>
            <a:ext cx="9143988" cy="2293879"/>
          </a:xfrm>
          <a:prstGeom prst="rect">
            <a:avLst/>
          </a:prstGeom>
        </p:spPr>
      </p:pic>
      <p:sp>
        <p:nvSpPr>
          <p:cNvPr id="14" name="TextBox 13">
            <a:extLst>
              <a:ext uri="{FF2B5EF4-FFF2-40B4-BE49-F238E27FC236}">
                <a16:creationId xmlns:a16="http://schemas.microsoft.com/office/drawing/2014/main" id="{570A42B4-2BF5-79E3-34E7-3B86B5B14AB9}"/>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Tree>
    <p:extLst>
      <p:ext uri="{BB962C8B-B14F-4D97-AF65-F5344CB8AC3E}">
        <p14:creationId xmlns:p14="http://schemas.microsoft.com/office/powerpoint/2010/main" val="420242071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o-branded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CF378-F0E6-5034-6CF6-ECC88E4B67B9}"/>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13" name="TextBox 12">
            <a:extLst>
              <a:ext uri="{FF2B5EF4-FFF2-40B4-BE49-F238E27FC236}">
                <a16:creationId xmlns:a16="http://schemas.microsoft.com/office/drawing/2014/main" id="{71BDEE70-751A-F683-49D1-3563D21315EA}"/>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sp>
        <p:nvSpPr>
          <p:cNvPr id="11" name="Slide Number Placeholder 5">
            <a:extLst>
              <a:ext uri="{FF2B5EF4-FFF2-40B4-BE49-F238E27FC236}">
                <a16:creationId xmlns:a16="http://schemas.microsoft.com/office/drawing/2014/main" id="{CE24624E-DE7B-5966-1304-9A8148C8847D}"/>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pic>
        <p:nvPicPr>
          <p:cNvPr id="12" name="Picture 11">
            <a:extLst>
              <a:ext uri="{FF2B5EF4-FFF2-40B4-BE49-F238E27FC236}">
                <a16:creationId xmlns:a16="http://schemas.microsoft.com/office/drawing/2014/main" id="{935A4D87-FB75-092D-ED6F-D87BA620E884}"/>
              </a:ext>
            </a:extLst>
          </p:cNvPr>
          <p:cNvPicPr>
            <a:picLocks noChangeAspect="1"/>
          </p:cNvPicPr>
          <p:nvPr/>
        </p:nvPicPr>
        <p:blipFill>
          <a:blip r:embed="rId2"/>
          <a:srcRect/>
          <a:stretch/>
        </p:blipFill>
        <p:spPr>
          <a:xfrm>
            <a:off x="-11355" y="1421950"/>
            <a:ext cx="9143988" cy="2293879"/>
          </a:xfrm>
          <a:prstGeom prst="rect">
            <a:avLst/>
          </a:prstGeom>
        </p:spPr>
      </p:pic>
      <p:sp>
        <p:nvSpPr>
          <p:cNvPr id="3" name="Rectangle 2">
            <a:extLst>
              <a:ext uri="{FF2B5EF4-FFF2-40B4-BE49-F238E27FC236}">
                <a16:creationId xmlns:a16="http://schemas.microsoft.com/office/drawing/2014/main" id="{5DE2D8BA-1667-4F99-96A9-4DA4514D9EA6}"/>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4" name="TextBox 3">
            <a:extLst>
              <a:ext uri="{FF2B5EF4-FFF2-40B4-BE49-F238E27FC236}">
                <a16:creationId xmlns:a16="http://schemas.microsoft.com/office/drawing/2014/main" id="{2F9B828A-20AD-7E53-D305-68354A89D897}"/>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pic>
        <p:nvPicPr>
          <p:cNvPr id="5" name="Picture 4">
            <a:extLst>
              <a:ext uri="{FF2B5EF4-FFF2-40B4-BE49-F238E27FC236}">
                <a16:creationId xmlns:a16="http://schemas.microsoft.com/office/drawing/2014/main" id="{A2985583-14F4-1406-DB75-C73DF6E77F1A}"/>
              </a:ext>
            </a:extLst>
          </p:cNvPr>
          <p:cNvPicPr>
            <a:picLocks noChangeAspect="1"/>
          </p:cNvPicPr>
          <p:nvPr/>
        </p:nvPicPr>
        <p:blipFill>
          <a:blip r:embed="rId2"/>
          <a:srcRect/>
          <a:stretch/>
        </p:blipFill>
        <p:spPr>
          <a:xfrm>
            <a:off x="-11355" y="1421950"/>
            <a:ext cx="9143988" cy="2293879"/>
          </a:xfrm>
          <a:prstGeom prst="rect">
            <a:avLst/>
          </a:prstGeom>
        </p:spPr>
      </p:pic>
      <p:sp>
        <p:nvSpPr>
          <p:cNvPr id="6" name="Rectangle 2">
            <a:extLst>
              <a:ext uri="{FF2B5EF4-FFF2-40B4-BE49-F238E27FC236}">
                <a16:creationId xmlns:a16="http://schemas.microsoft.com/office/drawing/2014/main" id="{F9C5F6FF-F2F6-2D1B-42EA-35F46CC65EA1}"/>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7" name="TextBox 3">
            <a:extLst>
              <a:ext uri="{FF2B5EF4-FFF2-40B4-BE49-F238E27FC236}">
                <a16:creationId xmlns:a16="http://schemas.microsoft.com/office/drawing/2014/main" id="{4F39E646-119A-72A9-6E03-47CF68D8AB1D}"/>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pic>
        <p:nvPicPr>
          <p:cNvPr id="8" name="Picture 4">
            <a:extLst>
              <a:ext uri="{FF2B5EF4-FFF2-40B4-BE49-F238E27FC236}">
                <a16:creationId xmlns:a16="http://schemas.microsoft.com/office/drawing/2014/main" id="{B7C530E6-1DD9-EB97-2EE6-101814CB6FF7}"/>
              </a:ext>
            </a:extLst>
          </p:cNvPr>
          <p:cNvPicPr>
            <a:picLocks noChangeAspect="1"/>
          </p:cNvPicPr>
          <p:nvPr/>
        </p:nvPicPr>
        <p:blipFill>
          <a:blip r:embed="rId2"/>
          <a:srcRect/>
          <a:stretch/>
        </p:blipFill>
        <p:spPr>
          <a:xfrm>
            <a:off x="-11355" y="1421950"/>
            <a:ext cx="9143988" cy="2293879"/>
          </a:xfrm>
          <a:prstGeom prst="rect">
            <a:avLst/>
          </a:prstGeom>
        </p:spPr>
      </p:pic>
      <p:sp>
        <p:nvSpPr>
          <p:cNvPr id="9" name="Rectangle 2">
            <a:extLst>
              <a:ext uri="{FF2B5EF4-FFF2-40B4-BE49-F238E27FC236}">
                <a16:creationId xmlns:a16="http://schemas.microsoft.com/office/drawing/2014/main" id="{3E447280-B0AC-6F6B-4D95-BBD03A5CF26A}"/>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10" name="TextBox 3">
            <a:extLst>
              <a:ext uri="{FF2B5EF4-FFF2-40B4-BE49-F238E27FC236}">
                <a16:creationId xmlns:a16="http://schemas.microsoft.com/office/drawing/2014/main" id="{1FB898CE-3D45-885D-3A5A-90EE04836228}"/>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pic>
        <p:nvPicPr>
          <p:cNvPr id="14" name="Picture 4">
            <a:extLst>
              <a:ext uri="{FF2B5EF4-FFF2-40B4-BE49-F238E27FC236}">
                <a16:creationId xmlns:a16="http://schemas.microsoft.com/office/drawing/2014/main" id="{99BEF976-EDAA-25DC-276C-818C15130995}"/>
              </a:ext>
            </a:extLst>
          </p:cNvPr>
          <p:cNvPicPr>
            <a:picLocks noChangeAspect="1"/>
          </p:cNvPicPr>
          <p:nvPr/>
        </p:nvPicPr>
        <p:blipFill>
          <a:blip r:embed="rId2"/>
          <a:srcRect/>
          <a:stretch/>
        </p:blipFill>
        <p:spPr>
          <a:xfrm>
            <a:off x="-11355" y="1421950"/>
            <a:ext cx="9143988" cy="2293879"/>
          </a:xfrm>
          <a:prstGeom prst="rect">
            <a:avLst/>
          </a:prstGeom>
        </p:spPr>
      </p:pic>
    </p:spTree>
    <p:extLst>
      <p:ext uri="{BB962C8B-B14F-4D97-AF65-F5344CB8AC3E}">
        <p14:creationId xmlns:p14="http://schemas.microsoft.com/office/powerpoint/2010/main" val="62872755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over Slide Left Title">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7D8389FB-13B4-51E4-68AC-2618D55E877F}"/>
              </a:ext>
            </a:extLst>
          </p:cNvPr>
          <p:cNvSpPr>
            <a:spLocks noGrp="1"/>
          </p:cNvSpPr>
          <p:nvPr>
            <p:ph type="pic" sz="quarter" idx="15"/>
          </p:nvPr>
        </p:nvSpPr>
        <p:spPr>
          <a:xfrm>
            <a:off x="-2" y="0"/>
            <a:ext cx="9144001" cy="5143500"/>
          </a:xfrm>
          <a:solidFill>
            <a:schemeClr val="bg1">
              <a:lumMod val="85000"/>
            </a:schemeClr>
          </a:solidFill>
        </p:spPr>
        <p:txBody>
          <a:bodyPr/>
          <a:lstStyle>
            <a:lvl1pPr>
              <a:defRPr/>
            </a:lvl1pPr>
          </a:lstStyle>
          <a:p>
            <a:r>
              <a:rPr lang="en-US" altLang="ja-JP"/>
              <a:t>Click icon to add picture</a:t>
            </a:r>
            <a:endParaRPr lang="en-US"/>
          </a:p>
        </p:txBody>
      </p:sp>
      <p:sp>
        <p:nvSpPr>
          <p:cNvPr id="10" name="Title 1">
            <a:extLst>
              <a:ext uri="{FF2B5EF4-FFF2-40B4-BE49-F238E27FC236}">
                <a16:creationId xmlns:a16="http://schemas.microsoft.com/office/drawing/2014/main" id="{15AD002E-415A-4D73-8091-8E41D1B568F4}"/>
              </a:ext>
            </a:extLst>
          </p:cNvPr>
          <p:cNvSpPr>
            <a:spLocks noGrp="1"/>
          </p:cNvSpPr>
          <p:nvPr>
            <p:ph type="title" hasCustomPrompt="1"/>
          </p:nvPr>
        </p:nvSpPr>
        <p:spPr>
          <a:xfrm>
            <a:off x="427361" y="299321"/>
            <a:ext cx="8289279"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11" name="Text Placeholder 13">
            <a:extLst>
              <a:ext uri="{FF2B5EF4-FFF2-40B4-BE49-F238E27FC236}">
                <a16:creationId xmlns:a16="http://schemas.microsoft.com/office/drawing/2014/main" id="{4D33A2EE-036C-4D53-9010-79F2A3C10DA0}"/>
              </a:ext>
            </a:extLst>
          </p:cNvPr>
          <p:cNvSpPr>
            <a:spLocks noGrp="1"/>
          </p:cNvSpPr>
          <p:nvPr>
            <p:ph type="body" sz="quarter" idx="12" hasCustomPrompt="1"/>
          </p:nvPr>
        </p:nvSpPr>
        <p:spPr>
          <a:xfrm>
            <a:off x="427361" y="1097093"/>
            <a:ext cx="654772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59BBD498-4442-3D68-BD18-43021A6AEDD1}"/>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17750775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over Slide Right Title">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BC6109AA-81FE-80E6-6C85-1F72793C929C}"/>
              </a:ext>
            </a:extLst>
          </p:cNvPr>
          <p:cNvSpPr>
            <a:spLocks noGrp="1"/>
          </p:cNvSpPr>
          <p:nvPr>
            <p:ph type="pic" sz="quarter" idx="15"/>
          </p:nvPr>
        </p:nvSpPr>
        <p:spPr>
          <a:xfrm>
            <a:off x="-2" y="0"/>
            <a:ext cx="9144001" cy="5143500"/>
          </a:xfrm>
          <a:solidFill>
            <a:schemeClr val="bg1">
              <a:lumMod val="85000"/>
            </a:schemeClr>
          </a:solidFill>
        </p:spPr>
        <p:txBody>
          <a:bodyPr/>
          <a:lstStyle>
            <a:lvl1pPr>
              <a:defRPr/>
            </a:lvl1pPr>
          </a:lstStyle>
          <a:p>
            <a:r>
              <a:rPr lang="en-US" altLang="ja-JP"/>
              <a:t>Click icon to add picture</a:t>
            </a:r>
            <a:endParaRPr lang="en-US"/>
          </a:p>
        </p:txBody>
      </p:sp>
      <p:sp>
        <p:nvSpPr>
          <p:cNvPr id="2" name="Title 1">
            <a:extLst>
              <a:ext uri="{FF2B5EF4-FFF2-40B4-BE49-F238E27FC236}">
                <a16:creationId xmlns:a16="http://schemas.microsoft.com/office/drawing/2014/main" id="{ADF091D9-52CD-819A-F895-888D725CA2AD}"/>
              </a:ext>
            </a:extLst>
          </p:cNvPr>
          <p:cNvSpPr>
            <a:spLocks noGrp="1"/>
          </p:cNvSpPr>
          <p:nvPr>
            <p:ph type="title" hasCustomPrompt="1"/>
          </p:nvPr>
        </p:nvSpPr>
        <p:spPr>
          <a:xfrm>
            <a:off x="427361" y="790610"/>
            <a:ext cx="8289279" cy="797773"/>
          </a:xfrm>
        </p:spPr>
        <p:txBody>
          <a:bodyPr lIns="91440">
            <a:noAutofit/>
          </a:bodyPr>
          <a:lstStyle>
            <a:lvl1pPr algn="r"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4" name="Text Placeholder 13">
            <a:extLst>
              <a:ext uri="{FF2B5EF4-FFF2-40B4-BE49-F238E27FC236}">
                <a16:creationId xmlns:a16="http://schemas.microsoft.com/office/drawing/2014/main" id="{1C7229B2-0302-B532-FD04-8FDFC0A413E7}"/>
              </a:ext>
            </a:extLst>
          </p:cNvPr>
          <p:cNvSpPr>
            <a:spLocks noGrp="1"/>
          </p:cNvSpPr>
          <p:nvPr>
            <p:ph type="body" sz="quarter" idx="12" hasCustomPrompt="1"/>
          </p:nvPr>
        </p:nvSpPr>
        <p:spPr>
          <a:xfrm>
            <a:off x="2168916" y="1588383"/>
            <a:ext cx="6547724" cy="568963"/>
          </a:xfrm>
        </p:spPr>
        <p:txBody>
          <a:bodyPr>
            <a:noAutofit/>
          </a:bodyPr>
          <a:lstStyle>
            <a:lvl1pPr marL="0" indent="0" algn="r">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5" name="Slide Number Placeholder 5">
            <a:extLst>
              <a:ext uri="{FF2B5EF4-FFF2-40B4-BE49-F238E27FC236}">
                <a16:creationId xmlns:a16="http://schemas.microsoft.com/office/drawing/2014/main" id="{C72A0D3D-A1F5-DABF-B4AB-4474F4C1928D}"/>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21381341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over Slide Bottom Title">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C0312917-9934-6C7B-5619-62A836D9917E}"/>
              </a:ext>
            </a:extLst>
          </p:cNvPr>
          <p:cNvSpPr>
            <a:spLocks noGrp="1"/>
          </p:cNvSpPr>
          <p:nvPr>
            <p:ph type="pic" sz="quarter" idx="15"/>
          </p:nvPr>
        </p:nvSpPr>
        <p:spPr>
          <a:xfrm>
            <a:off x="-2" y="0"/>
            <a:ext cx="9144001" cy="5143500"/>
          </a:xfrm>
          <a:solidFill>
            <a:schemeClr val="bg1">
              <a:lumMod val="85000"/>
            </a:schemeClr>
          </a:solidFill>
        </p:spPr>
        <p:txBody>
          <a:bodyPr/>
          <a:lstStyle>
            <a:lvl1pPr>
              <a:defRPr/>
            </a:lvl1pPr>
          </a:lstStyle>
          <a:p>
            <a:r>
              <a:rPr lang="en-US" altLang="ja-JP"/>
              <a:t>Click icon to add picture</a:t>
            </a:r>
            <a:endParaRPr lang="en-US"/>
          </a:p>
        </p:txBody>
      </p:sp>
      <p:sp>
        <p:nvSpPr>
          <p:cNvPr id="2" name="Title 1">
            <a:extLst>
              <a:ext uri="{FF2B5EF4-FFF2-40B4-BE49-F238E27FC236}">
                <a16:creationId xmlns:a16="http://schemas.microsoft.com/office/drawing/2014/main" id="{AC15B72D-6C37-27C8-02F6-B0767A64B3D4}"/>
              </a:ext>
            </a:extLst>
          </p:cNvPr>
          <p:cNvSpPr>
            <a:spLocks noGrp="1"/>
          </p:cNvSpPr>
          <p:nvPr>
            <p:ph type="title" hasCustomPrompt="1"/>
          </p:nvPr>
        </p:nvSpPr>
        <p:spPr>
          <a:xfrm>
            <a:off x="322694" y="3446282"/>
            <a:ext cx="8289279"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4" name="Text Placeholder 13">
            <a:extLst>
              <a:ext uri="{FF2B5EF4-FFF2-40B4-BE49-F238E27FC236}">
                <a16:creationId xmlns:a16="http://schemas.microsoft.com/office/drawing/2014/main" id="{4543A546-CE7C-20CC-1A94-72E4A8856C8C}"/>
              </a:ext>
            </a:extLst>
          </p:cNvPr>
          <p:cNvSpPr>
            <a:spLocks noGrp="1"/>
          </p:cNvSpPr>
          <p:nvPr>
            <p:ph type="body" sz="quarter" idx="12" hasCustomPrompt="1"/>
          </p:nvPr>
        </p:nvSpPr>
        <p:spPr>
          <a:xfrm>
            <a:off x="322694" y="4244055"/>
            <a:ext cx="654772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5" name="Slide Number Placeholder 5">
            <a:extLst>
              <a:ext uri="{FF2B5EF4-FFF2-40B4-BE49-F238E27FC236}">
                <a16:creationId xmlns:a16="http://schemas.microsoft.com/office/drawing/2014/main" id="{AC6239AE-FAA0-15DC-6C9A-2B55F4C0FFE5}"/>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74658369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ver Slide Dark Green Bar">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2" y="0"/>
            <a:ext cx="9144001" cy="5143500"/>
          </a:xfrm>
          <a:solidFill>
            <a:schemeClr val="bg1">
              <a:lumMod val="85000"/>
            </a:schemeClr>
          </a:solidFill>
        </p:spPr>
        <p:txBody>
          <a:bodyPr/>
          <a:lstStyle>
            <a:lvl1pPr>
              <a:defRPr/>
            </a:lvl1pPr>
          </a:lstStyle>
          <a:p>
            <a:r>
              <a:rPr lang="en-US" altLang="ja-JP"/>
              <a:t>Click icon to add picture</a:t>
            </a:r>
            <a:endParaRPr lang="en-US"/>
          </a:p>
        </p:txBody>
      </p:sp>
      <p:sp>
        <p:nvSpPr>
          <p:cNvPr id="6" name="Title 1">
            <a:extLst>
              <a:ext uri="{FF2B5EF4-FFF2-40B4-BE49-F238E27FC236}">
                <a16:creationId xmlns:a16="http://schemas.microsoft.com/office/drawing/2014/main" id="{76159213-4973-B145-E517-EB9FCAD7B06A}"/>
              </a:ext>
            </a:extLst>
          </p:cNvPr>
          <p:cNvSpPr>
            <a:spLocks noGrp="1"/>
          </p:cNvSpPr>
          <p:nvPr>
            <p:ph type="title" hasCustomPrompt="1"/>
          </p:nvPr>
        </p:nvSpPr>
        <p:spPr>
          <a:xfrm>
            <a:off x="5026645" y="0"/>
            <a:ext cx="3360303" cy="1835454"/>
          </a:xfrm>
          <a:solidFill>
            <a:schemeClr val="accent3"/>
          </a:solidFill>
        </p:spPr>
        <p:txBody>
          <a:bodyPr lIns="91440">
            <a:noAutofit/>
          </a:bodyPr>
          <a:lstStyle>
            <a:lvl1pPr marL="171450" algn="l" defTabSz="914400" rtl="0" eaLnBrk="1" latinLnBrk="0" hangingPunct="1">
              <a:lnSpc>
                <a:spcPct val="100000"/>
              </a:lnSpc>
              <a:spcBef>
                <a:spcPts val="0"/>
              </a:spcBef>
              <a:spcAft>
                <a:spcPts val="0"/>
              </a:spcAft>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7" name="Text Placeholder 13">
            <a:extLst>
              <a:ext uri="{FF2B5EF4-FFF2-40B4-BE49-F238E27FC236}">
                <a16:creationId xmlns:a16="http://schemas.microsoft.com/office/drawing/2014/main" id="{6428E205-3797-1272-896A-7E47BDDF214D}"/>
              </a:ext>
            </a:extLst>
          </p:cNvPr>
          <p:cNvSpPr>
            <a:spLocks noGrp="1"/>
          </p:cNvSpPr>
          <p:nvPr>
            <p:ph type="body" sz="quarter" idx="12" hasCustomPrompt="1"/>
          </p:nvPr>
        </p:nvSpPr>
        <p:spPr>
          <a:xfrm>
            <a:off x="5026645" y="1835454"/>
            <a:ext cx="3360303" cy="3308046"/>
          </a:xfrm>
          <a:solidFill>
            <a:schemeClr val="accent3"/>
          </a:solidFill>
        </p:spPr>
        <p:txBody>
          <a:bodyPr/>
          <a:lstStyle>
            <a:lvl1pPr marL="17145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ECE65F22-62CF-DAFA-08EF-029837C0FF49}"/>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48004033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1_Cover Slide Dark Green Bar">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2" y="0"/>
            <a:ext cx="9144001" cy="5143500"/>
          </a:xfrm>
          <a:solidFill>
            <a:schemeClr val="bg1">
              <a:lumMod val="85000"/>
            </a:schemeClr>
          </a:solidFill>
        </p:spPr>
        <p:txBody>
          <a:bodyPr/>
          <a:lstStyle>
            <a:lvl1pPr>
              <a:defRPr/>
            </a:lvl1pPr>
          </a:lstStyle>
          <a:p>
            <a:r>
              <a:rPr lang="en-US" altLang="ja-JP"/>
              <a:t>Click icon to add picture</a:t>
            </a:r>
            <a:endParaRPr lang="en-US"/>
          </a:p>
        </p:txBody>
      </p:sp>
      <p:sp>
        <p:nvSpPr>
          <p:cNvPr id="6" name="Title 1">
            <a:extLst>
              <a:ext uri="{FF2B5EF4-FFF2-40B4-BE49-F238E27FC236}">
                <a16:creationId xmlns:a16="http://schemas.microsoft.com/office/drawing/2014/main" id="{76159213-4973-B145-E517-EB9FCAD7B06A}"/>
              </a:ext>
            </a:extLst>
          </p:cNvPr>
          <p:cNvSpPr>
            <a:spLocks noGrp="1"/>
          </p:cNvSpPr>
          <p:nvPr>
            <p:ph type="title" hasCustomPrompt="1"/>
          </p:nvPr>
        </p:nvSpPr>
        <p:spPr>
          <a:xfrm>
            <a:off x="5026645" y="0"/>
            <a:ext cx="3360303" cy="1835454"/>
          </a:xfrm>
          <a:solidFill>
            <a:schemeClr val="accent2"/>
          </a:solidFill>
        </p:spPr>
        <p:txBody>
          <a:bodyPr lIns="91440">
            <a:noAutofit/>
          </a:bodyPr>
          <a:lstStyle>
            <a:lvl1pPr marL="171450" algn="l" defTabSz="914400" rtl="0" eaLnBrk="1" latinLnBrk="0" hangingPunct="1">
              <a:lnSpc>
                <a:spcPct val="100000"/>
              </a:lnSpc>
              <a:spcBef>
                <a:spcPts val="0"/>
              </a:spcBef>
              <a:spcAft>
                <a:spcPts val="0"/>
              </a:spcAft>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7" name="Text Placeholder 13">
            <a:extLst>
              <a:ext uri="{FF2B5EF4-FFF2-40B4-BE49-F238E27FC236}">
                <a16:creationId xmlns:a16="http://schemas.microsoft.com/office/drawing/2014/main" id="{6428E205-3797-1272-896A-7E47BDDF214D}"/>
              </a:ext>
            </a:extLst>
          </p:cNvPr>
          <p:cNvSpPr>
            <a:spLocks noGrp="1"/>
          </p:cNvSpPr>
          <p:nvPr>
            <p:ph type="body" sz="quarter" idx="12" hasCustomPrompt="1"/>
          </p:nvPr>
        </p:nvSpPr>
        <p:spPr>
          <a:xfrm>
            <a:off x="5026645" y="1835454"/>
            <a:ext cx="3360303" cy="3308046"/>
          </a:xfrm>
          <a:solidFill>
            <a:schemeClr val="accent2"/>
          </a:solidFill>
        </p:spPr>
        <p:txBody>
          <a:bodyPr/>
          <a:lstStyle>
            <a:lvl1pPr marL="17145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ECE65F22-62CF-DAFA-08EF-029837C0FF49}"/>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58098409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over Slide Bright Green Bar">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2" y="0"/>
            <a:ext cx="9144001" cy="5143500"/>
          </a:xfrm>
          <a:solidFill>
            <a:schemeClr val="bg1">
              <a:lumMod val="85000"/>
            </a:schemeClr>
          </a:solidFill>
        </p:spPr>
        <p:txBody>
          <a:bodyPr/>
          <a:lstStyle>
            <a:lvl1pPr>
              <a:defRPr/>
            </a:lvl1pPr>
          </a:lstStyle>
          <a:p>
            <a:r>
              <a:rPr lang="en-US" altLang="ja-JP"/>
              <a:t>Click icon to add picture</a:t>
            </a:r>
            <a:endParaRPr lang="en-US"/>
          </a:p>
        </p:txBody>
      </p:sp>
      <p:sp>
        <p:nvSpPr>
          <p:cNvPr id="6" name="Title 1">
            <a:extLst>
              <a:ext uri="{FF2B5EF4-FFF2-40B4-BE49-F238E27FC236}">
                <a16:creationId xmlns:a16="http://schemas.microsoft.com/office/drawing/2014/main" id="{76159213-4973-B145-E517-EB9FCAD7B06A}"/>
              </a:ext>
            </a:extLst>
          </p:cNvPr>
          <p:cNvSpPr>
            <a:spLocks noGrp="1"/>
          </p:cNvSpPr>
          <p:nvPr>
            <p:ph type="title" hasCustomPrompt="1"/>
          </p:nvPr>
        </p:nvSpPr>
        <p:spPr>
          <a:xfrm>
            <a:off x="5026645" y="0"/>
            <a:ext cx="3360303" cy="1835454"/>
          </a:xfrm>
          <a:solidFill>
            <a:schemeClr val="accent6"/>
          </a:solidFill>
        </p:spPr>
        <p:txBody>
          <a:bodyPr lIns="91440">
            <a:noAutofit/>
          </a:bodyPr>
          <a:lstStyle>
            <a:lvl1pPr marL="171450" algn="l" defTabSz="914400" rtl="0" eaLnBrk="1" latinLnBrk="0" hangingPunct="1">
              <a:lnSpc>
                <a:spcPct val="100000"/>
              </a:lnSpc>
              <a:spcBef>
                <a:spcPts val="0"/>
              </a:spcBef>
              <a:spcAft>
                <a:spcPts val="0"/>
              </a:spcAft>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7" name="Text Placeholder 13">
            <a:extLst>
              <a:ext uri="{FF2B5EF4-FFF2-40B4-BE49-F238E27FC236}">
                <a16:creationId xmlns:a16="http://schemas.microsoft.com/office/drawing/2014/main" id="{6428E205-3797-1272-896A-7E47BDDF214D}"/>
              </a:ext>
            </a:extLst>
          </p:cNvPr>
          <p:cNvSpPr>
            <a:spLocks noGrp="1"/>
          </p:cNvSpPr>
          <p:nvPr>
            <p:ph type="body" sz="quarter" idx="12" hasCustomPrompt="1"/>
          </p:nvPr>
        </p:nvSpPr>
        <p:spPr>
          <a:xfrm>
            <a:off x="5026645" y="1835454"/>
            <a:ext cx="3360303" cy="3308046"/>
          </a:xfrm>
          <a:solidFill>
            <a:schemeClr val="accent6"/>
          </a:solidFill>
        </p:spPr>
        <p:txBody>
          <a:bodyPr/>
          <a:lstStyle>
            <a:lvl1pPr marL="17145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008F619E-F524-0D27-7E20-76C08FB9B7A8}"/>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8087962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BE527375-A641-F5C8-AA18-69A44F8E216E}"/>
              </a:ext>
            </a:extLst>
          </p:cNvPr>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9" name="Straight Connector 8">
            <a:extLst>
              <a:ext uri="{FF2B5EF4-FFF2-40B4-BE49-F238E27FC236}">
                <a16:creationId xmlns:a16="http://schemas.microsoft.com/office/drawing/2014/main" id="{A1F3222F-5BF4-04F0-0C31-D62992FE2F10}"/>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4296FB9-C14E-EECB-92E0-7A7276E2AA0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11" name="Rectangle 4">
            <a:extLst>
              <a:ext uri="{FF2B5EF4-FFF2-40B4-BE49-F238E27FC236}">
                <a16:creationId xmlns:a16="http://schemas.microsoft.com/office/drawing/2014/main" id="{ADA17D4D-525F-F6E9-C761-40F28761798D}"/>
              </a:ext>
            </a:extLst>
          </p:cNvPr>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2" name="Straight Connector 8">
            <a:extLst>
              <a:ext uri="{FF2B5EF4-FFF2-40B4-BE49-F238E27FC236}">
                <a16:creationId xmlns:a16="http://schemas.microsoft.com/office/drawing/2014/main" id="{C18114BC-BD09-79B4-3DB0-0482EDB9F3F0}"/>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9">
            <a:extLst>
              <a:ext uri="{FF2B5EF4-FFF2-40B4-BE49-F238E27FC236}">
                <a16:creationId xmlns:a16="http://schemas.microsoft.com/office/drawing/2014/main" id="{74F0CA6C-90DE-F936-FDB0-35D89DA8BD2E}"/>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14" name="Rectangle 13">
            <a:extLst>
              <a:ext uri="{FF2B5EF4-FFF2-40B4-BE49-F238E27FC236}">
                <a16:creationId xmlns:a16="http://schemas.microsoft.com/office/drawing/2014/main" id="{D702820C-3779-3CB8-8F55-4EC6247D4439}"/>
              </a:ext>
            </a:extLst>
          </p:cNvPr>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5" name="Straight Connector 14">
            <a:extLst>
              <a:ext uri="{FF2B5EF4-FFF2-40B4-BE49-F238E27FC236}">
                <a16:creationId xmlns:a16="http://schemas.microsoft.com/office/drawing/2014/main" id="{AB5A4603-E495-C98B-BE65-66F529689AEE}"/>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3FC06066-93CC-880E-C881-355C7D843A5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242827317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1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2AC26636-FD50-8D08-4C68-CE6D96292BCB}"/>
              </a:ext>
            </a:extLst>
          </p:cNvPr>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9" name="Straight Connector 8">
            <a:extLst>
              <a:ext uri="{FF2B5EF4-FFF2-40B4-BE49-F238E27FC236}">
                <a16:creationId xmlns:a16="http://schemas.microsoft.com/office/drawing/2014/main" id="{01298B0E-271E-E62C-BFBB-269F798AD38C}"/>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D98D6D99-84AB-FA6F-8C68-FE8E92E173B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11" name="Rectangle 4">
            <a:extLst>
              <a:ext uri="{FF2B5EF4-FFF2-40B4-BE49-F238E27FC236}">
                <a16:creationId xmlns:a16="http://schemas.microsoft.com/office/drawing/2014/main" id="{3C58374E-765F-DA5A-BEA0-14B94D8E6446}"/>
              </a:ext>
            </a:extLst>
          </p:cNvPr>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2" name="Straight Connector 8">
            <a:extLst>
              <a:ext uri="{FF2B5EF4-FFF2-40B4-BE49-F238E27FC236}">
                <a16:creationId xmlns:a16="http://schemas.microsoft.com/office/drawing/2014/main" id="{AAE9D2CF-AC93-DA37-67C3-E78FD2DDB19C}"/>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9">
            <a:extLst>
              <a:ext uri="{FF2B5EF4-FFF2-40B4-BE49-F238E27FC236}">
                <a16:creationId xmlns:a16="http://schemas.microsoft.com/office/drawing/2014/main" id="{2FCF7026-9215-3233-A06B-8631D744E23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416305158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Breaker_Blue ">
    <p:spTree>
      <p:nvGrpSpPr>
        <p:cNvPr id="1" name=""/>
        <p:cNvGrpSpPr/>
        <p:nvPr/>
      </p:nvGrpSpPr>
      <p:grpSpPr>
        <a:xfrm>
          <a:off x="0" y="0"/>
          <a:ext cx="0" cy="0"/>
          <a:chOff x="0" y="0"/>
          <a:chExt cx="0" cy="0"/>
        </a:xfrm>
      </p:grpSpPr>
      <p:sp>
        <p:nvSpPr>
          <p:cNvPr id="9" name="Rectangle 8"/>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0" name="Straight Connector 9"/>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pic>
        <p:nvPicPr>
          <p:cNvPr id="3" name="Picture 2">
            <a:extLst>
              <a:ext uri="{FF2B5EF4-FFF2-40B4-BE49-F238E27FC236}">
                <a16:creationId xmlns:a16="http://schemas.microsoft.com/office/drawing/2014/main" id="{9612F83A-DB6F-F511-2661-4228658F732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5" name="Text Placeholder 13">
            <a:extLst>
              <a:ext uri="{FF2B5EF4-FFF2-40B4-BE49-F238E27FC236}">
                <a16:creationId xmlns:a16="http://schemas.microsoft.com/office/drawing/2014/main" id="{BD5C8983-9837-9124-4B5B-8C9E6E1E3545}"/>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4" name="Slide Number Placeholder 5">
            <a:extLst>
              <a:ext uri="{FF2B5EF4-FFF2-40B4-BE49-F238E27FC236}">
                <a16:creationId xmlns:a16="http://schemas.microsoft.com/office/drawing/2014/main" id="{657B30E0-B710-C5EF-4F55-0FD6FC853D3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Rectangle 5">
            <a:extLst>
              <a:ext uri="{FF2B5EF4-FFF2-40B4-BE49-F238E27FC236}">
                <a16:creationId xmlns:a16="http://schemas.microsoft.com/office/drawing/2014/main" id="{7BC8F710-8B77-63C2-FB1A-BFFB0123BB13}"/>
              </a:ext>
            </a:extLst>
          </p:cNvPr>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a:extLst>
              <a:ext uri="{FF2B5EF4-FFF2-40B4-BE49-F238E27FC236}">
                <a16:creationId xmlns:a16="http://schemas.microsoft.com/office/drawing/2014/main" id="{C71C9F38-7E18-17B7-4F85-5D5C7187BFFA}"/>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1378BF81-E231-113A-257A-C3648E6F8BF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11" name="Rectangle 5">
            <a:extLst>
              <a:ext uri="{FF2B5EF4-FFF2-40B4-BE49-F238E27FC236}">
                <a16:creationId xmlns:a16="http://schemas.microsoft.com/office/drawing/2014/main" id="{123CEA4E-DB91-6E87-3E74-A67325939413}"/>
              </a:ext>
            </a:extLst>
          </p:cNvPr>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2" name="Straight Connector 6">
            <a:extLst>
              <a:ext uri="{FF2B5EF4-FFF2-40B4-BE49-F238E27FC236}">
                <a16:creationId xmlns:a16="http://schemas.microsoft.com/office/drawing/2014/main" id="{5F2F95E8-67FC-42B1-6A09-C9FDD29296E4}"/>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7">
            <a:extLst>
              <a:ext uri="{FF2B5EF4-FFF2-40B4-BE49-F238E27FC236}">
                <a16:creationId xmlns:a16="http://schemas.microsoft.com/office/drawing/2014/main" id="{0C716593-744D-CBB4-D5CA-ABFD3E87769B}"/>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14" name="Rectangle 13">
            <a:extLst>
              <a:ext uri="{FF2B5EF4-FFF2-40B4-BE49-F238E27FC236}">
                <a16:creationId xmlns:a16="http://schemas.microsoft.com/office/drawing/2014/main" id="{B8847561-0CD5-754E-2348-438B08DF73F8}"/>
              </a:ext>
            </a:extLst>
          </p:cNvPr>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5" name="Straight Connector 14">
            <a:extLst>
              <a:ext uri="{FF2B5EF4-FFF2-40B4-BE49-F238E27FC236}">
                <a16:creationId xmlns:a16="http://schemas.microsoft.com/office/drawing/2014/main" id="{BDECD3D3-340E-7323-2A77-D99A5EE16372}"/>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E9687EB-5E52-7950-8033-B463FA5549B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254254821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Agenda/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4" name="object 2">
            <a:extLst>
              <a:ext uri="{FF2B5EF4-FFF2-40B4-BE49-F238E27FC236}">
                <a16:creationId xmlns:a16="http://schemas.microsoft.com/office/drawing/2014/main" id="{29CB7604-41D7-C52B-91F1-8825BBA54CC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5" name="Text Placeholder 14">
            <a:extLst>
              <a:ext uri="{FF2B5EF4-FFF2-40B4-BE49-F238E27FC236}">
                <a16:creationId xmlns:a16="http://schemas.microsoft.com/office/drawing/2014/main" id="{CA7C2C21-21DC-C1D3-2FC5-B4D312E26308}"/>
              </a:ext>
            </a:extLst>
          </p:cNvPr>
          <p:cNvSpPr>
            <a:spLocks noGrp="1"/>
          </p:cNvSpPr>
          <p:nvPr>
            <p:ph type="body" sz="quarter" idx="19" hasCustomPrompt="1"/>
          </p:nvPr>
        </p:nvSpPr>
        <p:spPr>
          <a:xfrm>
            <a:off x="314524" y="1273018"/>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1</a:t>
            </a:r>
          </a:p>
        </p:txBody>
      </p:sp>
      <p:sp>
        <p:nvSpPr>
          <p:cNvPr id="16" name="Text Placeholder 14">
            <a:extLst>
              <a:ext uri="{FF2B5EF4-FFF2-40B4-BE49-F238E27FC236}">
                <a16:creationId xmlns:a16="http://schemas.microsoft.com/office/drawing/2014/main" id="{D67C484B-16A7-DDBF-14F2-86FF1A28434E}"/>
              </a:ext>
            </a:extLst>
          </p:cNvPr>
          <p:cNvSpPr>
            <a:spLocks noGrp="1"/>
          </p:cNvSpPr>
          <p:nvPr>
            <p:ph type="body" sz="quarter" idx="20" hasCustomPrompt="1"/>
          </p:nvPr>
        </p:nvSpPr>
        <p:spPr>
          <a:xfrm>
            <a:off x="314524" y="1818622"/>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2</a:t>
            </a:r>
          </a:p>
        </p:txBody>
      </p:sp>
      <p:sp>
        <p:nvSpPr>
          <p:cNvPr id="17" name="Text Placeholder 14">
            <a:extLst>
              <a:ext uri="{FF2B5EF4-FFF2-40B4-BE49-F238E27FC236}">
                <a16:creationId xmlns:a16="http://schemas.microsoft.com/office/drawing/2014/main" id="{A7991BED-ABDA-00E6-FA19-59ECC9513C72}"/>
              </a:ext>
            </a:extLst>
          </p:cNvPr>
          <p:cNvSpPr>
            <a:spLocks noGrp="1"/>
          </p:cNvSpPr>
          <p:nvPr>
            <p:ph type="body" sz="quarter" idx="21" hasCustomPrompt="1"/>
          </p:nvPr>
        </p:nvSpPr>
        <p:spPr>
          <a:xfrm>
            <a:off x="314523" y="236422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3</a:t>
            </a:r>
          </a:p>
        </p:txBody>
      </p:sp>
      <p:sp>
        <p:nvSpPr>
          <p:cNvPr id="18" name="Text Placeholder 14">
            <a:extLst>
              <a:ext uri="{FF2B5EF4-FFF2-40B4-BE49-F238E27FC236}">
                <a16:creationId xmlns:a16="http://schemas.microsoft.com/office/drawing/2014/main" id="{EB9D5586-12D0-0617-0E83-18566F5F3D3D}"/>
              </a:ext>
            </a:extLst>
          </p:cNvPr>
          <p:cNvSpPr>
            <a:spLocks noGrp="1"/>
          </p:cNvSpPr>
          <p:nvPr>
            <p:ph type="body" sz="quarter" idx="22" hasCustomPrompt="1"/>
          </p:nvPr>
        </p:nvSpPr>
        <p:spPr>
          <a:xfrm>
            <a:off x="314523" y="2909830"/>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4</a:t>
            </a:r>
          </a:p>
        </p:txBody>
      </p:sp>
      <p:sp>
        <p:nvSpPr>
          <p:cNvPr id="19" name="Text Placeholder 14">
            <a:extLst>
              <a:ext uri="{FF2B5EF4-FFF2-40B4-BE49-F238E27FC236}">
                <a16:creationId xmlns:a16="http://schemas.microsoft.com/office/drawing/2014/main" id="{CF0DDFD5-43B7-F702-6963-ED560A9829AC}"/>
              </a:ext>
            </a:extLst>
          </p:cNvPr>
          <p:cNvSpPr>
            <a:spLocks noGrp="1"/>
          </p:cNvSpPr>
          <p:nvPr>
            <p:ph type="body" sz="quarter" idx="23" hasCustomPrompt="1"/>
          </p:nvPr>
        </p:nvSpPr>
        <p:spPr>
          <a:xfrm>
            <a:off x="314523" y="3455433"/>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5</a:t>
            </a:r>
          </a:p>
        </p:txBody>
      </p:sp>
      <p:sp>
        <p:nvSpPr>
          <p:cNvPr id="20" name="Text Placeholder 14">
            <a:extLst>
              <a:ext uri="{FF2B5EF4-FFF2-40B4-BE49-F238E27FC236}">
                <a16:creationId xmlns:a16="http://schemas.microsoft.com/office/drawing/2014/main" id="{80CEF86B-120C-0941-9E60-043E44E67644}"/>
              </a:ext>
            </a:extLst>
          </p:cNvPr>
          <p:cNvSpPr>
            <a:spLocks noGrp="1"/>
          </p:cNvSpPr>
          <p:nvPr>
            <p:ph type="body" sz="quarter" idx="24" hasCustomPrompt="1"/>
          </p:nvPr>
        </p:nvSpPr>
        <p:spPr>
          <a:xfrm>
            <a:off x="314523" y="400103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6</a:t>
            </a:r>
          </a:p>
        </p:txBody>
      </p:sp>
      <p:sp>
        <p:nvSpPr>
          <p:cNvPr id="21" name="Text Placeholder 14">
            <a:extLst>
              <a:ext uri="{FF2B5EF4-FFF2-40B4-BE49-F238E27FC236}">
                <a16:creationId xmlns:a16="http://schemas.microsoft.com/office/drawing/2014/main" id="{BE026C21-57F3-D6D8-15BF-C37F4D4FE587}"/>
              </a:ext>
            </a:extLst>
          </p:cNvPr>
          <p:cNvSpPr>
            <a:spLocks noGrp="1"/>
          </p:cNvSpPr>
          <p:nvPr>
            <p:ph type="body" sz="quarter" idx="25" hasCustomPrompt="1"/>
          </p:nvPr>
        </p:nvSpPr>
        <p:spPr>
          <a:xfrm>
            <a:off x="2184058" y="1273018"/>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2" name="Text Placeholder 14">
            <a:extLst>
              <a:ext uri="{FF2B5EF4-FFF2-40B4-BE49-F238E27FC236}">
                <a16:creationId xmlns:a16="http://schemas.microsoft.com/office/drawing/2014/main" id="{76A126D3-BDF5-3AEE-1652-826946CF5D50}"/>
              </a:ext>
            </a:extLst>
          </p:cNvPr>
          <p:cNvSpPr>
            <a:spLocks noGrp="1"/>
          </p:cNvSpPr>
          <p:nvPr>
            <p:ph type="body" sz="quarter" idx="26" hasCustomPrompt="1"/>
          </p:nvPr>
        </p:nvSpPr>
        <p:spPr>
          <a:xfrm>
            <a:off x="2184058" y="1818622"/>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3" name="Text Placeholder 14">
            <a:extLst>
              <a:ext uri="{FF2B5EF4-FFF2-40B4-BE49-F238E27FC236}">
                <a16:creationId xmlns:a16="http://schemas.microsoft.com/office/drawing/2014/main" id="{BBFF508D-A562-2556-E822-0712912C76D1}"/>
              </a:ext>
            </a:extLst>
          </p:cNvPr>
          <p:cNvSpPr>
            <a:spLocks noGrp="1"/>
          </p:cNvSpPr>
          <p:nvPr>
            <p:ph type="body" sz="quarter" idx="27" hasCustomPrompt="1"/>
          </p:nvPr>
        </p:nvSpPr>
        <p:spPr>
          <a:xfrm>
            <a:off x="2184057" y="236422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4" name="Text Placeholder 14">
            <a:extLst>
              <a:ext uri="{FF2B5EF4-FFF2-40B4-BE49-F238E27FC236}">
                <a16:creationId xmlns:a16="http://schemas.microsoft.com/office/drawing/2014/main" id="{9A7B486F-B636-3264-024E-F220C2E86F2D}"/>
              </a:ext>
            </a:extLst>
          </p:cNvPr>
          <p:cNvSpPr>
            <a:spLocks noGrp="1"/>
          </p:cNvSpPr>
          <p:nvPr>
            <p:ph type="body" sz="quarter" idx="28" hasCustomPrompt="1"/>
          </p:nvPr>
        </p:nvSpPr>
        <p:spPr>
          <a:xfrm>
            <a:off x="2184057" y="2909830"/>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5" name="Text Placeholder 14">
            <a:extLst>
              <a:ext uri="{FF2B5EF4-FFF2-40B4-BE49-F238E27FC236}">
                <a16:creationId xmlns:a16="http://schemas.microsoft.com/office/drawing/2014/main" id="{A85B539F-6478-15FE-15B6-DF8BF6110456}"/>
              </a:ext>
            </a:extLst>
          </p:cNvPr>
          <p:cNvSpPr>
            <a:spLocks noGrp="1"/>
          </p:cNvSpPr>
          <p:nvPr>
            <p:ph type="body" sz="quarter" idx="29" hasCustomPrompt="1"/>
          </p:nvPr>
        </p:nvSpPr>
        <p:spPr>
          <a:xfrm>
            <a:off x="2184057" y="3455433"/>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6" name="Text Placeholder 14">
            <a:extLst>
              <a:ext uri="{FF2B5EF4-FFF2-40B4-BE49-F238E27FC236}">
                <a16:creationId xmlns:a16="http://schemas.microsoft.com/office/drawing/2014/main" id="{58F8F0E5-9313-5F1C-EA96-805FDEBFAAEB}"/>
              </a:ext>
            </a:extLst>
          </p:cNvPr>
          <p:cNvSpPr>
            <a:spLocks noGrp="1"/>
          </p:cNvSpPr>
          <p:nvPr>
            <p:ph type="body" sz="quarter" idx="30" hasCustomPrompt="1"/>
          </p:nvPr>
        </p:nvSpPr>
        <p:spPr>
          <a:xfrm>
            <a:off x="2184057" y="400103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3" name="Slide Number Placeholder 5">
            <a:extLst>
              <a:ext uri="{FF2B5EF4-FFF2-40B4-BE49-F238E27FC236}">
                <a16:creationId xmlns:a16="http://schemas.microsoft.com/office/drawing/2014/main" id="{B56C1EBB-5DA5-BF02-BDC5-AA34C350313E}"/>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6278EF38-2821-547B-513B-8BFE212313D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6" name="object 2">
            <a:extLst>
              <a:ext uri="{FF2B5EF4-FFF2-40B4-BE49-F238E27FC236}">
                <a16:creationId xmlns:a16="http://schemas.microsoft.com/office/drawing/2014/main" id="{EEC0B146-5A08-7FC6-C1C9-0FB5C3856826}"/>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7" name="object 2">
            <a:extLst>
              <a:ext uri="{FF2B5EF4-FFF2-40B4-BE49-F238E27FC236}">
                <a16:creationId xmlns:a16="http://schemas.microsoft.com/office/drawing/2014/main" id="{4034133E-28B2-EB73-2EC0-34499E9E4086}"/>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371403902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Plain Content Slide">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ltLang="ja-JP"/>
              <a:t>Click to edit Master text styles</a:t>
            </a:r>
          </a:p>
        </p:txBody>
      </p:sp>
      <p:sp>
        <p:nvSpPr>
          <p:cNvPr id="4" name="Slide Number Placeholder 5">
            <a:extLst>
              <a:ext uri="{FF2B5EF4-FFF2-40B4-BE49-F238E27FC236}">
                <a16:creationId xmlns:a16="http://schemas.microsoft.com/office/drawing/2014/main" id="{F2C4C05A-3048-8787-2847-1F300FCF889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9F02B1E1-7080-2BEB-26CC-4EF0B19BE25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7" name="object 2">
            <a:extLst>
              <a:ext uri="{FF2B5EF4-FFF2-40B4-BE49-F238E27FC236}">
                <a16:creationId xmlns:a16="http://schemas.microsoft.com/office/drawing/2014/main" id="{72191333-77DC-05B5-2B20-AE7845FD58F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8" name="object 2">
            <a:extLst>
              <a:ext uri="{FF2B5EF4-FFF2-40B4-BE49-F238E27FC236}">
                <a16:creationId xmlns:a16="http://schemas.microsoft.com/office/drawing/2014/main" id="{327CB52D-4B73-49C5-8189-E3D8F262F22D}"/>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225017577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Plain Content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ltLang="ja-JP"/>
              <a:t>Click to edit Master text styles</a:t>
            </a:r>
          </a:p>
        </p:txBody>
      </p:sp>
      <p:sp>
        <p:nvSpPr>
          <p:cNvPr id="4" name="Slide Number Placeholder 5">
            <a:extLst>
              <a:ext uri="{FF2B5EF4-FFF2-40B4-BE49-F238E27FC236}">
                <a16:creationId xmlns:a16="http://schemas.microsoft.com/office/drawing/2014/main" id="{F2C4C05A-3048-8787-2847-1F300FCF889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6213270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2-block Content Slide 1">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4"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4166368" cy="373063"/>
          </a:xfrm>
        </p:spPr>
        <p:txBody>
          <a:bodyPr/>
          <a:lstStyle>
            <a:lvl1pPr marL="0" indent="0">
              <a:buNone/>
              <a:defRPr sz="1750">
                <a:solidFill>
                  <a:schemeClr val="tx1"/>
                </a:solidFill>
              </a:defRPr>
            </a:lvl1pPr>
          </a:lstStyle>
          <a:p>
            <a:pPr lvl="0"/>
            <a:r>
              <a:rPr lang="en-US" altLang="ja-JP"/>
              <a:t>Click to edit Master text styles</a:t>
            </a:r>
          </a:p>
        </p:txBody>
      </p:sp>
      <p:sp>
        <p:nvSpPr>
          <p:cNvPr id="8" name="Content Placeholder 2">
            <a:extLst>
              <a:ext uri="{FF2B5EF4-FFF2-40B4-BE49-F238E27FC236}">
                <a16:creationId xmlns:a16="http://schemas.microsoft.com/office/drawing/2014/main" id="{57FC8DC0-6478-538D-D5BB-1C7A5196457F}"/>
              </a:ext>
            </a:extLst>
          </p:cNvPr>
          <p:cNvSpPr>
            <a:spLocks noGrp="1"/>
          </p:cNvSpPr>
          <p:nvPr>
            <p:ph idx="11"/>
          </p:nvPr>
        </p:nvSpPr>
        <p:spPr>
          <a:xfrm>
            <a:off x="4663108"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9" name="Text Placeholder 11">
            <a:extLst>
              <a:ext uri="{FF2B5EF4-FFF2-40B4-BE49-F238E27FC236}">
                <a16:creationId xmlns:a16="http://schemas.microsoft.com/office/drawing/2014/main" id="{582A5401-52A2-8570-1E7F-12F6CAFEBEA5}"/>
              </a:ext>
            </a:extLst>
          </p:cNvPr>
          <p:cNvSpPr>
            <a:spLocks noGrp="1"/>
          </p:cNvSpPr>
          <p:nvPr>
            <p:ph type="body" sz="quarter" idx="12"/>
          </p:nvPr>
        </p:nvSpPr>
        <p:spPr>
          <a:xfrm>
            <a:off x="4663108" y="1225394"/>
            <a:ext cx="4166368" cy="373063"/>
          </a:xfrm>
        </p:spPr>
        <p:txBody>
          <a:bodyPr/>
          <a:lstStyle>
            <a:lvl1pPr marL="0" indent="0">
              <a:buNone/>
              <a:defRPr sz="1750"/>
            </a:lvl1pPr>
          </a:lstStyle>
          <a:p>
            <a:pPr lvl="0"/>
            <a:r>
              <a:rPr lang="en-US" altLang="ja-JP"/>
              <a:t>Click to edit Master text styles</a:t>
            </a:r>
          </a:p>
          <a:p>
            <a:pPr lvl="1"/>
            <a:r>
              <a:rPr lang="en-US" altLang="ja-JP"/>
              <a:t>Second level</a:t>
            </a:r>
          </a:p>
        </p:txBody>
      </p:sp>
      <p:sp>
        <p:nvSpPr>
          <p:cNvPr id="4" name="Slide Number Placeholder 5">
            <a:extLst>
              <a:ext uri="{FF2B5EF4-FFF2-40B4-BE49-F238E27FC236}">
                <a16:creationId xmlns:a16="http://schemas.microsoft.com/office/drawing/2014/main" id="{86B23157-C7C5-A8CF-164C-6F71BC03A26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08FE73CA-1AC6-1291-800B-4CF62264B93F}"/>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7" name="object 2">
            <a:extLst>
              <a:ext uri="{FF2B5EF4-FFF2-40B4-BE49-F238E27FC236}">
                <a16:creationId xmlns:a16="http://schemas.microsoft.com/office/drawing/2014/main" id="{D81AAB2A-A776-99CA-523D-7A8AF94CA81B}"/>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0" name="object 2">
            <a:extLst>
              <a:ext uri="{FF2B5EF4-FFF2-40B4-BE49-F238E27FC236}">
                <a16:creationId xmlns:a16="http://schemas.microsoft.com/office/drawing/2014/main" id="{07F08177-BB9E-E447-F52B-E99F587D295F}"/>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123280840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Single Block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0562" y="500907"/>
            <a:ext cx="5598914" cy="635219"/>
          </a:xfrm>
        </p:spPr>
        <p:txBody>
          <a:bodyPr/>
          <a:lstStyle>
            <a:lvl1pPr>
              <a:defRPr/>
            </a:lvl1pPr>
          </a:lstStyle>
          <a:p>
            <a:r>
              <a:rPr lang="en-US"/>
              <a:t>Click To Edit Slide Title</a:t>
            </a:r>
          </a:p>
        </p:txBody>
      </p:sp>
      <p:sp>
        <p:nvSpPr>
          <p:cNvPr id="3" name="Content Placeholder 2"/>
          <p:cNvSpPr>
            <a:spLocks noGrp="1"/>
          </p:cNvSpPr>
          <p:nvPr>
            <p:ph idx="1"/>
          </p:nvPr>
        </p:nvSpPr>
        <p:spPr>
          <a:xfrm>
            <a:off x="3230562" y="1340699"/>
            <a:ext cx="5598914" cy="3231301"/>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8" name="Picture Placeholder 6">
            <a:extLst>
              <a:ext uri="{FF2B5EF4-FFF2-40B4-BE49-F238E27FC236}">
                <a16:creationId xmlns:a16="http://schemas.microsoft.com/office/drawing/2014/main" id="{5FA95EFE-A82E-97DE-9182-57C867C5A487}"/>
              </a:ext>
            </a:extLst>
          </p:cNvPr>
          <p:cNvSpPr>
            <a:spLocks noGrp="1"/>
          </p:cNvSpPr>
          <p:nvPr>
            <p:ph type="pic" sz="quarter" idx="14"/>
          </p:nvPr>
        </p:nvSpPr>
        <p:spPr>
          <a:xfrm>
            <a:off x="-2" y="0"/>
            <a:ext cx="3071813" cy="5143500"/>
          </a:xfrm>
          <a:solidFill>
            <a:schemeClr val="bg1">
              <a:lumMod val="85000"/>
            </a:schemeClr>
          </a:solidFill>
        </p:spPr>
        <p:txBody>
          <a:bodyPr/>
          <a:lstStyle>
            <a:lvl1pPr>
              <a:defRPr/>
            </a:lvl1pPr>
          </a:lstStyle>
          <a:p>
            <a:r>
              <a:rPr lang="en-US" altLang="ja-JP"/>
              <a:t>Click icon to add picture</a:t>
            </a:r>
            <a:endParaRPr lang="en-US"/>
          </a:p>
        </p:txBody>
      </p:sp>
      <p:sp>
        <p:nvSpPr>
          <p:cNvPr id="4" name="Slide Number Placeholder 5">
            <a:extLst>
              <a:ext uri="{FF2B5EF4-FFF2-40B4-BE49-F238E27FC236}">
                <a16:creationId xmlns:a16="http://schemas.microsoft.com/office/drawing/2014/main" id="{7E74F657-CE88-2203-5F5D-65C0CCA67375}"/>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58580730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ltLang="ja-JP"/>
              <a:t>Click icon to add picture</a:t>
            </a:r>
            <a:endParaRPr lang="en-US"/>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E7A80914-A36F-2E1B-7EA3-A5ECAC70819B}"/>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8" name="Rectangle 4">
            <a:extLst>
              <a:ext uri="{FF2B5EF4-FFF2-40B4-BE49-F238E27FC236}">
                <a16:creationId xmlns:a16="http://schemas.microsoft.com/office/drawing/2014/main" id="{4A039814-B8B1-3562-C964-663E0D0AB2EC}"/>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10" name="Rectangle 9">
            <a:extLst>
              <a:ext uri="{FF2B5EF4-FFF2-40B4-BE49-F238E27FC236}">
                <a16:creationId xmlns:a16="http://schemas.microsoft.com/office/drawing/2014/main" id="{0F680E00-F89C-D4FD-7568-311AD7B2FEE6}"/>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Tree>
    <p:extLst>
      <p:ext uri="{BB962C8B-B14F-4D97-AF65-F5344CB8AC3E}">
        <p14:creationId xmlns:p14="http://schemas.microsoft.com/office/powerpoint/2010/main" val="90148839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1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ltLang="ja-JP"/>
              <a:t>Click icon to add picture</a:t>
            </a:r>
            <a:endParaRPr lang="en-US"/>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E387C6F3-D770-87A0-F494-3E0B85036BC3}"/>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8" name="Rectangle 4">
            <a:extLst>
              <a:ext uri="{FF2B5EF4-FFF2-40B4-BE49-F238E27FC236}">
                <a16:creationId xmlns:a16="http://schemas.microsoft.com/office/drawing/2014/main" id="{C256A457-B90E-4778-DD2B-90BE7637A212}"/>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Tree>
    <p:extLst>
      <p:ext uri="{BB962C8B-B14F-4D97-AF65-F5344CB8AC3E}">
        <p14:creationId xmlns:p14="http://schemas.microsoft.com/office/powerpoint/2010/main" val="340728245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Plain Content Slide 3">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ltLang="ja-JP"/>
              <a:t>Click to edit Master text styles</a:t>
            </a:r>
          </a:p>
        </p:txBody>
      </p:sp>
      <p:sp>
        <p:nvSpPr>
          <p:cNvPr id="4" name="Slide Number Placeholder 5">
            <a:extLst>
              <a:ext uri="{FF2B5EF4-FFF2-40B4-BE49-F238E27FC236}">
                <a16:creationId xmlns:a16="http://schemas.microsoft.com/office/drawing/2014/main" id="{0AF8B6F9-70E2-DC92-6A96-A82D7F4A631F}"/>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9664283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Plain Content Slide 4">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523" y="1225395"/>
            <a:ext cx="8514954" cy="3279807"/>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4" name="Slide Number Placeholder 5">
            <a:extLst>
              <a:ext uri="{FF2B5EF4-FFF2-40B4-BE49-F238E27FC236}">
                <a16:creationId xmlns:a16="http://schemas.microsoft.com/office/drawing/2014/main" id="{C15D3A71-7794-FE21-D1CE-74B73F6431D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94966409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D38E9841-81CD-7234-48A7-BF489BBBF82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8" name="Straight Connector 7">
            <a:extLst>
              <a:ext uri="{FF2B5EF4-FFF2-40B4-BE49-F238E27FC236}">
                <a16:creationId xmlns:a16="http://schemas.microsoft.com/office/drawing/2014/main" id="{DEFE476F-0492-E294-D741-AEFB876AEBFA}"/>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1BDF671B-DAEC-5CE5-EB6F-5772B46867DD}"/>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object 2">
            <a:extLst>
              <a:ext uri="{FF2B5EF4-FFF2-40B4-BE49-F238E27FC236}">
                <a16:creationId xmlns:a16="http://schemas.microsoft.com/office/drawing/2014/main" id="{D064B37F-9384-1AB5-EEAC-F3FD26350609}"/>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11" name="Straight Connector 7">
            <a:extLst>
              <a:ext uri="{FF2B5EF4-FFF2-40B4-BE49-F238E27FC236}">
                <a16:creationId xmlns:a16="http://schemas.microsoft.com/office/drawing/2014/main" id="{50FD5904-B217-54B9-E1BE-3725679B4584}"/>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2" name="Straight Connector 8">
            <a:extLst>
              <a:ext uri="{FF2B5EF4-FFF2-40B4-BE49-F238E27FC236}">
                <a16:creationId xmlns:a16="http://schemas.microsoft.com/office/drawing/2014/main" id="{BC561BF8-2D8A-9959-9ACB-64FDC20A7586}"/>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3" name="object 2">
            <a:extLst>
              <a:ext uri="{FF2B5EF4-FFF2-40B4-BE49-F238E27FC236}">
                <a16:creationId xmlns:a16="http://schemas.microsoft.com/office/drawing/2014/main" id="{AE5DD450-0C01-4A36-2495-D86688EEB5D3}"/>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14" name="Straight Connector 13">
            <a:extLst>
              <a:ext uri="{FF2B5EF4-FFF2-40B4-BE49-F238E27FC236}">
                <a16:creationId xmlns:a16="http://schemas.microsoft.com/office/drawing/2014/main" id="{7D27B283-DB49-89D0-39BA-2D6AE7F4998A}"/>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78ED39D4-497B-CE93-D90E-B627C7FDCC8F}"/>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365380561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D9BC5E6D-A862-CF3B-7E0F-039314A6EDD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8" name="Straight Connector 7">
            <a:extLst>
              <a:ext uri="{FF2B5EF4-FFF2-40B4-BE49-F238E27FC236}">
                <a16:creationId xmlns:a16="http://schemas.microsoft.com/office/drawing/2014/main" id="{2254F0C0-B21D-F700-EF66-69A5E04C445D}"/>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30FE965C-636C-F0C8-C43A-78AB63831F4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object 2">
            <a:extLst>
              <a:ext uri="{FF2B5EF4-FFF2-40B4-BE49-F238E27FC236}">
                <a16:creationId xmlns:a16="http://schemas.microsoft.com/office/drawing/2014/main" id="{C97BE283-02FF-EC31-B927-BF5C1806FE12}"/>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11" name="Straight Connector 7">
            <a:extLst>
              <a:ext uri="{FF2B5EF4-FFF2-40B4-BE49-F238E27FC236}">
                <a16:creationId xmlns:a16="http://schemas.microsoft.com/office/drawing/2014/main" id="{B2010817-0333-57D8-25FC-C96876210AFB}"/>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2" name="Straight Connector 8">
            <a:extLst>
              <a:ext uri="{FF2B5EF4-FFF2-40B4-BE49-F238E27FC236}">
                <a16:creationId xmlns:a16="http://schemas.microsoft.com/office/drawing/2014/main" id="{1BC328DF-A087-76E2-26BA-87B3EB575EB7}"/>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3" name="object 2">
            <a:extLst>
              <a:ext uri="{FF2B5EF4-FFF2-40B4-BE49-F238E27FC236}">
                <a16:creationId xmlns:a16="http://schemas.microsoft.com/office/drawing/2014/main" id="{7CBED2E7-0C4E-9DD9-EB5E-AEA51AC2B75D}"/>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14" name="Straight Connector 7">
            <a:extLst>
              <a:ext uri="{FF2B5EF4-FFF2-40B4-BE49-F238E27FC236}">
                <a16:creationId xmlns:a16="http://schemas.microsoft.com/office/drawing/2014/main" id="{6D60320E-2304-14A5-7B3D-1B62B51959F6}"/>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5" name="Straight Connector 8">
            <a:extLst>
              <a:ext uri="{FF2B5EF4-FFF2-40B4-BE49-F238E27FC236}">
                <a16:creationId xmlns:a16="http://schemas.microsoft.com/office/drawing/2014/main" id="{0561099C-EB54-2A78-D078-9CA76FCE1F7A}"/>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79351870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cxnSp>
        <p:nvCxnSpPr>
          <p:cNvPr id="3" name="Straight Connector 2">
            <a:extLst>
              <a:ext uri="{FF2B5EF4-FFF2-40B4-BE49-F238E27FC236}">
                <a16:creationId xmlns:a16="http://schemas.microsoft.com/office/drawing/2014/main" id="{F62F0601-810D-6181-7D36-316FF09E88BA}"/>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89CBA58F-A393-6E1D-C471-E60B536F9F07}"/>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8" name="Straight Connector 2">
            <a:extLst>
              <a:ext uri="{FF2B5EF4-FFF2-40B4-BE49-F238E27FC236}">
                <a16:creationId xmlns:a16="http://schemas.microsoft.com/office/drawing/2014/main" id="{B895882A-E239-16F8-CA59-09589573934F}"/>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6">
            <a:extLst>
              <a:ext uri="{FF2B5EF4-FFF2-40B4-BE49-F238E27FC236}">
                <a16:creationId xmlns:a16="http://schemas.microsoft.com/office/drawing/2014/main" id="{9E1F1421-D158-DB23-1FA3-F5D17A91C13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46903049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3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cxnSp>
        <p:nvCxnSpPr>
          <p:cNvPr id="3" name="Straight Connector 2">
            <a:extLst>
              <a:ext uri="{FF2B5EF4-FFF2-40B4-BE49-F238E27FC236}">
                <a16:creationId xmlns:a16="http://schemas.microsoft.com/office/drawing/2014/main" id="{D073F946-1CE6-E3A6-5B97-428B7714FE7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BE82FEF6-08CB-23AC-0FBD-9C6E3E7F46B4}"/>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8" name="Straight Connector 2">
            <a:extLst>
              <a:ext uri="{FF2B5EF4-FFF2-40B4-BE49-F238E27FC236}">
                <a16:creationId xmlns:a16="http://schemas.microsoft.com/office/drawing/2014/main" id="{C8B8799D-ED46-A464-2C70-8CA98A9C91C8}"/>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6">
            <a:extLst>
              <a:ext uri="{FF2B5EF4-FFF2-40B4-BE49-F238E27FC236}">
                <a16:creationId xmlns:a16="http://schemas.microsoft.com/office/drawing/2014/main" id="{960E7BF8-D567-6CB2-F917-AB76BFA0EFCB}"/>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21573374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3 Column With Subheads 2">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2357181"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3390717" y="1436688"/>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7" y="2019260"/>
            <a:ext cx="2357181"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3390717" y="2019260"/>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67BB201C-481A-0938-9DB5-D0C110A33E15}"/>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95429DB8-28BE-3F8C-CCED-A9CFC8697C81}"/>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Text Placeholder 13">
            <a:extLst>
              <a:ext uri="{FF2B5EF4-FFF2-40B4-BE49-F238E27FC236}">
                <a16:creationId xmlns:a16="http://schemas.microsoft.com/office/drawing/2014/main" id="{7F7AAA09-1185-7F6B-0EB9-01E5747EB070}"/>
              </a:ext>
            </a:extLst>
          </p:cNvPr>
          <p:cNvSpPr>
            <a:spLocks noGrp="1"/>
          </p:cNvSpPr>
          <p:nvPr>
            <p:ph type="body" sz="quarter" idx="20" hasCustomPrompt="1"/>
          </p:nvPr>
        </p:nvSpPr>
        <p:spPr>
          <a:xfrm>
            <a:off x="6230589" y="1437979"/>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11" name="Content Placeholder 16">
            <a:extLst>
              <a:ext uri="{FF2B5EF4-FFF2-40B4-BE49-F238E27FC236}">
                <a16:creationId xmlns:a16="http://schemas.microsoft.com/office/drawing/2014/main" id="{514F11C7-C221-F797-F5B3-84BD44C358BD}"/>
              </a:ext>
            </a:extLst>
          </p:cNvPr>
          <p:cNvSpPr>
            <a:spLocks noGrp="1"/>
          </p:cNvSpPr>
          <p:nvPr>
            <p:ph sz="quarter" idx="21"/>
          </p:nvPr>
        </p:nvSpPr>
        <p:spPr>
          <a:xfrm>
            <a:off x="6230589" y="2019259"/>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Slide Number Placeholder 5">
            <a:extLst>
              <a:ext uri="{FF2B5EF4-FFF2-40B4-BE49-F238E27FC236}">
                <a16:creationId xmlns:a16="http://schemas.microsoft.com/office/drawing/2014/main" id="{30B3B5F0-7DA3-0644-2322-57C95423A7B9}"/>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CE10235D-801E-3061-9DEA-77E07AE188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9" name="Straight Connector 8">
            <a:extLst>
              <a:ext uri="{FF2B5EF4-FFF2-40B4-BE49-F238E27FC236}">
                <a16:creationId xmlns:a16="http://schemas.microsoft.com/office/drawing/2014/main" id="{B875482B-F1E3-5C73-0DC5-0C1A6F99A5DA}"/>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2418506F-6EFB-DB23-A206-9C85238CCB12}"/>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F1266DD8-8990-317B-2A02-8AC1210A57CD}"/>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4" name="object 2">
            <a:extLst>
              <a:ext uri="{FF2B5EF4-FFF2-40B4-BE49-F238E27FC236}">
                <a16:creationId xmlns:a16="http://schemas.microsoft.com/office/drawing/2014/main" id="{5FD9EA7B-46C8-2D46-5D45-15EB0EE07E8B}"/>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15" name="Straight Connector 8">
            <a:extLst>
              <a:ext uri="{FF2B5EF4-FFF2-40B4-BE49-F238E27FC236}">
                <a16:creationId xmlns:a16="http://schemas.microsoft.com/office/drawing/2014/main" id="{F7110873-734B-50EA-558B-130DB029F67C}"/>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6" name="Straight Connector 11">
            <a:extLst>
              <a:ext uri="{FF2B5EF4-FFF2-40B4-BE49-F238E27FC236}">
                <a16:creationId xmlns:a16="http://schemas.microsoft.com/office/drawing/2014/main" id="{31770670-7261-332B-1E08-EB971771E136}"/>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7" name="Straight Connector 12">
            <a:extLst>
              <a:ext uri="{FF2B5EF4-FFF2-40B4-BE49-F238E27FC236}">
                <a16:creationId xmlns:a16="http://schemas.microsoft.com/office/drawing/2014/main" id="{1D6C34E2-AE9D-3890-BD86-3E0C4D529C33}"/>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8" name="object 2">
            <a:extLst>
              <a:ext uri="{FF2B5EF4-FFF2-40B4-BE49-F238E27FC236}">
                <a16:creationId xmlns:a16="http://schemas.microsoft.com/office/drawing/2014/main" id="{97E6A491-FE2B-6EE3-C680-05B60AC2DF99}"/>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23" name="Straight Connector 22">
            <a:extLst>
              <a:ext uri="{FF2B5EF4-FFF2-40B4-BE49-F238E27FC236}">
                <a16:creationId xmlns:a16="http://schemas.microsoft.com/office/drawing/2014/main" id="{8DE2DD53-E2BD-4B09-5A6B-3CD0901B7812}"/>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C0641C66-E29B-C7B2-5B1B-F11A305C9D87}"/>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CAF53292-EC5F-1673-5616-CB82BE20D6FD}"/>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11857297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Quote w/headshot">
    <p:spTree>
      <p:nvGrpSpPr>
        <p:cNvPr id="1" name=""/>
        <p:cNvGrpSpPr/>
        <p:nvPr/>
      </p:nvGrpSpPr>
      <p:grpSpPr>
        <a:xfrm>
          <a:off x="0" y="0"/>
          <a:ext cx="0" cy="0"/>
          <a:chOff x="0" y="0"/>
          <a:chExt cx="0" cy="0"/>
        </a:xfrm>
      </p:grpSpPr>
      <p:sp>
        <p:nvSpPr>
          <p:cNvPr id="21" name="Content Placeholder 16"/>
          <p:cNvSpPr>
            <a:spLocks noGrp="1"/>
          </p:cNvSpPr>
          <p:nvPr>
            <p:ph sz="quarter" idx="17"/>
          </p:nvPr>
        </p:nvSpPr>
        <p:spPr>
          <a:xfrm>
            <a:off x="3594698" y="1625203"/>
            <a:ext cx="5234760" cy="1945920"/>
          </a:xfrm>
        </p:spPr>
        <p:txBody>
          <a:bodyPr>
            <a:noAutofit/>
          </a:bodyPr>
          <a:lstStyle>
            <a:lvl1pPr marL="0" indent="0">
              <a:lnSpc>
                <a:spcPct val="150000"/>
              </a:lnSpc>
              <a:buNone/>
              <a:defRPr sz="1250"/>
            </a:lvl1pPr>
            <a:lvl2pPr marL="212328" indent="0">
              <a:lnSpc>
                <a:spcPct val="150000"/>
              </a:lnSpc>
              <a:buNone/>
              <a:defRPr sz="1250"/>
            </a:lvl2pPr>
            <a:lvl3pPr marL="430609" indent="0">
              <a:lnSpc>
                <a:spcPct val="150000"/>
              </a:lnSpc>
              <a:buNone/>
              <a:defRPr sz="1250"/>
            </a:lvl3pPr>
            <a:lvl4pPr marL="610195" indent="0">
              <a:lnSpc>
                <a:spcPct val="150000"/>
              </a:lnSpc>
              <a:buNone/>
              <a:defRPr sz="1250"/>
            </a:lvl4pPr>
            <a:lvl5pPr marL="821531" indent="0">
              <a:lnSpc>
                <a:spcPct val="150000"/>
              </a:lnSpc>
              <a:buNone/>
              <a:defRPr sz="125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3594697" y="3637303"/>
            <a:ext cx="2870399" cy="228132"/>
          </a:xfrm>
        </p:spPr>
        <p:txBody>
          <a:bodyPr anchor="b">
            <a:noAutofit/>
          </a:bodyPr>
          <a:lstStyle>
            <a:lvl1pPr marL="0" indent="0" algn="l">
              <a:buNone/>
              <a:defRPr sz="1000" b="1" i="0">
                <a:solidFill>
                  <a:schemeClr val="tx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3594697" y="3849292"/>
            <a:ext cx="2870399" cy="467014"/>
          </a:xfrm>
        </p:spPr>
        <p:txBody>
          <a:bodyPr>
            <a:noAutofit/>
          </a:bodyPr>
          <a:lstStyle>
            <a:lvl1pPr marL="0" indent="0" algn="l">
              <a:spcBef>
                <a:spcPts val="0"/>
              </a:spcBef>
              <a:spcAft>
                <a:spcPts val="375"/>
              </a:spcAft>
              <a:buNone/>
              <a:defRPr sz="1000" b="0" i="0">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latin typeface="Arial Narrow" panose="020B0604020202020204" pitchFamily="34" charset="0"/>
                <a:cs typeface="Arial Narrow" panose="020B0604020202020204" pitchFamily="34" charset="0"/>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3435947" y="500907"/>
            <a:ext cx="5393511" cy="379114"/>
          </a:xfrm>
        </p:spPr>
        <p:txBody>
          <a:bodyPr>
            <a:noAutofit/>
          </a:bodyPr>
          <a:lstStyle>
            <a:lvl1pPr>
              <a:defRPr sz="2000">
                <a:solidFill>
                  <a:schemeClr val="tx1"/>
                </a:solidFill>
                <a:latin typeface="+mn-lt"/>
              </a:defRPr>
            </a:lvl1pPr>
          </a:lstStyle>
          <a:p>
            <a:r>
              <a:rPr lang="en-US"/>
              <a:t>Click To Edit Slide Title</a:t>
            </a:r>
          </a:p>
        </p:txBody>
      </p:sp>
      <p:sp>
        <p:nvSpPr>
          <p:cNvPr id="7" name="Picture Placeholder 6">
            <a:extLst>
              <a:ext uri="{FF2B5EF4-FFF2-40B4-BE49-F238E27FC236}">
                <a16:creationId xmlns:a16="http://schemas.microsoft.com/office/drawing/2014/main" id="{5D794A3B-B179-A62D-2C7D-5B5E0E5D6BB2}"/>
              </a:ext>
            </a:extLst>
          </p:cNvPr>
          <p:cNvSpPr>
            <a:spLocks noGrp="1"/>
          </p:cNvSpPr>
          <p:nvPr>
            <p:ph type="pic" sz="quarter" idx="14"/>
          </p:nvPr>
        </p:nvSpPr>
        <p:spPr>
          <a:xfrm>
            <a:off x="-2" y="0"/>
            <a:ext cx="3071813" cy="5143500"/>
          </a:xfrm>
          <a:solidFill>
            <a:schemeClr val="bg1">
              <a:lumMod val="85000"/>
            </a:schemeClr>
          </a:solidFill>
        </p:spPr>
        <p:txBody>
          <a:bodyPr/>
          <a:lstStyle>
            <a:lvl1pPr>
              <a:defRPr/>
            </a:lvl1pPr>
          </a:lstStyle>
          <a:p>
            <a:r>
              <a:rPr lang="en-US" altLang="ja-JP"/>
              <a:t>Click icon to add picture</a:t>
            </a:r>
            <a:endParaRPr lang="en-US"/>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
        <p:nvSpPr>
          <p:cNvPr id="2" name="Slide Number Placeholder 5">
            <a:extLst>
              <a:ext uri="{FF2B5EF4-FFF2-40B4-BE49-F238E27FC236}">
                <a16:creationId xmlns:a16="http://schemas.microsoft.com/office/drawing/2014/main" id="{EDF60FBE-1FA4-1819-4C58-4B5855D8911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cxnSp>
        <p:nvCxnSpPr>
          <p:cNvPr id="3" name="Straight Connector 2">
            <a:extLst>
              <a:ext uri="{FF2B5EF4-FFF2-40B4-BE49-F238E27FC236}">
                <a16:creationId xmlns:a16="http://schemas.microsoft.com/office/drawing/2014/main" id="{81CA0D5C-B835-972C-0141-6416CC6CF594}"/>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pic>
        <p:nvPicPr>
          <p:cNvPr id="5" name="Picture 4" descr="A green and black half circle&#10;&#10;Description automatically generated">
            <a:extLst>
              <a:ext uri="{FF2B5EF4-FFF2-40B4-BE49-F238E27FC236}">
                <a16:creationId xmlns:a16="http://schemas.microsoft.com/office/drawing/2014/main" id="{490FAFA7-A3AA-EEC2-CA1D-F1BBE9272CE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cxnSp>
        <p:nvCxnSpPr>
          <p:cNvPr id="8" name="Straight Connector 2">
            <a:extLst>
              <a:ext uri="{FF2B5EF4-FFF2-40B4-BE49-F238E27FC236}">
                <a16:creationId xmlns:a16="http://schemas.microsoft.com/office/drawing/2014/main" id="{C10508CD-9BCB-D2F7-67AD-BEAD3C334EC3}"/>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pic>
        <p:nvPicPr>
          <p:cNvPr id="10" name="Picture 4" descr="A green and black half circle&#10;&#10;Description automatically generated">
            <a:extLst>
              <a:ext uri="{FF2B5EF4-FFF2-40B4-BE49-F238E27FC236}">
                <a16:creationId xmlns:a16="http://schemas.microsoft.com/office/drawing/2014/main" id="{023A3726-3BEC-5E15-0CFA-7DEB7F5657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cxnSp>
        <p:nvCxnSpPr>
          <p:cNvPr id="11" name="Straight Connector 10">
            <a:extLst>
              <a:ext uri="{FF2B5EF4-FFF2-40B4-BE49-F238E27FC236}">
                <a16:creationId xmlns:a16="http://schemas.microsoft.com/office/drawing/2014/main" id="{FC158021-808F-3C25-3B47-5999769D3552}"/>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pic>
        <p:nvPicPr>
          <p:cNvPr id="12" name="Picture 11" descr="A green and black half circle&#10;&#10;Description automatically generated">
            <a:extLst>
              <a:ext uri="{FF2B5EF4-FFF2-40B4-BE49-F238E27FC236}">
                <a16:creationId xmlns:a16="http://schemas.microsoft.com/office/drawing/2014/main" id="{947011A0-D155-6432-6F4E-23634D47EA8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Tree>
    <p:extLst>
      <p:ext uri="{BB962C8B-B14F-4D97-AF65-F5344CB8AC3E}">
        <p14:creationId xmlns:p14="http://schemas.microsoft.com/office/powerpoint/2010/main" val="80726008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_Quote w/headshot">
    <p:bg>
      <p:bgRef idx="1001">
        <a:schemeClr val="bg1"/>
      </p:bgRef>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D94836B-C64F-B87F-049E-8D959535578D}"/>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sp>
        <p:nvSpPr>
          <p:cNvPr id="21" name="Content Placeholder 16"/>
          <p:cNvSpPr>
            <a:spLocks noGrp="1"/>
          </p:cNvSpPr>
          <p:nvPr>
            <p:ph sz="quarter" idx="17"/>
          </p:nvPr>
        </p:nvSpPr>
        <p:spPr>
          <a:xfrm>
            <a:off x="3400894" y="1296544"/>
            <a:ext cx="5377718" cy="2961178"/>
          </a:xfrm>
        </p:spPr>
        <p:txBody>
          <a:bodyPr>
            <a:noAutofit/>
          </a:bodyPr>
          <a:lstStyle>
            <a:lvl1pPr marL="0" indent="0">
              <a:lnSpc>
                <a:spcPct val="150000"/>
              </a:lnSpc>
              <a:buNone/>
              <a:defRPr sz="1250">
                <a:solidFill>
                  <a:schemeClr val="bg1"/>
                </a:solidFill>
              </a:defRPr>
            </a:lvl1pPr>
            <a:lvl2pPr marL="212328" indent="0">
              <a:lnSpc>
                <a:spcPct val="150000"/>
              </a:lnSpc>
              <a:buNone/>
              <a:defRPr sz="1250">
                <a:solidFill>
                  <a:schemeClr val="bg1"/>
                </a:solidFill>
              </a:defRPr>
            </a:lvl2pPr>
            <a:lvl3pPr marL="430609" indent="0">
              <a:lnSpc>
                <a:spcPct val="150000"/>
              </a:lnSpc>
              <a:buNone/>
              <a:defRPr sz="1250">
                <a:solidFill>
                  <a:schemeClr val="bg1"/>
                </a:solidFill>
              </a:defRPr>
            </a:lvl3pPr>
            <a:lvl4pPr marL="610195" indent="0">
              <a:lnSpc>
                <a:spcPct val="150000"/>
              </a:lnSpc>
              <a:buNone/>
              <a:defRPr sz="1250">
                <a:solidFill>
                  <a:schemeClr val="bg1"/>
                </a:solidFill>
              </a:defRPr>
            </a:lvl4pPr>
            <a:lvl5pPr marL="821531" indent="0">
              <a:lnSpc>
                <a:spcPct val="150000"/>
              </a:lnSpc>
              <a:buNone/>
              <a:defRPr sz="125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400439" y="3562353"/>
            <a:ext cx="2509368" cy="228132"/>
          </a:xfrm>
        </p:spPr>
        <p:txBody>
          <a:bodyPr anchor="b">
            <a:noAutofit/>
          </a:bodyPr>
          <a:lstStyle>
            <a:lvl1pPr marL="0" indent="0" algn="l">
              <a:buNone/>
              <a:defRPr sz="1000" b="1" i="0">
                <a:solidFill>
                  <a:schemeClr val="bg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400439" y="3774342"/>
            <a:ext cx="2509368" cy="486589"/>
          </a:xfrm>
        </p:spPr>
        <p:txBody>
          <a:bodyPr>
            <a:noAutofit/>
          </a:bodyPr>
          <a:lstStyle>
            <a:lvl1pPr marL="0"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400438" y="885778"/>
            <a:ext cx="2509364" cy="1756238"/>
          </a:xfrm>
        </p:spPr>
        <p:txBody>
          <a:bodyPr anchor="t">
            <a:noAutofit/>
          </a:bodyPr>
          <a:lstStyle>
            <a:lvl1pPr>
              <a:defRPr sz="2000">
                <a:solidFill>
                  <a:schemeClr val="bg1"/>
                </a:solidFill>
                <a:latin typeface="+mn-lt"/>
              </a:defRPr>
            </a:lvl1pPr>
          </a:lstStyle>
          <a:p>
            <a:r>
              <a:rPr lang="en-US"/>
              <a:t>Click To Edit Slide Title</a:t>
            </a:r>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
        <p:nvSpPr>
          <p:cNvPr id="3" name="Slide Number Placeholder 5">
            <a:extLst>
              <a:ext uri="{FF2B5EF4-FFF2-40B4-BE49-F238E27FC236}">
                <a16:creationId xmlns:a16="http://schemas.microsoft.com/office/drawing/2014/main" id="{1B900EC3-FE66-C186-77D4-CB898A392C1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91A6A6C5-3A35-3AFE-22DF-92965A330C22}"/>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cxnSp>
        <p:nvCxnSpPr>
          <p:cNvPr id="7" name="Straight Connector 6">
            <a:extLst>
              <a:ext uri="{FF2B5EF4-FFF2-40B4-BE49-F238E27FC236}">
                <a16:creationId xmlns:a16="http://schemas.microsoft.com/office/drawing/2014/main" id="{71D5D203-1D9B-072B-7538-E1EFEE64C074}"/>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pic>
        <p:nvPicPr>
          <p:cNvPr id="8" name="Picture 7" descr="A green and black half circle&#10;&#10;Description automatically generated">
            <a:extLst>
              <a:ext uri="{FF2B5EF4-FFF2-40B4-BE49-F238E27FC236}">
                <a16:creationId xmlns:a16="http://schemas.microsoft.com/office/drawing/2014/main" id="{75D9DEF0-F0E4-BC69-27FC-B66B28C4879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
        <p:nvSpPr>
          <p:cNvPr id="10" name="object 2">
            <a:extLst>
              <a:ext uri="{FF2B5EF4-FFF2-40B4-BE49-F238E27FC236}">
                <a16:creationId xmlns:a16="http://schemas.microsoft.com/office/drawing/2014/main" id="{7244FE36-1014-FBA4-6172-D777B82E6C4E}"/>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cxnSp>
        <p:nvCxnSpPr>
          <p:cNvPr id="11" name="Straight Connector 6">
            <a:extLst>
              <a:ext uri="{FF2B5EF4-FFF2-40B4-BE49-F238E27FC236}">
                <a16:creationId xmlns:a16="http://schemas.microsoft.com/office/drawing/2014/main" id="{031E81B9-C08C-7457-5D8D-2FB22F8989E1}"/>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pic>
        <p:nvPicPr>
          <p:cNvPr id="12" name="Picture 7" descr="A green and black half circle&#10;&#10;Description automatically generated">
            <a:extLst>
              <a:ext uri="{FF2B5EF4-FFF2-40B4-BE49-F238E27FC236}">
                <a16:creationId xmlns:a16="http://schemas.microsoft.com/office/drawing/2014/main" id="{9E5BE1A8-22AC-2898-8782-CFDE5FBA2E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
        <p:nvSpPr>
          <p:cNvPr id="13" name="object 2">
            <a:extLst>
              <a:ext uri="{FF2B5EF4-FFF2-40B4-BE49-F238E27FC236}">
                <a16:creationId xmlns:a16="http://schemas.microsoft.com/office/drawing/2014/main" id="{EA9866C1-A547-BB8B-166F-58B6826C7AC4}"/>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cxnSp>
        <p:nvCxnSpPr>
          <p:cNvPr id="14" name="Straight Connector 13">
            <a:extLst>
              <a:ext uri="{FF2B5EF4-FFF2-40B4-BE49-F238E27FC236}">
                <a16:creationId xmlns:a16="http://schemas.microsoft.com/office/drawing/2014/main" id="{74225874-EADF-FA57-DF76-0F7E726FA59D}"/>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pic>
        <p:nvPicPr>
          <p:cNvPr id="15" name="Picture 14" descr="A green and black half circle&#10;&#10;Description automatically generated">
            <a:extLst>
              <a:ext uri="{FF2B5EF4-FFF2-40B4-BE49-F238E27FC236}">
                <a16:creationId xmlns:a16="http://schemas.microsoft.com/office/drawing/2014/main" id="{FA8EE12C-9159-0CB9-548E-9BCF781ADF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Tree>
    <p:extLst>
      <p:ext uri="{BB962C8B-B14F-4D97-AF65-F5344CB8AC3E}">
        <p14:creationId xmlns:p14="http://schemas.microsoft.com/office/powerpoint/2010/main" val="505751961"/>
      </p:ext>
    </p:extLst>
  </p:cSld>
  <p:clrMapOvr>
    <a:overrideClrMapping bg1="lt1" tx1="dk1" bg2="lt2" tx2="dk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5" name="Table Placeholder 4">
            <a:extLst>
              <a:ext uri="{FF2B5EF4-FFF2-40B4-BE49-F238E27FC236}">
                <a16:creationId xmlns:a16="http://schemas.microsoft.com/office/drawing/2014/main" id="{899A62D2-4FA2-5638-ADF6-566B9B8B0B31}"/>
              </a:ext>
            </a:extLst>
          </p:cNvPr>
          <p:cNvSpPr>
            <a:spLocks noGrp="1"/>
          </p:cNvSpPr>
          <p:nvPr>
            <p:ph type="tbl" sz="quarter" idx="10"/>
          </p:nvPr>
        </p:nvSpPr>
        <p:spPr>
          <a:xfrm>
            <a:off x="314524" y="1164702"/>
            <a:ext cx="8514953" cy="3269848"/>
          </a:xfrm>
        </p:spPr>
        <p:txBody>
          <a:bodyPr/>
          <a:lstStyle>
            <a:lvl1pPr marL="0" indent="0">
              <a:buNone/>
              <a:defRPr/>
            </a:lvl1pPr>
          </a:lstStyle>
          <a:p>
            <a:r>
              <a:rPr lang="en-US" altLang="ja-JP"/>
              <a:t>Click icon to add table</a:t>
            </a:r>
            <a:endParaRPr lang="en-US"/>
          </a:p>
        </p:txBody>
      </p:sp>
      <p:sp>
        <p:nvSpPr>
          <p:cNvPr id="3" name="Slide Number Placeholder 5">
            <a:extLst>
              <a:ext uri="{FF2B5EF4-FFF2-40B4-BE49-F238E27FC236}">
                <a16:creationId xmlns:a16="http://schemas.microsoft.com/office/drawing/2014/main" id="{3440C264-907A-2A22-91CB-67E7EF96F1AC}"/>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67991854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Headshot Feature Slid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1562804" y="1462719"/>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hasCustomPrompt="1"/>
          </p:nvPr>
        </p:nvSpPr>
        <p:spPr>
          <a:xfrm>
            <a:off x="1562804" y="1803996"/>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7" name="Picture Placeholder 6">
            <a:extLst>
              <a:ext uri="{FF2B5EF4-FFF2-40B4-BE49-F238E27FC236}">
                <a16:creationId xmlns:a16="http://schemas.microsoft.com/office/drawing/2014/main" id="{590BE259-1380-7F27-3E64-533E1C56F5F0}"/>
              </a:ext>
            </a:extLst>
          </p:cNvPr>
          <p:cNvSpPr>
            <a:spLocks noGrp="1"/>
          </p:cNvSpPr>
          <p:nvPr>
            <p:ph type="pic" sz="quarter" idx="20"/>
          </p:nvPr>
        </p:nvSpPr>
        <p:spPr>
          <a:xfrm>
            <a:off x="314524" y="1520468"/>
            <a:ext cx="1052696" cy="1051282"/>
          </a:xfrm>
          <a:solidFill>
            <a:schemeClr val="bg1">
              <a:lumMod val="85000"/>
            </a:schemeClr>
          </a:solidFill>
        </p:spPr>
        <p:txBody>
          <a:bodyPr/>
          <a:lstStyle/>
          <a:p>
            <a:r>
              <a:rPr lang="en-US" altLang="ja-JP"/>
              <a:t>Click icon to add picture</a:t>
            </a:r>
            <a:endParaRPr lang="en-US"/>
          </a:p>
        </p:txBody>
      </p:sp>
      <p:sp>
        <p:nvSpPr>
          <p:cNvPr id="16" name="Text Placeholder 13">
            <a:extLst>
              <a:ext uri="{FF2B5EF4-FFF2-40B4-BE49-F238E27FC236}">
                <a16:creationId xmlns:a16="http://schemas.microsoft.com/office/drawing/2014/main" id="{6340FD9B-AE60-3404-C819-CD753CD6CA20}"/>
              </a:ext>
            </a:extLst>
          </p:cNvPr>
          <p:cNvSpPr>
            <a:spLocks noGrp="1"/>
          </p:cNvSpPr>
          <p:nvPr>
            <p:ph type="body" sz="quarter" idx="21" hasCustomPrompt="1"/>
          </p:nvPr>
        </p:nvSpPr>
        <p:spPr>
          <a:xfrm>
            <a:off x="1562804" y="2872951"/>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17" name="Content Placeholder 16">
            <a:extLst>
              <a:ext uri="{FF2B5EF4-FFF2-40B4-BE49-F238E27FC236}">
                <a16:creationId xmlns:a16="http://schemas.microsoft.com/office/drawing/2014/main" id="{76DBD51D-CD95-46A6-B925-503D5128623C}"/>
              </a:ext>
            </a:extLst>
          </p:cNvPr>
          <p:cNvSpPr>
            <a:spLocks noGrp="1"/>
          </p:cNvSpPr>
          <p:nvPr>
            <p:ph sz="quarter" idx="22" hasCustomPrompt="1"/>
          </p:nvPr>
        </p:nvSpPr>
        <p:spPr>
          <a:xfrm>
            <a:off x="1562804" y="3214228"/>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18" name="Picture Placeholder 6">
            <a:extLst>
              <a:ext uri="{FF2B5EF4-FFF2-40B4-BE49-F238E27FC236}">
                <a16:creationId xmlns:a16="http://schemas.microsoft.com/office/drawing/2014/main" id="{B4D58A6A-B651-A158-704E-ED16D440AEC5}"/>
              </a:ext>
            </a:extLst>
          </p:cNvPr>
          <p:cNvSpPr>
            <a:spLocks noGrp="1"/>
          </p:cNvSpPr>
          <p:nvPr>
            <p:ph type="pic" sz="quarter" idx="23"/>
          </p:nvPr>
        </p:nvSpPr>
        <p:spPr>
          <a:xfrm>
            <a:off x="314524" y="2930701"/>
            <a:ext cx="1052696" cy="1051282"/>
          </a:xfrm>
          <a:solidFill>
            <a:schemeClr val="bg1">
              <a:lumMod val="85000"/>
            </a:schemeClr>
          </a:solidFill>
        </p:spPr>
        <p:txBody>
          <a:bodyPr/>
          <a:lstStyle/>
          <a:p>
            <a:r>
              <a:rPr lang="en-US" altLang="ja-JP"/>
              <a:t>Click icon to add picture</a:t>
            </a:r>
            <a:endParaRPr lang="en-US"/>
          </a:p>
        </p:txBody>
      </p:sp>
      <p:sp>
        <p:nvSpPr>
          <p:cNvPr id="4" name="Slide Number Placeholder 5">
            <a:extLst>
              <a:ext uri="{FF2B5EF4-FFF2-40B4-BE49-F238E27FC236}">
                <a16:creationId xmlns:a16="http://schemas.microsoft.com/office/drawing/2014/main" id="{AB2B1C0E-D76E-924F-D78D-DA11B6B65438}"/>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B1BC8339-172E-D41B-E906-31446E2F30D4}"/>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6" name="object 2">
            <a:extLst>
              <a:ext uri="{FF2B5EF4-FFF2-40B4-BE49-F238E27FC236}">
                <a16:creationId xmlns:a16="http://schemas.microsoft.com/office/drawing/2014/main" id="{04104A5D-676B-F47E-4B3E-212CF2A8D9E0}"/>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8" name="object 2">
            <a:extLst>
              <a:ext uri="{FF2B5EF4-FFF2-40B4-BE49-F238E27FC236}">
                <a16:creationId xmlns:a16="http://schemas.microsoft.com/office/drawing/2014/main" id="{3563C7D9-C7A7-E981-D976-A0E48A21116D}"/>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7160031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Org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385430"/>
            <a:ext cx="2689174" cy="455767"/>
          </a:xfrm>
        </p:spPr>
        <p:txBody>
          <a:bodyPr lIns="91440">
            <a:noAutofit/>
          </a:bodyPr>
          <a:lstStyle>
            <a:lvl1pPr>
              <a:defRPr sz="1875"/>
            </a:lvl1pPr>
          </a:lstStyle>
          <a:p>
            <a:r>
              <a:rPr lang="en-US"/>
              <a:t>Click To Edit</a:t>
            </a:r>
          </a:p>
        </p:txBody>
      </p:sp>
      <p:sp>
        <p:nvSpPr>
          <p:cNvPr id="3" name="Content Placeholder 2"/>
          <p:cNvSpPr>
            <a:spLocks noGrp="1"/>
          </p:cNvSpPr>
          <p:nvPr>
            <p:ph idx="1" hasCustomPrompt="1"/>
          </p:nvPr>
        </p:nvSpPr>
        <p:spPr>
          <a:xfrm>
            <a:off x="314523" y="998141"/>
            <a:ext cx="1912656" cy="842621"/>
          </a:xfrm>
        </p:spPr>
        <p:txBody>
          <a:bodyPr>
            <a:noAutofit/>
          </a:bodyPr>
          <a:lstStyle>
            <a:lvl1pPr marL="0" indent="0">
              <a:buNone/>
              <a:defRPr sz="1750"/>
            </a:lvl1pPr>
            <a:lvl2pPr marL="212328" indent="0">
              <a:buNone/>
              <a:defRPr sz="1750"/>
            </a:lvl2pPr>
            <a:lvl3pPr marL="430609" indent="0">
              <a:buNone/>
              <a:defRPr sz="1750"/>
            </a:lvl3pPr>
            <a:lvl4pPr marL="610195" indent="0">
              <a:buNone/>
              <a:defRPr sz="1750"/>
            </a:lvl4pPr>
            <a:lvl5pPr marL="821531" indent="0">
              <a:buNone/>
              <a:defRPr sz="1750"/>
            </a:lvl5pPr>
          </a:lstStyle>
          <a:p>
            <a:pPr lvl="0"/>
            <a:r>
              <a:rPr lang="en-US"/>
              <a:t>Click to edit subtitle text</a:t>
            </a:r>
          </a:p>
        </p:txBody>
      </p:sp>
      <p:sp>
        <p:nvSpPr>
          <p:cNvPr id="9" name="Picture Placeholder 6">
            <a:extLst>
              <a:ext uri="{FF2B5EF4-FFF2-40B4-BE49-F238E27FC236}">
                <a16:creationId xmlns:a16="http://schemas.microsoft.com/office/drawing/2014/main" id="{0F6CA80A-BA8C-B7F2-8C4E-F84D62670B2D}"/>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11" name="Text Placeholder 10">
            <a:extLst>
              <a:ext uri="{FF2B5EF4-FFF2-40B4-BE49-F238E27FC236}">
                <a16:creationId xmlns:a16="http://schemas.microsoft.com/office/drawing/2014/main" id="{F0DC35C0-C611-78A7-EFF1-0330D38B6D9D}"/>
              </a:ext>
            </a:extLst>
          </p:cNvPr>
          <p:cNvSpPr>
            <a:spLocks noGrp="1"/>
          </p:cNvSpPr>
          <p:nvPr>
            <p:ph type="body" sz="quarter" idx="21" hasCustomPrompt="1"/>
          </p:nvPr>
        </p:nvSpPr>
        <p:spPr>
          <a:xfrm>
            <a:off x="107553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2" name="Text Placeholder 10">
            <a:extLst>
              <a:ext uri="{FF2B5EF4-FFF2-40B4-BE49-F238E27FC236}">
                <a16:creationId xmlns:a16="http://schemas.microsoft.com/office/drawing/2014/main" id="{EF97933E-A769-4EC3-221C-BD006D40E1B0}"/>
              </a:ext>
            </a:extLst>
          </p:cNvPr>
          <p:cNvSpPr>
            <a:spLocks noGrp="1"/>
          </p:cNvSpPr>
          <p:nvPr>
            <p:ph type="body" sz="quarter" idx="22" hasCustomPrompt="1"/>
          </p:nvPr>
        </p:nvSpPr>
        <p:spPr>
          <a:xfrm>
            <a:off x="107553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16" name="Picture Placeholder 6">
            <a:extLst>
              <a:ext uri="{FF2B5EF4-FFF2-40B4-BE49-F238E27FC236}">
                <a16:creationId xmlns:a16="http://schemas.microsoft.com/office/drawing/2014/main" id="{79D9B7D2-2E2B-3273-95B3-EF18CB903DCB}"/>
              </a:ext>
            </a:extLst>
          </p:cNvPr>
          <p:cNvSpPr>
            <a:spLocks noGrp="1"/>
          </p:cNvSpPr>
          <p:nvPr>
            <p:ph type="pic" sz="quarter" idx="23"/>
          </p:nvPr>
        </p:nvSpPr>
        <p:spPr>
          <a:xfrm>
            <a:off x="2490031"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17" name="Text Placeholder 10">
            <a:extLst>
              <a:ext uri="{FF2B5EF4-FFF2-40B4-BE49-F238E27FC236}">
                <a16:creationId xmlns:a16="http://schemas.microsoft.com/office/drawing/2014/main" id="{D210B44B-5432-4C48-2886-68C6391780E1}"/>
              </a:ext>
            </a:extLst>
          </p:cNvPr>
          <p:cNvSpPr>
            <a:spLocks noGrp="1"/>
          </p:cNvSpPr>
          <p:nvPr>
            <p:ph type="body" sz="quarter" idx="24" hasCustomPrompt="1"/>
          </p:nvPr>
        </p:nvSpPr>
        <p:spPr>
          <a:xfrm>
            <a:off x="325104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8" name="Text Placeholder 10">
            <a:extLst>
              <a:ext uri="{FF2B5EF4-FFF2-40B4-BE49-F238E27FC236}">
                <a16:creationId xmlns:a16="http://schemas.microsoft.com/office/drawing/2014/main" id="{FFAAB62C-3F7A-FE76-23EB-98DB2C24AA32}"/>
              </a:ext>
            </a:extLst>
          </p:cNvPr>
          <p:cNvSpPr>
            <a:spLocks noGrp="1"/>
          </p:cNvSpPr>
          <p:nvPr>
            <p:ph type="body" sz="quarter" idx="25" hasCustomPrompt="1"/>
          </p:nvPr>
        </p:nvSpPr>
        <p:spPr>
          <a:xfrm>
            <a:off x="325104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0" name="Picture Placeholder 6">
            <a:extLst>
              <a:ext uri="{FF2B5EF4-FFF2-40B4-BE49-F238E27FC236}">
                <a16:creationId xmlns:a16="http://schemas.microsoft.com/office/drawing/2014/main" id="{91540D4C-2F55-AF9F-EB75-B005081C1B29}"/>
              </a:ext>
            </a:extLst>
          </p:cNvPr>
          <p:cNvSpPr>
            <a:spLocks noGrp="1"/>
          </p:cNvSpPr>
          <p:nvPr>
            <p:ph type="pic" sz="quarter" idx="26"/>
          </p:nvPr>
        </p:nvSpPr>
        <p:spPr>
          <a:xfrm>
            <a:off x="4661925"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21" name="Text Placeholder 10">
            <a:extLst>
              <a:ext uri="{FF2B5EF4-FFF2-40B4-BE49-F238E27FC236}">
                <a16:creationId xmlns:a16="http://schemas.microsoft.com/office/drawing/2014/main" id="{4F6C9556-BFE5-B01F-9587-486E37435807}"/>
              </a:ext>
            </a:extLst>
          </p:cNvPr>
          <p:cNvSpPr>
            <a:spLocks noGrp="1"/>
          </p:cNvSpPr>
          <p:nvPr>
            <p:ph type="body" sz="quarter" idx="27" hasCustomPrompt="1"/>
          </p:nvPr>
        </p:nvSpPr>
        <p:spPr>
          <a:xfrm>
            <a:off x="5422937"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2" name="Text Placeholder 10">
            <a:extLst>
              <a:ext uri="{FF2B5EF4-FFF2-40B4-BE49-F238E27FC236}">
                <a16:creationId xmlns:a16="http://schemas.microsoft.com/office/drawing/2014/main" id="{2ED38802-657F-81C9-048E-05CB3E058EF9}"/>
              </a:ext>
            </a:extLst>
          </p:cNvPr>
          <p:cNvSpPr>
            <a:spLocks noGrp="1"/>
          </p:cNvSpPr>
          <p:nvPr>
            <p:ph type="body" sz="quarter" idx="28" hasCustomPrompt="1"/>
          </p:nvPr>
        </p:nvSpPr>
        <p:spPr>
          <a:xfrm>
            <a:off x="5422937"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4" name="Picture Placeholder 6">
            <a:extLst>
              <a:ext uri="{FF2B5EF4-FFF2-40B4-BE49-F238E27FC236}">
                <a16:creationId xmlns:a16="http://schemas.microsoft.com/office/drawing/2014/main" id="{F6E8F21C-F64B-5865-6BCD-F80121E8E88E}"/>
              </a:ext>
            </a:extLst>
          </p:cNvPr>
          <p:cNvSpPr>
            <a:spLocks noGrp="1"/>
          </p:cNvSpPr>
          <p:nvPr>
            <p:ph type="pic" sz="quarter" idx="29"/>
          </p:nvPr>
        </p:nvSpPr>
        <p:spPr>
          <a:xfrm>
            <a:off x="6833818"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25" name="Text Placeholder 10">
            <a:extLst>
              <a:ext uri="{FF2B5EF4-FFF2-40B4-BE49-F238E27FC236}">
                <a16:creationId xmlns:a16="http://schemas.microsoft.com/office/drawing/2014/main" id="{535D82FB-2E4E-4B62-8878-B6A81F0D91C9}"/>
              </a:ext>
            </a:extLst>
          </p:cNvPr>
          <p:cNvSpPr>
            <a:spLocks noGrp="1"/>
          </p:cNvSpPr>
          <p:nvPr>
            <p:ph type="body" sz="quarter" idx="30" hasCustomPrompt="1"/>
          </p:nvPr>
        </p:nvSpPr>
        <p:spPr>
          <a:xfrm>
            <a:off x="7594831"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6" name="Text Placeholder 10">
            <a:extLst>
              <a:ext uri="{FF2B5EF4-FFF2-40B4-BE49-F238E27FC236}">
                <a16:creationId xmlns:a16="http://schemas.microsoft.com/office/drawing/2014/main" id="{79396F1E-0D7A-C6CC-EFE8-C181FDAFC3F1}"/>
              </a:ext>
            </a:extLst>
          </p:cNvPr>
          <p:cNvSpPr>
            <a:spLocks noGrp="1"/>
          </p:cNvSpPr>
          <p:nvPr>
            <p:ph type="body" sz="quarter" idx="31" hasCustomPrompt="1"/>
          </p:nvPr>
        </p:nvSpPr>
        <p:spPr>
          <a:xfrm>
            <a:off x="7594831"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8" name="Picture Placeholder 6">
            <a:extLst>
              <a:ext uri="{FF2B5EF4-FFF2-40B4-BE49-F238E27FC236}">
                <a16:creationId xmlns:a16="http://schemas.microsoft.com/office/drawing/2014/main" id="{94521486-C084-761E-652A-41F8EDD95CD2}"/>
              </a:ext>
            </a:extLst>
          </p:cNvPr>
          <p:cNvSpPr>
            <a:spLocks noGrp="1"/>
          </p:cNvSpPr>
          <p:nvPr>
            <p:ph type="pic" sz="quarter" idx="32"/>
          </p:nvPr>
        </p:nvSpPr>
        <p:spPr>
          <a:xfrm>
            <a:off x="314521"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29" name="Text Placeholder 10">
            <a:extLst>
              <a:ext uri="{FF2B5EF4-FFF2-40B4-BE49-F238E27FC236}">
                <a16:creationId xmlns:a16="http://schemas.microsoft.com/office/drawing/2014/main" id="{8DC7B0C1-3855-86C2-0A18-D670191A8392}"/>
              </a:ext>
            </a:extLst>
          </p:cNvPr>
          <p:cNvSpPr>
            <a:spLocks noGrp="1"/>
          </p:cNvSpPr>
          <p:nvPr>
            <p:ph type="body" sz="quarter" idx="33" hasCustomPrompt="1"/>
          </p:nvPr>
        </p:nvSpPr>
        <p:spPr>
          <a:xfrm>
            <a:off x="107553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0" name="Text Placeholder 10">
            <a:extLst>
              <a:ext uri="{FF2B5EF4-FFF2-40B4-BE49-F238E27FC236}">
                <a16:creationId xmlns:a16="http://schemas.microsoft.com/office/drawing/2014/main" id="{8955BC9D-F392-B268-B8FA-CC8EA43E773F}"/>
              </a:ext>
            </a:extLst>
          </p:cNvPr>
          <p:cNvSpPr>
            <a:spLocks noGrp="1"/>
          </p:cNvSpPr>
          <p:nvPr>
            <p:ph type="body" sz="quarter" idx="34" hasCustomPrompt="1"/>
          </p:nvPr>
        </p:nvSpPr>
        <p:spPr>
          <a:xfrm>
            <a:off x="107553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2" name="Picture Placeholder 6">
            <a:extLst>
              <a:ext uri="{FF2B5EF4-FFF2-40B4-BE49-F238E27FC236}">
                <a16:creationId xmlns:a16="http://schemas.microsoft.com/office/drawing/2014/main" id="{BD558958-69BB-A734-6ACB-32F309A77CFF}"/>
              </a:ext>
            </a:extLst>
          </p:cNvPr>
          <p:cNvSpPr>
            <a:spLocks noGrp="1"/>
          </p:cNvSpPr>
          <p:nvPr>
            <p:ph type="pic" sz="quarter" idx="35"/>
          </p:nvPr>
        </p:nvSpPr>
        <p:spPr>
          <a:xfrm>
            <a:off x="2490031"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33" name="Text Placeholder 10">
            <a:extLst>
              <a:ext uri="{FF2B5EF4-FFF2-40B4-BE49-F238E27FC236}">
                <a16:creationId xmlns:a16="http://schemas.microsoft.com/office/drawing/2014/main" id="{F0B6883B-4B23-05B7-1A9A-829255DBC0DB}"/>
              </a:ext>
            </a:extLst>
          </p:cNvPr>
          <p:cNvSpPr>
            <a:spLocks noGrp="1"/>
          </p:cNvSpPr>
          <p:nvPr>
            <p:ph type="body" sz="quarter" idx="36" hasCustomPrompt="1"/>
          </p:nvPr>
        </p:nvSpPr>
        <p:spPr>
          <a:xfrm>
            <a:off x="325104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4" name="Text Placeholder 10">
            <a:extLst>
              <a:ext uri="{FF2B5EF4-FFF2-40B4-BE49-F238E27FC236}">
                <a16:creationId xmlns:a16="http://schemas.microsoft.com/office/drawing/2014/main" id="{882FBF47-1EC2-57D6-A2F5-3CB615404C58}"/>
              </a:ext>
            </a:extLst>
          </p:cNvPr>
          <p:cNvSpPr>
            <a:spLocks noGrp="1"/>
          </p:cNvSpPr>
          <p:nvPr>
            <p:ph type="body" sz="quarter" idx="37" hasCustomPrompt="1"/>
          </p:nvPr>
        </p:nvSpPr>
        <p:spPr>
          <a:xfrm>
            <a:off x="325104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6" name="Picture Placeholder 6">
            <a:extLst>
              <a:ext uri="{FF2B5EF4-FFF2-40B4-BE49-F238E27FC236}">
                <a16:creationId xmlns:a16="http://schemas.microsoft.com/office/drawing/2014/main" id="{B4F1ECC7-0294-0893-F7B6-4B719C20DB3C}"/>
              </a:ext>
            </a:extLst>
          </p:cNvPr>
          <p:cNvSpPr>
            <a:spLocks noGrp="1"/>
          </p:cNvSpPr>
          <p:nvPr>
            <p:ph type="pic" sz="quarter" idx="38"/>
          </p:nvPr>
        </p:nvSpPr>
        <p:spPr>
          <a:xfrm>
            <a:off x="4661925"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37" name="Text Placeholder 10">
            <a:extLst>
              <a:ext uri="{FF2B5EF4-FFF2-40B4-BE49-F238E27FC236}">
                <a16:creationId xmlns:a16="http://schemas.microsoft.com/office/drawing/2014/main" id="{CFE4742C-62A6-3943-3AB9-E1473AAB7BA1}"/>
              </a:ext>
            </a:extLst>
          </p:cNvPr>
          <p:cNvSpPr>
            <a:spLocks noGrp="1"/>
          </p:cNvSpPr>
          <p:nvPr>
            <p:ph type="body" sz="quarter" idx="39" hasCustomPrompt="1"/>
          </p:nvPr>
        </p:nvSpPr>
        <p:spPr>
          <a:xfrm>
            <a:off x="5422937"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8" name="Text Placeholder 10">
            <a:extLst>
              <a:ext uri="{FF2B5EF4-FFF2-40B4-BE49-F238E27FC236}">
                <a16:creationId xmlns:a16="http://schemas.microsoft.com/office/drawing/2014/main" id="{1018C43F-F5F3-65A1-AD09-625021BFECD0}"/>
              </a:ext>
            </a:extLst>
          </p:cNvPr>
          <p:cNvSpPr>
            <a:spLocks noGrp="1"/>
          </p:cNvSpPr>
          <p:nvPr>
            <p:ph type="body" sz="quarter" idx="40" hasCustomPrompt="1"/>
          </p:nvPr>
        </p:nvSpPr>
        <p:spPr>
          <a:xfrm>
            <a:off x="5422937"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0" name="Picture Placeholder 6">
            <a:extLst>
              <a:ext uri="{FF2B5EF4-FFF2-40B4-BE49-F238E27FC236}">
                <a16:creationId xmlns:a16="http://schemas.microsoft.com/office/drawing/2014/main" id="{DCFA9079-BB94-319C-A413-6D8E15EEAD2E}"/>
              </a:ext>
            </a:extLst>
          </p:cNvPr>
          <p:cNvSpPr>
            <a:spLocks noGrp="1"/>
          </p:cNvSpPr>
          <p:nvPr>
            <p:ph type="pic" sz="quarter" idx="41"/>
          </p:nvPr>
        </p:nvSpPr>
        <p:spPr>
          <a:xfrm>
            <a:off x="6833818"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41" name="Text Placeholder 10">
            <a:extLst>
              <a:ext uri="{FF2B5EF4-FFF2-40B4-BE49-F238E27FC236}">
                <a16:creationId xmlns:a16="http://schemas.microsoft.com/office/drawing/2014/main" id="{94925F85-A2AA-F720-3745-59937409054F}"/>
              </a:ext>
            </a:extLst>
          </p:cNvPr>
          <p:cNvSpPr>
            <a:spLocks noGrp="1"/>
          </p:cNvSpPr>
          <p:nvPr>
            <p:ph type="body" sz="quarter" idx="42" hasCustomPrompt="1"/>
          </p:nvPr>
        </p:nvSpPr>
        <p:spPr>
          <a:xfrm>
            <a:off x="7594831"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2" name="Text Placeholder 10">
            <a:extLst>
              <a:ext uri="{FF2B5EF4-FFF2-40B4-BE49-F238E27FC236}">
                <a16:creationId xmlns:a16="http://schemas.microsoft.com/office/drawing/2014/main" id="{BA19A9E8-6749-F611-3A66-EF24A8AA0084}"/>
              </a:ext>
            </a:extLst>
          </p:cNvPr>
          <p:cNvSpPr>
            <a:spLocks noGrp="1"/>
          </p:cNvSpPr>
          <p:nvPr>
            <p:ph type="body" sz="quarter" idx="43" hasCustomPrompt="1"/>
          </p:nvPr>
        </p:nvSpPr>
        <p:spPr>
          <a:xfrm>
            <a:off x="7594831"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4" name="Picture Placeholder 6">
            <a:extLst>
              <a:ext uri="{FF2B5EF4-FFF2-40B4-BE49-F238E27FC236}">
                <a16:creationId xmlns:a16="http://schemas.microsoft.com/office/drawing/2014/main" id="{4F4355E3-EC8E-5C40-BF7E-21130271D4CF}"/>
              </a:ext>
            </a:extLst>
          </p:cNvPr>
          <p:cNvSpPr>
            <a:spLocks noGrp="1"/>
          </p:cNvSpPr>
          <p:nvPr>
            <p:ph type="pic" sz="quarter" idx="44"/>
          </p:nvPr>
        </p:nvSpPr>
        <p:spPr>
          <a:xfrm>
            <a:off x="2490031" y="1604440"/>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45" name="Text Placeholder 10">
            <a:extLst>
              <a:ext uri="{FF2B5EF4-FFF2-40B4-BE49-F238E27FC236}">
                <a16:creationId xmlns:a16="http://schemas.microsoft.com/office/drawing/2014/main" id="{B899B7C8-075B-A7DA-BC67-2BE408DFE9DC}"/>
              </a:ext>
            </a:extLst>
          </p:cNvPr>
          <p:cNvSpPr>
            <a:spLocks noGrp="1"/>
          </p:cNvSpPr>
          <p:nvPr>
            <p:ph type="body" sz="quarter" idx="45" hasCustomPrompt="1"/>
          </p:nvPr>
        </p:nvSpPr>
        <p:spPr>
          <a:xfrm>
            <a:off x="3251043"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6" name="Text Placeholder 10">
            <a:extLst>
              <a:ext uri="{FF2B5EF4-FFF2-40B4-BE49-F238E27FC236}">
                <a16:creationId xmlns:a16="http://schemas.microsoft.com/office/drawing/2014/main" id="{64237FA6-A072-9159-A24D-79BBBDF4E064}"/>
              </a:ext>
            </a:extLst>
          </p:cNvPr>
          <p:cNvSpPr>
            <a:spLocks noGrp="1"/>
          </p:cNvSpPr>
          <p:nvPr>
            <p:ph type="body" sz="quarter" idx="46" hasCustomPrompt="1"/>
          </p:nvPr>
        </p:nvSpPr>
        <p:spPr>
          <a:xfrm>
            <a:off x="3251043"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8" name="Picture Placeholder 6">
            <a:extLst>
              <a:ext uri="{FF2B5EF4-FFF2-40B4-BE49-F238E27FC236}">
                <a16:creationId xmlns:a16="http://schemas.microsoft.com/office/drawing/2014/main" id="{BABB45AB-EF52-4504-652B-34551886BBAF}"/>
              </a:ext>
            </a:extLst>
          </p:cNvPr>
          <p:cNvSpPr>
            <a:spLocks noGrp="1"/>
          </p:cNvSpPr>
          <p:nvPr>
            <p:ph type="pic" sz="quarter" idx="47"/>
          </p:nvPr>
        </p:nvSpPr>
        <p:spPr>
          <a:xfrm>
            <a:off x="4661925" y="1604440"/>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49" name="Text Placeholder 10">
            <a:extLst>
              <a:ext uri="{FF2B5EF4-FFF2-40B4-BE49-F238E27FC236}">
                <a16:creationId xmlns:a16="http://schemas.microsoft.com/office/drawing/2014/main" id="{739A6FDB-63BA-5D83-CAF0-EAB994855796}"/>
              </a:ext>
            </a:extLst>
          </p:cNvPr>
          <p:cNvSpPr>
            <a:spLocks noGrp="1"/>
          </p:cNvSpPr>
          <p:nvPr>
            <p:ph type="body" sz="quarter" idx="48" hasCustomPrompt="1"/>
          </p:nvPr>
        </p:nvSpPr>
        <p:spPr>
          <a:xfrm>
            <a:off x="5422937"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0" name="Text Placeholder 10">
            <a:extLst>
              <a:ext uri="{FF2B5EF4-FFF2-40B4-BE49-F238E27FC236}">
                <a16:creationId xmlns:a16="http://schemas.microsoft.com/office/drawing/2014/main" id="{3CC40181-25B6-D371-6EDE-263324525C5B}"/>
              </a:ext>
            </a:extLst>
          </p:cNvPr>
          <p:cNvSpPr>
            <a:spLocks noGrp="1"/>
          </p:cNvSpPr>
          <p:nvPr>
            <p:ph type="body" sz="quarter" idx="49" hasCustomPrompt="1"/>
          </p:nvPr>
        </p:nvSpPr>
        <p:spPr>
          <a:xfrm>
            <a:off x="5422937"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52" name="Picture Placeholder 6">
            <a:extLst>
              <a:ext uri="{FF2B5EF4-FFF2-40B4-BE49-F238E27FC236}">
                <a16:creationId xmlns:a16="http://schemas.microsoft.com/office/drawing/2014/main" id="{AECC4A25-8EE4-5F71-7039-B9D6B4729098}"/>
              </a:ext>
            </a:extLst>
          </p:cNvPr>
          <p:cNvSpPr>
            <a:spLocks noGrp="1"/>
          </p:cNvSpPr>
          <p:nvPr>
            <p:ph type="pic" sz="quarter" idx="50"/>
          </p:nvPr>
        </p:nvSpPr>
        <p:spPr>
          <a:xfrm>
            <a:off x="3537974" y="57439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53" name="Text Placeholder 10">
            <a:extLst>
              <a:ext uri="{FF2B5EF4-FFF2-40B4-BE49-F238E27FC236}">
                <a16:creationId xmlns:a16="http://schemas.microsoft.com/office/drawing/2014/main" id="{D886AF52-6F03-B5B1-ABE1-123DB0094CF7}"/>
              </a:ext>
            </a:extLst>
          </p:cNvPr>
          <p:cNvSpPr>
            <a:spLocks noGrp="1"/>
          </p:cNvSpPr>
          <p:nvPr>
            <p:ph type="body" sz="quarter" idx="51" hasCustomPrompt="1"/>
          </p:nvPr>
        </p:nvSpPr>
        <p:spPr>
          <a:xfrm>
            <a:off x="4298987" y="672343"/>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4" name="Text Placeholder 10">
            <a:extLst>
              <a:ext uri="{FF2B5EF4-FFF2-40B4-BE49-F238E27FC236}">
                <a16:creationId xmlns:a16="http://schemas.microsoft.com/office/drawing/2014/main" id="{63C473C1-8B3A-5C7A-E473-B0F5F267A5D8}"/>
              </a:ext>
            </a:extLst>
          </p:cNvPr>
          <p:cNvSpPr>
            <a:spLocks noGrp="1"/>
          </p:cNvSpPr>
          <p:nvPr>
            <p:ph type="body" sz="quarter" idx="52" hasCustomPrompt="1"/>
          </p:nvPr>
        </p:nvSpPr>
        <p:spPr>
          <a:xfrm>
            <a:off x="4298987" y="862844"/>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 name="Slide Number Placeholder 5">
            <a:extLst>
              <a:ext uri="{FF2B5EF4-FFF2-40B4-BE49-F238E27FC236}">
                <a16:creationId xmlns:a16="http://schemas.microsoft.com/office/drawing/2014/main" id="{2B0155BC-BDA8-C818-E00A-BE1E32EAF0B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Picture Placeholder 6">
            <a:extLst>
              <a:ext uri="{FF2B5EF4-FFF2-40B4-BE49-F238E27FC236}">
                <a16:creationId xmlns:a16="http://schemas.microsoft.com/office/drawing/2014/main" id="{AD7CB6CD-63CC-D7FD-0CF4-290A06E70C14}"/>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Tree>
    <p:extLst>
      <p:ext uri="{BB962C8B-B14F-4D97-AF65-F5344CB8AC3E}">
        <p14:creationId xmlns:p14="http://schemas.microsoft.com/office/powerpoint/2010/main" val="104743783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Chart With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4" name="object 2">
            <a:extLst>
              <a:ext uri="{FF2B5EF4-FFF2-40B4-BE49-F238E27FC236}">
                <a16:creationId xmlns:a16="http://schemas.microsoft.com/office/drawing/2014/main" id="{3EEB7A42-5110-13AD-1E86-1C14D8EA0C4A}"/>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3" y="1170323"/>
            <a:ext cx="5446196"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5446196" cy="2394406"/>
          </a:xfrm>
        </p:spPr>
        <p:txBody>
          <a:bodyPr/>
          <a:lstStyle>
            <a:lvl1pPr>
              <a:defRPr/>
            </a:lvl1pPr>
          </a:lstStyle>
          <a:p>
            <a:r>
              <a:rPr lang="en-US" altLang="ja-JP"/>
              <a:t>Click icon to add chart</a:t>
            </a:r>
            <a:endParaRPr lang="en-US"/>
          </a:p>
        </p:txBody>
      </p:sp>
      <p:sp>
        <p:nvSpPr>
          <p:cNvPr id="7" name="Text Placeholder 13">
            <a:extLst>
              <a:ext uri="{FF2B5EF4-FFF2-40B4-BE49-F238E27FC236}">
                <a16:creationId xmlns:a16="http://schemas.microsoft.com/office/drawing/2014/main" id="{1BB87E08-F5B2-1C85-04B0-1A4D63D6F725}"/>
              </a:ext>
            </a:extLst>
          </p:cNvPr>
          <p:cNvSpPr>
            <a:spLocks noGrp="1"/>
          </p:cNvSpPr>
          <p:nvPr>
            <p:ph type="body" sz="quarter" idx="20" hasCustomPrompt="1"/>
          </p:nvPr>
        </p:nvSpPr>
        <p:spPr>
          <a:xfrm>
            <a:off x="6230589" y="1246474"/>
            <a:ext cx="2598888"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8" name="Content Placeholder 16">
            <a:extLst>
              <a:ext uri="{FF2B5EF4-FFF2-40B4-BE49-F238E27FC236}">
                <a16:creationId xmlns:a16="http://schemas.microsoft.com/office/drawing/2014/main" id="{DFCB2DF8-8D4A-D112-A1F9-55A56C739C93}"/>
              </a:ext>
            </a:extLst>
          </p:cNvPr>
          <p:cNvSpPr>
            <a:spLocks noGrp="1"/>
          </p:cNvSpPr>
          <p:nvPr>
            <p:ph sz="quarter" idx="21"/>
          </p:nvPr>
        </p:nvSpPr>
        <p:spPr>
          <a:xfrm>
            <a:off x="6230589" y="1903274"/>
            <a:ext cx="2598888" cy="2394406"/>
          </a:xfrm>
        </p:spPr>
        <p:txBody>
          <a:bodyPr>
            <a:noAutofit/>
          </a:bodyPr>
          <a:lstStyle>
            <a:lvl1pPr>
              <a:defRPr sz="1000"/>
            </a:lvl1pPr>
            <a:lvl2pPr>
              <a:defRPr sz="1000"/>
            </a:lvl2pPr>
            <a:lvl3pPr>
              <a:defRPr sz="1000"/>
            </a:lvl3pPr>
            <a:lvl4pPr>
              <a:defRPr sz="1000"/>
            </a:lvl4pPr>
            <a:lvl5pPr>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9" name="Straight Connector 8">
            <a:extLst>
              <a:ext uri="{FF2B5EF4-FFF2-40B4-BE49-F238E27FC236}">
                <a16:creationId xmlns:a16="http://schemas.microsoft.com/office/drawing/2014/main" id="{CD8C89FE-E5DA-B993-1428-B78D5CC400E7}"/>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Slide Number Placeholder 5">
            <a:extLst>
              <a:ext uri="{FF2B5EF4-FFF2-40B4-BE49-F238E27FC236}">
                <a16:creationId xmlns:a16="http://schemas.microsoft.com/office/drawing/2014/main" id="{5F135AD9-D450-D550-8CBA-5F0400B4E94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11" name="object 2">
            <a:extLst>
              <a:ext uri="{FF2B5EF4-FFF2-40B4-BE49-F238E27FC236}">
                <a16:creationId xmlns:a16="http://schemas.microsoft.com/office/drawing/2014/main" id="{739B51D3-3B21-2AAB-A9FD-BAB43EB824CA}"/>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2" name="object 2">
            <a:extLst>
              <a:ext uri="{FF2B5EF4-FFF2-40B4-BE49-F238E27FC236}">
                <a16:creationId xmlns:a16="http://schemas.microsoft.com/office/drawing/2014/main" id="{8325FAC4-DB30-54EE-DEDB-3DD2AE0ABC93}"/>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cxnSp>
        <p:nvCxnSpPr>
          <p:cNvPr id="13" name="Straight Connector 12">
            <a:extLst>
              <a:ext uri="{FF2B5EF4-FFF2-40B4-BE49-F238E27FC236}">
                <a16:creationId xmlns:a16="http://schemas.microsoft.com/office/drawing/2014/main" id="{71F7991F-E5D2-69AF-0574-D160F25084BF}"/>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4" name="object 2">
            <a:extLst>
              <a:ext uri="{FF2B5EF4-FFF2-40B4-BE49-F238E27FC236}">
                <a16:creationId xmlns:a16="http://schemas.microsoft.com/office/drawing/2014/main" id="{1BAD4F40-05B1-2DCB-74B9-A0DF63904DFC}"/>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5" name="object 2">
            <a:extLst>
              <a:ext uri="{FF2B5EF4-FFF2-40B4-BE49-F238E27FC236}">
                <a16:creationId xmlns:a16="http://schemas.microsoft.com/office/drawing/2014/main" id="{D6F87AAF-7F68-886C-D0FC-51C22476C3EC}"/>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cxnSp>
        <p:nvCxnSpPr>
          <p:cNvPr id="16" name="Straight Connector 12">
            <a:extLst>
              <a:ext uri="{FF2B5EF4-FFF2-40B4-BE49-F238E27FC236}">
                <a16:creationId xmlns:a16="http://schemas.microsoft.com/office/drawing/2014/main" id="{ABDE9DAE-827C-3489-8C4E-34AE60C7EF44}"/>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7" name="object 2">
            <a:extLst>
              <a:ext uri="{FF2B5EF4-FFF2-40B4-BE49-F238E27FC236}">
                <a16:creationId xmlns:a16="http://schemas.microsoft.com/office/drawing/2014/main" id="{0C892109-A15B-A219-7331-8BABFBC3FC4A}"/>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8" name="object 2">
            <a:extLst>
              <a:ext uri="{FF2B5EF4-FFF2-40B4-BE49-F238E27FC236}">
                <a16:creationId xmlns:a16="http://schemas.microsoft.com/office/drawing/2014/main" id="{30B810D4-F8F6-4733-8266-67B79500B558}"/>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cxnSp>
        <p:nvCxnSpPr>
          <p:cNvPr id="19" name="Straight Connector 18">
            <a:extLst>
              <a:ext uri="{FF2B5EF4-FFF2-40B4-BE49-F238E27FC236}">
                <a16:creationId xmlns:a16="http://schemas.microsoft.com/office/drawing/2014/main" id="{63D07448-F26F-56BD-284F-D15CC336ED20}"/>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15158189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Chart without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4" y="1170323"/>
            <a:ext cx="8514953"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8514953" cy="2394406"/>
          </a:xfrm>
        </p:spPr>
        <p:txBody>
          <a:bodyPr/>
          <a:lstStyle>
            <a:lvl1pPr>
              <a:defRPr/>
            </a:lvl1pPr>
          </a:lstStyle>
          <a:p>
            <a:r>
              <a:rPr lang="en-US" altLang="ja-JP"/>
              <a:t>Click icon to add chart</a:t>
            </a:r>
            <a:endParaRPr lang="en-US"/>
          </a:p>
        </p:txBody>
      </p:sp>
      <p:sp>
        <p:nvSpPr>
          <p:cNvPr id="4" name="Slide Number Placeholder 5">
            <a:extLst>
              <a:ext uri="{FF2B5EF4-FFF2-40B4-BE49-F238E27FC236}">
                <a16:creationId xmlns:a16="http://schemas.microsoft.com/office/drawing/2014/main" id="{2651C850-897C-E949-B6AA-E058B3A7F606}"/>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CFC7DC1A-6259-3AEB-A8EF-FF5223728A1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8" name="object 2">
            <a:extLst>
              <a:ext uri="{FF2B5EF4-FFF2-40B4-BE49-F238E27FC236}">
                <a16:creationId xmlns:a16="http://schemas.microsoft.com/office/drawing/2014/main" id="{E708A5EF-8E19-CBBE-C2F8-8C73E2E578B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9" name="object 2">
            <a:extLst>
              <a:ext uri="{FF2B5EF4-FFF2-40B4-BE49-F238E27FC236}">
                <a16:creationId xmlns:a16="http://schemas.microsoft.com/office/drawing/2014/main" id="{F2EDF714-CAD3-755C-12C0-FEF3F7A5BCF0}"/>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117533137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Blank Whit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9B7C343-9278-D462-40D5-EBDFE3A21FBE}"/>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01922287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LAST LAYOUT OF TEMPLA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1B9540-768B-ACCF-01EE-CF2685BD13DD}"/>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2" name="Rectangle 1"/>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14437F2A-ED47-9A95-5644-5428319D1C22}"/>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5" name="Rectangle 4">
            <a:extLst>
              <a:ext uri="{FF2B5EF4-FFF2-40B4-BE49-F238E27FC236}">
                <a16:creationId xmlns:a16="http://schemas.microsoft.com/office/drawing/2014/main" id="{3CC79DBD-B8BB-561B-6131-4C9E090D139F}"/>
              </a:ext>
            </a:extLst>
          </p:cNvPr>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
        <p:nvSpPr>
          <p:cNvPr id="6" name="Rectangle 3">
            <a:extLst>
              <a:ext uri="{FF2B5EF4-FFF2-40B4-BE49-F238E27FC236}">
                <a16:creationId xmlns:a16="http://schemas.microsoft.com/office/drawing/2014/main" id="{B779D8C0-724D-6465-0F73-550EC22F83FA}"/>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7" name="Rectangle 4">
            <a:extLst>
              <a:ext uri="{FF2B5EF4-FFF2-40B4-BE49-F238E27FC236}">
                <a16:creationId xmlns:a16="http://schemas.microsoft.com/office/drawing/2014/main" id="{EF15CD64-B815-EB17-1FED-8C15F701719A}"/>
              </a:ext>
            </a:extLst>
          </p:cNvPr>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Tree>
    <p:extLst>
      <p:ext uri="{BB962C8B-B14F-4D97-AF65-F5344CB8AC3E}">
        <p14:creationId xmlns:p14="http://schemas.microsoft.com/office/powerpoint/2010/main" val="128058732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cSld name="1_Org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385430"/>
            <a:ext cx="2689174" cy="455767"/>
          </a:xfrm>
        </p:spPr>
        <p:txBody>
          <a:bodyPr lIns="91440">
            <a:noAutofit/>
          </a:bodyPr>
          <a:lstStyle>
            <a:lvl1pPr>
              <a:defRPr sz="1875"/>
            </a:lvl1pPr>
          </a:lstStyle>
          <a:p>
            <a:r>
              <a:rPr lang="en-US"/>
              <a:t>Click To Edit</a:t>
            </a:r>
          </a:p>
        </p:txBody>
      </p:sp>
      <p:sp>
        <p:nvSpPr>
          <p:cNvPr id="3" name="Content Placeholder 2"/>
          <p:cNvSpPr>
            <a:spLocks noGrp="1"/>
          </p:cNvSpPr>
          <p:nvPr>
            <p:ph idx="1" hasCustomPrompt="1"/>
          </p:nvPr>
        </p:nvSpPr>
        <p:spPr>
          <a:xfrm>
            <a:off x="314523" y="998141"/>
            <a:ext cx="1912656" cy="842621"/>
          </a:xfrm>
        </p:spPr>
        <p:txBody>
          <a:bodyPr>
            <a:noAutofit/>
          </a:bodyPr>
          <a:lstStyle>
            <a:lvl1pPr marL="0" indent="0">
              <a:buNone/>
              <a:defRPr sz="1750"/>
            </a:lvl1pPr>
            <a:lvl2pPr marL="212328" indent="0">
              <a:buNone/>
              <a:defRPr sz="1750"/>
            </a:lvl2pPr>
            <a:lvl3pPr marL="430609" indent="0">
              <a:buNone/>
              <a:defRPr sz="1750"/>
            </a:lvl3pPr>
            <a:lvl4pPr marL="610195" indent="0">
              <a:buNone/>
              <a:defRPr sz="1750"/>
            </a:lvl4pPr>
            <a:lvl5pPr marL="821531" indent="0">
              <a:buNone/>
              <a:defRPr sz="1750"/>
            </a:lvl5pPr>
          </a:lstStyle>
          <a:p>
            <a:pPr lvl="0"/>
            <a:r>
              <a:rPr lang="en-US"/>
              <a:t>Click to edit subtitle text</a:t>
            </a:r>
          </a:p>
        </p:txBody>
      </p:sp>
      <p:sp>
        <p:nvSpPr>
          <p:cNvPr id="9" name="Picture Placeholder 6">
            <a:extLst>
              <a:ext uri="{FF2B5EF4-FFF2-40B4-BE49-F238E27FC236}">
                <a16:creationId xmlns:a16="http://schemas.microsoft.com/office/drawing/2014/main" id="{0F6CA80A-BA8C-B7F2-8C4E-F84D62670B2D}"/>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11" name="Text Placeholder 10">
            <a:extLst>
              <a:ext uri="{FF2B5EF4-FFF2-40B4-BE49-F238E27FC236}">
                <a16:creationId xmlns:a16="http://schemas.microsoft.com/office/drawing/2014/main" id="{F0DC35C0-C611-78A7-EFF1-0330D38B6D9D}"/>
              </a:ext>
            </a:extLst>
          </p:cNvPr>
          <p:cNvSpPr>
            <a:spLocks noGrp="1"/>
          </p:cNvSpPr>
          <p:nvPr>
            <p:ph type="body" sz="quarter" idx="21" hasCustomPrompt="1"/>
          </p:nvPr>
        </p:nvSpPr>
        <p:spPr>
          <a:xfrm>
            <a:off x="107553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2" name="Text Placeholder 10">
            <a:extLst>
              <a:ext uri="{FF2B5EF4-FFF2-40B4-BE49-F238E27FC236}">
                <a16:creationId xmlns:a16="http://schemas.microsoft.com/office/drawing/2014/main" id="{EF97933E-A769-4EC3-221C-BD006D40E1B0}"/>
              </a:ext>
            </a:extLst>
          </p:cNvPr>
          <p:cNvSpPr>
            <a:spLocks noGrp="1"/>
          </p:cNvSpPr>
          <p:nvPr>
            <p:ph type="body" sz="quarter" idx="22" hasCustomPrompt="1"/>
          </p:nvPr>
        </p:nvSpPr>
        <p:spPr>
          <a:xfrm>
            <a:off x="107553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16" name="Picture Placeholder 6">
            <a:extLst>
              <a:ext uri="{FF2B5EF4-FFF2-40B4-BE49-F238E27FC236}">
                <a16:creationId xmlns:a16="http://schemas.microsoft.com/office/drawing/2014/main" id="{79D9B7D2-2E2B-3273-95B3-EF18CB903DCB}"/>
              </a:ext>
            </a:extLst>
          </p:cNvPr>
          <p:cNvSpPr>
            <a:spLocks noGrp="1"/>
          </p:cNvSpPr>
          <p:nvPr>
            <p:ph type="pic" sz="quarter" idx="23"/>
          </p:nvPr>
        </p:nvSpPr>
        <p:spPr>
          <a:xfrm>
            <a:off x="2490031"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17" name="Text Placeholder 10">
            <a:extLst>
              <a:ext uri="{FF2B5EF4-FFF2-40B4-BE49-F238E27FC236}">
                <a16:creationId xmlns:a16="http://schemas.microsoft.com/office/drawing/2014/main" id="{D210B44B-5432-4C48-2886-68C6391780E1}"/>
              </a:ext>
            </a:extLst>
          </p:cNvPr>
          <p:cNvSpPr>
            <a:spLocks noGrp="1"/>
          </p:cNvSpPr>
          <p:nvPr>
            <p:ph type="body" sz="quarter" idx="24" hasCustomPrompt="1"/>
          </p:nvPr>
        </p:nvSpPr>
        <p:spPr>
          <a:xfrm>
            <a:off x="325104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8" name="Text Placeholder 10">
            <a:extLst>
              <a:ext uri="{FF2B5EF4-FFF2-40B4-BE49-F238E27FC236}">
                <a16:creationId xmlns:a16="http://schemas.microsoft.com/office/drawing/2014/main" id="{FFAAB62C-3F7A-FE76-23EB-98DB2C24AA32}"/>
              </a:ext>
            </a:extLst>
          </p:cNvPr>
          <p:cNvSpPr>
            <a:spLocks noGrp="1"/>
          </p:cNvSpPr>
          <p:nvPr>
            <p:ph type="body" sz="quarter" idx="25" hasCustomPrompt="1"/>
          </p:nvPr>
        </p:nvSpPr>
        <p:spPr>
          <a:xfrm>
            <a:off x="325104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0" name="Picture Placeholder 6">
            <a:extLst>
              <a:ext uri="{FF2B5EF4-FFF2-40B4-BE49-F238E27FC236}">
                <a16:creationId xmlns:a16="http://schemas.microsoft.com/office/drawing/2014/main" id="{91540D4C-2F55-AF9F-EB75-B005081C1B29}"/>
              </a:ext>
            </a:extLst>
          </p:cNvPr>
          <p:cNvSpPr>
            <a:spLocks noGrp="1"/>
          </p:cNvSpPr>
          <p:nvPr>
            <p:ph type="pic" sz="quarter" idx="26"/>
          </p:nvPr>
        </p:nvSpPr>
        <p:spPr>
          <a:xfrm>
            <a:off x="4661925"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21" name="Text Placeholder 10">
            <a:extLst>
              <a:ext uri="{FF2B5EF4-FFF2-40B4-BE49-F238E27FC236}">
                <a16:creationId xmlns:a16="http://schemas.microsoft.com/office/drawing/2014/main" id="{4F6C9556-BFE5-B01F-9587-486E37435807}"/>
              </a:ext>
            </a:extLst>
          </p:cNvPr>
          <p:cNvSpPr>
            <a:spLocks noGrp="1"/>
          </p:cNvSpPr>
          <p:nvPr>
            <p:ph type="body" sz="quarter" idx="27" hasCustomPrompt="1"/>
          </p:nvPr>
        </p:nvSpPr>
        <p:spPr>
          <a:xfrm>
            <a:off x="5422937"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2" name="Text Placeholder 10">
            <a:extLst>
              <a:ext uri="{FF2B5EF4-FFF2-40B4-BE49-F238E27FC236}">
                <a16:creationId xmlns:a16="http://schemas.microsoft.com/office/drawing/2014/main" id="{2ED38802-657F-81C9-048E-05CB3E058EF9}"/>
              </a:ext>
            </a:extLst>
          </p:cNvPr>
          <p:cNvSpPr>
            <a:spLocks noGrp="1"/>
          </p:cNvSpPr>
          <p:nvPr>
            <p:ph type="body" sz="quarter" idx="28" hasCustomPrompt="1"/>
          </p:nvPr>
        </p:nvSpPr>
        <p:spPr>
          <a:xfrm>
            <a:off x="5422937"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4" name="Picture Placeholder 6">
            <a:extLst>
              <a:ext uri="{FF2B5EF4-FFF2-40B4-BE49-F238E27FC236}">
                <a16:creationId xmlns:a16="http://schemas.microsoft.com/office/drawing/2014/main" id="{F6E8F21C-F64B-5865-6BCD-F80121E8E88E}"/>
              </a:ext>
            </a:extLst>
          </p:cNvPr>
          <p:cNvSpPr>
            <a:spLocks noGrp="1"/>
          </p:cNvSpPr>
          <p:nvPr>
            <p:ph type="pic" sz="quarter" idx="29"/>
          </p:nvPr>
        </p:nvSpPr>
        <p:spPr>
          <a:xfrm>
            <a:off x="6833818" y="3600449"/>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25" name="Text Placeholder 10">
            <a:extLst>
              <a:ext uri="{FF2B5EF4-FFF2-40B4-BE49-F238E27FC236}">
                <a16:creationId xmlns:a16="http://schemas.microsoft.com/office/drawing/2014/main" id="{535D82FB-2E4E-4B62-8878-B6A81F0D91C9}"/>
              </a:ext>
            </a:extLst>
          </p:cNvPr>
          <p:cNvSpPr>
            <a:spLocks noGrp="1"/>
          </p:cNvSpPr>
          <p:nvPr>
            <p:ph type="body" sz="quarter" idx="30" hasCustomPrompt="1"/>
          </p:nvPr>
        </p:nvSpPr>
        <p:spPr>
          <a:xfrm>
            <a:off x="7594831"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6" name="Text Placeholder 10">
            <a:extLst>
              <a:ext uri="{FF2B5EF4-FFF2-40B4-BE49-F238E27FC236}">
                <a16:creationId xmlns:a16="http://schemas.microsoft.com/office/drawing/2014/main" id="{79396F1E-0D7A-C6CC-EFE8-C181FDAFC3F1}"/>
              </a:ext>
            </a:extLst>
          </p:cNvPr>
          <p:cNvSpPr>
            <a:spLocks noGrp="1"/>
          </p:cNvSpPr>
          <p:nvPr>
            <p:ph type="body" sz="quarter" idx="31" hasCustomPrompt="1"/>
          </p:nvPr>
        </p:nvSpPr>
        <p:spPr>
          <a:xfrm>
            <a:off x="7594831"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8" name="Picture Placeholder 6">
            <a:extLst>
              <a:ext uri="{FF2B5EF4-FFF2-40B4-BE49-F238E27FC236}">
                <a16:creationId xmlns:a16="http://schemas.microsoft.com/office/drawing/2014/main" id="{94521486-C084-761E-652A-41F8EDD95CD2}"/>
              </a:ext>
            </a:extLst>
          </p:cNvPr>
          <p:cNvSpPr>
            <a:spLocks noGrp="1"/>
          </p:cNvSpPr>
          <p:nvPr>
            <p:ph type="pic" sz="quarter" idx="32"/>
          </p:nvPr>
        </p:nvSpPr>
        <p:spPr>
          <a:xfrm>
            <a:off x="314521"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29" name="Text Placeholder 10">
            <a:extLst>
              <a:ext uri="{FF2B5EF4-FFF2-40B4-BE49-F238E27FC236}">
                <a16:creationId xmlns:a16="http://schemas.microsoft.com/office/drawing/2014/main" id="{8DC7B0C1-3855-86C2-0A18-D670191A8392}"/>
              </a:ext>
            </a:extLst>
          </p:cNvPr>
          <p:cNvSpPr>
            <a:spLocks noGrp="1"/>
          </p:cNvSpPr>
          <p:nvPr>
            <p:ph type="body" sz="quarter" idx="33" hasCustomPrompt="1"/>
          </p:nvPr>
        </p:nvSpPr>
        <p:spPr>
          <a:xfrm>
            <a:off x="107553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0" name="Text Placeholder 10">
            <a:extLst>
              <a:ext uri="{FF2B5EF4-FFF2-40B4-BE49-F238E27FC236}">
                <a16:creationId xmlns:a16="http://schemas.microsoft.com/office/drawing/2014/main" id="{8955BC9D-F392-B268-B8FA-CC8EA43E773F}"/>
              </a:ext>
            </a:extLst>
          </p:cNvPr>
          <p:cNvSpPr>
            <a:spLocks noGrp="1"/>
          </p:cNvSpPr>
          <p:nvPr>
            <p:ph type="body" sz="quarter" idx="34" hasCustomPrompt="1"/>
          </p:nvPr>
        </p:nvSpPr>
        <p:spPr>
          <a:xfrm>
            <a:off x="107553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2" name="Picture Placeholder 6">
            <a:extLst>
              <a:ext uri="{FF2B5EF4-FFF2-40B4-BE49-F238E27FC236}">
                <a16:creationId xmlns:a16="http://schemas.microsoft.com/office/drawing/2014/main" id="{BD558958-69BB-A734-6ACB-32F309A77CFF}"/>
              </a:ext>
            </a:extLst>
          </p:cNvPr>
          <p:cNvSpPr>
            <a:spLocks noGrp="1"/>
          </p:cNvSpPr>
          <p:nvPr>
            <p:ph type="pic" sz="quarter" idx="35"/>
          </p:nvPr>
        </p:nvSpPr>
        <p:spPr>
          <a:xfrm>
            <a:off x="2490031"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33" name="Text Placeholder 10">
            <a:extLst>
              <a:ext uri="{FF2B5EF4-FFF2-40B4-BE49-F238E27FC236}">
                <a16:creationId xmlns:a16="http://schemas.microsoft.com/office/drawing/2014/main" id="{F0B6883B-4B23-05B7-1A9A-829255DBC0DB}"/>
              </a:ext>
            </a:extLst>
          </p:cNvPr>
          <p:cNvSpPr>
            <a:spLocks noGrp="1"/>
          </p:cNvSpPr>
          <p:nvPr>
            <p:ph type="body" sz="quarter" idx="36" hasCustomPrompt="1"/>
          </p:nvPr>
        </p:nvSpPr>
        <p:spPr>
          <a:xfrm>
            <a:off x="325104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4" name="Text Placeholder 10">
            <a:extLst>
              <a:ext uri="{FF2B5EF4-FFF2-40B4-BE49-F238E27FC236}">
                <a16:creationId xmlns:a16="http://schemas.microsoft.com/office/drawing/2014/main" id="{882FBF47-1EC2-57D6-A2F5-3CB615404C58}"/>
              </a:ext>
            </a:extLst>
          </p:cNvPr>
          <p:cNvSpPr>
            <a:spLocks noGrp="1"/>
          </p:cNvSpPr>
          <p:nvPr>
            <p:ph type="body" sz="quarter" idx="37" hasCustomPrompt="1"/>
          </p:nvPr>
        </p:nvSpPr>
        <p:spPr>
          <a:xfrm>
            <a:off x="325104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6" name="Picture Placeholder 6">
            <a:extLst>
              <a:ext uri="{FF2B5EF4-FFF2-40B4-BE49-F238E27FC236}">
                <a16:creationId xmlns:a16="http://schemas.microsoft.com/office/drawing/2014/main" id="{B4F1ECC7-0294-0893-F7B6-4B719C20DB3C}"/>
              </a:ext>
            </a:extLst>
          </p:cNvPr>
          <p:cNvSpPr>
            <a:spLocks noGrp="1"/>
          </p:cNvSpPr>
          <p:nvPr>
            <p:ph type="pic" sz="quarter" idx="38"/>
          </p:nvPr>
        </p:nvSpPr>
        <p:spPr>
          <a:xfrm>
            <a:off x="4661925"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37" name="Text Placeholder 10">
            <a:extLst>
              <a:ext uri="{FF2B5EF4-FFF2-40B4-BE49-F238E27FC236}">
                <a16:creationId xmlns:a16="http://schemas.microsoft.com/office/drawing/2014/main" id="{CFE4742C-62A6-3943-3AB9-E1473AAB7BA1}"/>
              </a:ext>
            </a:extLst>
          </p:cNvPr>
          <p:cNvSpPr>
            <a:spLocks noGrp="1"/>
          </p:cNvSpPr>
          <p:nvPr>
            <p:ph type="body" sz="quarter" idx="39" hasCustomPrompt="1"/>
          </p:nvPr>
        </p:nvSpPr>
        <p:spPr>
          <a:xfrm>
            <a:off x="5422937"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8" name="Text Placeholder 10">
            <a:extLst>
              <a:ext uri="{FF2B5EF4-FFF2-40B4-BE49-F238E27FC236}">
                <a16:creationId xmlns:a16="http://schemas.microsoft.com/office/drawing/2014/main" id="{1018C43F-F5F3-65A1-AD09-625021BFECD0}"/>
              </a:ext>
            </a:extLst>
          </p:cNvPr>
          <p:cNvSpPr>
            <a:spLocks noGrp="1"/>
          </p:cNvSpPr>
          <p:nvPr>
            <p:ph type="body" sz="quarter" idx="40" hasCustomPrompt="1"/>
          </p:nvPr>
        </p:nvSpPr>
        <p:spPr>
          <a:xfrm>
            <a:off x="5422937"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0" name="Picture Placeholder 6">
            <a:extLst>
              <a:ext uri="{FF2B5EF4-FFF2-40B4-BE49-F238E27FC236}">
                <a16:creationId xmlns:a16="http://schemas.microsoft.com/office/drawing/2014/main" id="{DCFA9079-BB94-319C-A413-6D8E15EEAD2E}"/>
              </a:ext>
            </a:extLst>
          </p:cNvPr>
          <p:cNvSpPr>
            <a:spLocks noGrp="1"/>
          </p:cNvSpPr>
          <p:nvPr>
            <p:ph type="pic" sz="quarter" idx="41"/>
          </p:nvPr>
        </p:nvSpPr>
        <p:spPr>
          <a:xfrm>
            <a:off x="6833818" y="260088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41" name="Text Placeholder 10">
            <a:extLst>
              <a:ext uri="{FF2B5EF4-FFF2-40B4-BE49-F238E27FC236}">
                <a16:creationId xmlns:a16="http://schemas.microsoft.com/office/drawing/2014/main" id="{94925F85-A2AA-F720-3745-59937409054F}"/>
              </a:ext>
            </a:extLst>
          </p:cNvPr>
          <p:cNvSpPr>
            <a:spLocks noGrp="1"/>
          </p:cNvSpPr>
          <p:nvPr>
            <p:ph type="body" sz="quarter" idx="42" hasCustomPrompt="1"/>
          </p:nvPr>
        </p:nvSpPr>
        <p:spPr>
          <a:xfrm>
            <a:off x="7594831"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2" name="Text Placeholder 10">
            <a:extLst>
              <a:ext uri="{FF2B5EF4-FFF2-40B4-BE49-F238E27FC236}">
                <a16:creationId xmlns:a16="http://schemas.microsoft.com/office/drawing/2014/main" id="{BA19A9E8-6749-F611-3A66-EF24A8AA0084}"/>
              </a:ext>
            </a:extLst>
          </p:cNvPr>
          <p:cNvSpPr>
            <a:spLocks noGrp="1"/>
          </p:cNvSpPr>
          <p:nvPr>
            <p:ph type="body" sz="quarter" idx="43" hasCustomPrompt="1"/>
          </p:nvPr>
        </p:nvSpPr>
        <p:spPr>
          <a:xfrm>
            <a:off x="7594831"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4" name="Picture Placeholder 6">
            <a:extLst>
              <a:ext uri="{FF2B5EF4-FFF2-40B4-BE49-F238E27FC236}">
                <a16:creationId xmlns:a16="http://schemas.microsoft.com/office/drawing/2014/main" id="{4F4355E3-EC8E-5C40-BF7E-21130271D4CF}"/>
              </a:ext>
            </a:extLst>
          </p:cNvPr>
          <p:cNvSpPr>
            <a:spLocks noGrp="1"/>
          </p:cNvSpPr>
          <p:nvPr>
            <p:ph type="pic" sz="quarter" idx="44"/>
          </p:nvPr>
        </p:nvSpPr>
        <p:spPr>
          <a:xfrm>
            <a:off x="2490031" y="1604440"/>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45" name="Text Placeholder 10">
            <a:extLst>
              <a:ext uri="{FF2B5EF4-FFF2-40B4-BE49-F238E27FC236}">
                <a16:creationId xmlns:a16="http://schemas.microsoft.com/office/drawing/2014/main" id="{B899B7C8-075B-A7DA-BC67-2BE408DFE9DC}"/>
              </a:ext>
            </a:extLst>
          </p:cNvPr>
          <p:cNvSpPr>
            <a:spLocks noGrp="1"/>
          </p:cNvSpPr>
          <p:nvPr>
            <p:ph type="body" sz="quarter" idx="45" hasCustomPrompt="1"/>
          </p:nvPr>
        </p:nvSpPr>
        <p:spPr>
          <a:xfrm>
            <a:off x="3251043"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6" name="Text Placeholder 10">
            <a:extLst>
              <a:ext uri="{FF2B5EF4-FFF2-40B4-BE49-F238E27FC236}">
                <a16:creationId xmlns:a16="http://schemas.microsoft.com/office/drawing/2014/main" id="{64237FA6-A072-9159-A24D-79BBBDF4E064}"/>
              </a:ext>
            </a:extLst>
          </p:cNvPr>
          <p:cNvSpPr>
            <a:spLocks noGrp="1"/>
          </p:cNvSpPr>
          <p:nvPr>
            <p:ph type="body" sz="quarter" idx="46" hasCustomPrompt="1"/>
          </p:nvPr>
        </p:nvSpPr>
        <p:spPr>
          <a:xfrm>
            <a:off x="3251043"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8" name="Picture Placeholder 6">
            <a:extLst>
              <a:ext uri="{FF2B5EF4-FFF2-40B4-BE49-F238E27FC236}">
                <a16:creationId xmlns:a16="http://schemas.microsoft.com/office/drawing/2014/main" id="{BABB45AB-EF52-4504-652B-34551886BBAF}"/>
              </a:ext>
            </a:extLst>
          </p:cNvPr>
          <p:cNvSpPr>
            <a:spLocks noGrp="1"/>
          </p:cNvSpPr>
          <p:nvPr>
            <p:ph type="pic" sz="quarter" idx="47"/>
          </p:nvPr>
        </p:nvSpPr>
        <p:spPr>
          <a:xfrm>
            <a:off x="4661925" y="1604440"/>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49" name="Text Placeholder 10">
            <a:extLst>
              <a:ext uri="{FF2B5EF4-FFF2-40B4-BE49-F238E27FC236}">
                <a16:creationId xmlns:a16="http://schemas.microsoft.com/office/drawing/2014/main" id="{739A6FDB-63BA-5D83-CAF0-EAB994855796}"/>
              </a:ext>
            </a:extLst>
          </p:cNvPr>
          <p:cNvSpPr>
            <a:spLocks noGrp="1"/>
          </p:cNvSpPr>
          <p:nvPr>
            <p:ph type="body" sz="quarter" idx="48" hasCustomPrompt="1"/>
          </p:nvPr>
        </p:nvSpPr>
        <p:spPr>
          <a:xfrm>
            <a:off x="5422937"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0" name="Text Placeholder 10">
            <a:extLst>
              <a:ext uri="{FF2B5EF4-FFF2-40B4-BE49-F238E27FC236}">
                <a16:creationId xmlns:a16="http://schemas.microsoft.com/office/drawing/2014/main" id="{3CC40181-25B6-D371-6EDE-263324525C5B}"/>
              </a:ext>
            </a:extLst>
          </p:cNvPr>
          <p:cNvSpPr>
            <a:spLocks noGrp="1"/>
          </p:cNvSpPr>
          <p:nvPr>
            <p:ph type="body" sz="quarter" idx="49" hasCustomPrompt="1"/>
          </p:nvPr>
        </p:nvSpPr>
        <p:spPr>
          <a:xfrm>
            <a:off x="5422937"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52" name="Picture Placeholder 6">
            <a:extLst>
              <a:ext uri="{FF2B5EF4-FFF2-40B4-BE49-F238E27FC236}">
                <a16:creationId xmlns:a16="http://schemas.microsoft.com/office/drawing/2014/main" id="{AECC4A25-8EE4-5F71-7039-B9D6B4729098}"/>
              </a:ext>
            </a:extLst>
          </p:cNvPr>
          <p:cNvSpPr>
            <a:spLocks noGrp="1"/>
          </p:cNvSpPr>
          <p:nvPr>
            <p:ph type="pic" sz="quarter" idx="50"/>
          </p:nvPr>
        </p:nvSpPr>
        <p:spPr>
          <a:xfrm>
            <a:off x="3537974" y="574394"/>
            <a:ext cx="703631" cy="702685"/>
          </a:xfrm>
          <a:solidFill>
            <a:schemeClr val="bg1">
              <a:lumMod val="85000"/>
            </a:schemeClr>
          </a:solidFill>
        </p:spPr>
        <p:txBody>
          <a:bodyPr/>
          <a:lstStyle>
            <a:lvl1pPr marL="0" indent="0">
              <a:buNone/>
              <a:defRPr/>
            </a:lvl1pPr>
          </a:lstStyle>
          <a:p>
            <a:r>
              <a:rPr lang="en-US" altLang="ja-JP"/>
              <a:t>Click icon to add picture</a:t>
            </a:r>
            <a:endParaRPr lang="en-US"/>
          </a:p>
        </p:txBody>
      </p:sp>
      <p:sp>
        <p:nvSpPr>
          <p:cNvPr id="53" name="Text Placeholder 10">
            <a:extLst>
              <a:ext uri="{FF2B5EF4-FFF2-40B4-BE49-F238E27FC236}">
                <a16:creationId xmlns:a16="http://schemas.microsoft.com/office/drawing/2014/main" id="{D886AF52-6F03-B5B1-ABE1-123DB0094CF7}"/>
              </a:ext>
            </a:extLst>
          </p:cNvPr>
          <p:cNvSpPr>
            <a:spLocks noGrp="1"/>
          </p:cNvSpPr>
          <p:nvPr>
            <p:ph type="body" sz="quarter" idx="51" hasCustomPrompt="1"/>
          </p:nvPr>
        </p:nvSpPr>
        <p:spPr>
          <a:xfrm>
            <a:off x="4298987" y="672343"/>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4" name="Text Placeholder 10">
            <a:extLst>
              <a:ext uri="{FF2B5EF4-FFF2-40B4-BE49-F238E27FC236}">
                <a16:creationId xmlns:a16="http://schemas.microsoft.com/office/drawing/2014/main" id="{63C473C1-8B3A-5C7A-E473-B0F5F267A5D8}"/>
              </a:ext>
            </a:extLst>
          </p:cNvPr>
          <p:cNvSpPr>
            <a:spLocks noGrp="1"/>
          </p:cNvSpPr>
          <p:nvPr>
            <p:ph type="body" sz="quarter" idx="52" hasCustomPrompt="1"/>
          </p:nvPr>
        </p:nvSpPr>
        <p:spPr>
          <a:xfrm>
            <a:off x="4298987" y="862844"/>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 name="Slide Number Placeholder 5">
            <a:extLst>
              <a:ext uri="{FF2B5EF4-FFF2-40B4-BE49-F238E27FC236}">
                <a16:creationId xmlns:a16="http://schemas.microsoft.com/office/drawing/2014/main" id="{2B0155BC-BDA8-C818-E00A-BE1E32EAF0B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Picture Placeholder 6">
            <a:extLst>
              <a:ext uri="{FF2B5EF4-FFF2-40B4-BE49-F238E27FC236}">
                <a16:creationId xmlns:a16="http://schemas.microsoft.com/office/drawing/2014/main" id="{449E69DA-746D-E1BA-1822-7161764EEA81}"/>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2394665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1_Title/Closing Slide Patter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AAEE0-7563-43D8-2EA6-0EF66AD33038}"/>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7" name="Picture 6" descr="A green and white squares&#10;&#10;Description automatically generated">
            <a:extLst>
              <a:ext uri="{FF2B5EF4-FFF2-40B4-BE49-F238E27FC236}">
                <a16:creationId xmlns:a16="http://schemas.microsoft.com/office/drawing/2014/main" id="{F20F85B9-FEB9-E836-6DAC-242661FDEEA6}"/>
              </a:ext>
            </a:extLst>
          </p:cNvPr>
          <p:cNvPicPr>
            <a:picLocks noChangeAspect="1"/>
          </p:cNvPicPr>
          <p:nvPr/>
        </p:nvPicPr>
        <p:blipFill>
          <a:blip r:embed="rId2"/>
          <a:stretch>
            <a:fillRect/>
          </a:stretch>
        </p:blipFill>
        <p:spPr>
          <a:xfrm>
            <a:off x="5759534" y="0"/>
            <a:ext cx="3384466" cy="4518846"/>
          </a:xfrm>
          <a:prstGeom prst="rect">
            <a:avLst/>
          </a:prstGeom>
        </p:spPr>
      </p:pic>
      <p:sp>
        <p:nvSpPr>
          <p:cNvPr id="12" name="Title 1">
            <a:extLst>
              <a:ext uri="{FF2B5EF4-FFF2-40B4-BE49-F238E27FC236}">
                <a16:creationId xmlns:a16="http://schemas.microsoft.com/office/drawing/2014/main" id="{C8D37EB2-5223-EE12-23A2-A024E2AF66D5}"/>
              </a:ext>
            </a:extLst>
          </p:cNvPr>
          <p:cNvSpPr>
            <a:spLocks noGrp="1"/>
          </p:cNvSpPr>
          <p:nvPr>
            <p:ph type="title" hasCustomPrompt="1"/>
          </p:nvPr>
        </p:nvSpPr>
        <p:spPr>
          <a:xfrm>
            <a:off x="427361" y="824147"/>
            <a:ext cx="3979784"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13" name="Text Placeholder 13">
            <a:extLst>
              <a:ext uri="{FF2B5EF4-FFF2-40B4-BE49-F238E27FC236}">
                <a16:creationId xmlns:a16="http://schemas.microsoft.com/office/drawing/2014/main" id="{5C72A97E-78EF-DAED-456A-D9CCEC8F651C}"/>
              </a:ext>
            </a:extLst>
          </p:cNvPr>
          <p:cNvSpPr>
            <a:spLocks noGrp="1"/>
          </p:cNvSpPr>
          <p:nvPr>
            <p:ph type="body" sz="quarter" idx="12" hasCustomPrompt="1"/>
          </p:nvPr>
        </p:nvSpPr>
        <p:spPr>
          <a:xfrm>
            <a:off x="427361" y="1847364"/>
            <a:ext cx="397978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6E904E0F-9C02-56BE-7DF9-ADE6E1C29A61}"/>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2" name="Rectangle 7">
            <a:extLst>
              <a:ext uri="{FF2B5EF4-FFF2-40B4-BE49-F238E27FC236}">
                <a16:creationId xmlns:a16="http://schemas.microsoft.com/office/drawing/2014/main" id="{3370EA96-50D0-C37D-F04D-1D010C6F194A}"/>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4" name="Picture 6" descr="A green and white squares&#10;&#10;Description automatically generated">
            <a:extLst>
              <a:ext uri="{FF2B5EF4-FFF2-40B4-BE49-F238E27FC236}">
                <a16:creationId xmlns:a16="http://schemas.microsoft.com/office/drawing/2014/main" id="{EC03D479-41DE-B812-A35D-C7E6234455DA}"/>
              </a:ext>
            </a:extLst>
          </p:cNvPr>
          <p:cNvPicPr>
            <a:picLocks noChangeAspect="1"/>
          </p:cNvPicPr>
          <p:nvPr/>
        </p:nvPicPr>
        <p:blipFill>
          <a:blip r:embed="rId2"/>
          <a:stretch>
            <a:fillRect/>
          </a:stretch>
        </p:blipFill>
        <p:spPr>
          <a:xfrm>
            <a:off x="5759534" y="0"/>
            <a:ext cx="3384466" cy="4518846"/>
          </a:xfrm>
          <a:prstGeom prst="rect">
            <a:avLst/>
          </a:prstGeom>
        </p:spPr>
      </p:pic>
    </p:spTree>
    <p:extLst>
      <p:ext uri="{BB962C8B-B14F-4D97-AF65-F5344CB8AC3E}">
        <p14:creationId xmlns:p14="http://schemas.microsoft.com/office/powerpoint/2010/main" val="384638844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1_Co-branded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5FC2D6-258E-2A4C-99EE-17BDF6F362B5}"/>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7" name="Picture 6">
            <a:extLst>
              <a:ext uri="{FF2B5EF4-FFF2-40B4-BE49-F238E27FC236}">
                <a16:creationId xmlns:a16="http://schemas.microsoft.com/office/drawing/2014/main" id="{6DC6D24F-3F63-5BDF-85A3-4AE929F7544C}"/>
              </a:ext>
            </a:extLst>
          </p:cNvPr>
          <p:cNvPicPr>
            <a:picLocks noChangeAspect="1"/>
          </p:cNvPicPr>
          <p:nvPr/>
        </p:nvPicPr>
        <p:blipFill>
          <a:blip r:embed="rId2"/>
          <a:srcRect/>
          <a:stretch/>
        </p:blipFill>
        <p:spPr>
          <a:xfrm>
            <a:off x="-11355" y="1421950"/>
            <a:ext cx="9143988" cy="2293879"/>
          </a:xfrm>
          <a:prstGeom prst="rect">
            <a:avLst/>
          </a:prstGeom>
        </p:spPr>
      </p:pic>
      <p:sp>
        <p:nvSpPr>
          <p:cNvPr id="4" name="TextBox 3">
            <a:extLst>
              <a:ext uri="{FF2B5EF4-FFF2-40B4-BE49-F238E27FC236}">
                <a16:creationId xmlns:a16="http://schemas.microsoft.com/office/drawing/2014/main" id="{44D9FEA5-9836-9524-A302-D1D4F2E9659B}"/>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
        <p:nvSpPr>
          <p:cNvPr id="6" name="Slide Number Placeholder 5">
            <a:extLst>
              <a:ext uri="{FF2B5EF4-FFF2-40B4-BE49-F238E27FC236}">
                <a16:creationId xmlns:a16="http://schemas.microsoft.com/office/drawing/2014/main" id="{60450ED1-DB5B-ABCC-5F7C-40C47AA2A744}"/>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2" name="Rectangle 2">
            <a:extLst>
              <a:ext uri="{FF2B5EF4-FFF2-40B4-BE49-F238E27FC236}">
                <a16:creationId xmlns:a16="http://schemas.microsoft.com/office/drawing/2014/main" id="{540ED92E-E637-0470-A6C3-B95DF6A40D4E}"/>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5" name="Picture 6">
            <a:extLst>
              <a:ext uri="{FF2B5EF4-FFF2-40B4-BE49-F238E27FC236}">
                <a16:creationId xmlns:a16="http://schemas.microsoft.com/office/drawing/2014/main" id="{BD671C3E-7742-BA45-7E1F-4904B4132A98}"/>
              </a:ext>
            </a:extLst>
          </p:cNvPr>
          <p:cNvPicPr>
            <a:picLocks noChangeAspect="1"/>
          </p:cNvPicPr>
          <p:nvPr/>
        </p:nvPicPr>
        <p:blipFill>
          <a:blip r:embed="rId2"/>
          <a:srcRect/>
          <a:stretch/>
        </p:blipFill>
        <p:spPr>
          <a:xfrm>
            <a:off x="-11355" y="1421950"/>
            <a:ext cx="9143988" cy="2293879"/>
          </a:xfrm>
          <a:prstGeom prst="rect">
            <a:avLst/>
          </a:prstGeom>
        </p:spPr>
      </p:pic>
      <p:sp>
        <p:nvSpPr>
          <p:cNvPr id="8" name="TextBox 3">
            <a:extLst>
              <a:ext uri="{FF2B5EF4-FFF2-40B4-BE49-F238E27FC236}">
                <a16:creationId xmlns:a16="http://schemas.microsoft.com/office/drawing/2014/main" id="{910E1A6F-4A5A-4889-481A-254F752C577D}"/>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Tree>
    <p:extLst>
      <p:ext uri="{BB962C8B-B14F-4D97-AF65-F5344CB8AC3E}">
        <p14:creationId xmlns:p14="http://schemas.microsoft.com/office/powerpoint/2010/main" val="274146896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1_Co-branded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CF378-F0E6-5034-6CF6-ECC88E4B67B9}"/>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13" name="TextBox 12">
            <a:extLst>
              <a:ext uri="{FF2B5EF4-FFF2-40B4-BE49-F238E27FC236}">
                <a16:creationId xmlns:a16="http://schemas.microsoft.com/office/drawing/2014/main" id="{71BDEE70-751A-F683-49D1-3563D21315EA}"/>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sp>
        <p:nvSpPr>
          <p:cNvPr id="11" name="Slide Number Placeholder 5">
            <a:extLst>
              <a:ext uri="{FF2B5EF4-FFF2-40B4-BE49-F238E27FC236}">
                <a16:creationId xmlns:a16="http://schemas.microsoft.com/office/drawing/2014/main" id="{CE24624E-DE7B-5966-1304-9A8148C8847D}"/>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pic>
        <p:nvPicPr>
          <p:cNvPr id="12" name="Picture 11">
            <a:extLst>
              <a:ext uri="{FF2B5EF4-FFF2-40B4-BE49-F238E27FC236}">
                <a16:creationId xmlns:a16="http://schemas.microsoft.com/office/drawing/2014/main" id="{935A4D87-FB75-092D-ED6F-D87BA620E884}"/>
              </a:ext>
            </a:extLst>
          </p:cNvPr>
          <p:cNvPicPr>
            <a:picLocks noChangeAspect="1"/>
          </p:cNvPicPr>
          <p:nvPr/>
        </p:nvPicPr>
        <p:blipFill>
          <a:blip r:embed="rId2"/>
          <a:srcRect/>
          <a:stretch/>
        </p:blipFill>
        <p:spPr>
          <a:xfrm>
            <a:off x="-11355" y="1421950"/>
            <a:ext cx="9143988" cy="2293879"/>
          </a:xfrm>
          <a:prstGeom prst="rect">
            <a:avLst/>
          </a:prstGeom>
        </p:spPr>
      </p:pic>
      <p:sp>
        <p:nvSpPr>
          <p:cNvPr id="3" name="Rectangle 1">
            <a:extLst>
              <a:ext uri="{FF2B5EF4-FFF2-40B4-BE49-F238E27FC236}">
                <a16:creationId xmlns:a16="http://schemas.microsoft.com/office/drawing/2014/main" id="{2357D45C-FA30-08AA-5597-08AA0FF1DE81}"/>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4" name="TextBox 12">
            <a:extLst>
              <a:ext uri="{FF2B5EF4-FFF2-40B4-BE49-F238E27FC236}">
                <a16:creationId xmlns:a16="http://schemas.microsoft.com/office/drawing/2014/main" id="{AFAC2A96-53D3-EC07-88AF-A57174CEABEA}"/>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pic>
        <p:nvPicPr>
          <p:cNvPr id="5" name="Picture 11">
            <a:extLst>
              <a:ext uri="{FF2B5EF4-FFF2-40B4-BE49-F238E27FC236}">
                <a16:creationId xmlns:a16="http://schemas.microsoft.com/office/drawing/2014/main" id="{E5F5EE5B-9D2A-BC16-E41B-21A93A483C5E}"/>
              </a:ext>
            </a:extLst>
          </p:cNvPr>
          <p:cNvPicPr>
            <a:picLocks noChangeAspect="1"/>
          </p:cNvPicPr>
          <p:nvPr/>
        </p:nvPicPr>
        <p:blipFill>
          <a:blip r:embed="rId2"/>
          <a:srcRect/>
          <a:stretch/>
        </p:blipFill>
        <p:spPr>
          <a:xfrm>
            <a:off x="-11355" y="1421950"/>
            <a:ext cx="9143988" cy="2293879"/>
          </a:xfrm>
          <a:prstGeom prst="rect">
            <a:avLst/>
          </a:prstGeom>
        </p:spPr>
      </p:pic>
    </p:spTree>
    <p:extLst>
      <p:ext uri="{BB962C8B-B14F-4D97-AF65-F5344CB8AC3E}">
        <p14:creationId xmlns:p14="http://schemas.microsoft.com/office/powerpoint/2010/main" val="357802224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2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Rectangle 5">
            <a:extLst>
              <a:ext uri="{FF2B5EF4-FFF2-40B4-BE49-F238E27FC236}">
                <a16:creationId xmlns:a16="http://schemas.microsoft.com/office/drawing/2014/main" id="{A6289AE0-E7B1-62BF-DCCC-42D67B987A60}"/>
              </a:ext>
            </a:extLst>
          </p:cNvPr>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9" name="Straight Connector 6">
            <a:extLst>
              <a:ext uri="{FF2B5EF4-FFF2-40B4-BE49-F238E27FC236}">
                <a16:creationId xmlns:a16="http://schemas.microsoft.com/office/drawing/2014/main" id="{FD2966AD-5830-9D59-14A3-3EA0013E3B53}"/>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1">
            <a:extLst>
              <a:ext uri="{FF2B5EF4-FFF2-40B4-BE49-F238E27FC236}">
                <a16:creationId xmlns:a16="http://schemas.microsoft.com/office/drawing/2014/main" id="{55F6215E-7934-CC60-8E91-FC10058841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3155378265"/>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3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Rectangle 5">
            <a:extLst>
              <a:ext uri="{FF2B5EF4-FFF2-40B4-BE49-F238E27FC236}">
                <a16:creationId xmlns:a16="http://schemas.microsoft.com/office/drawing/2014/main" id="{536B908B-8AAD-F60B-406D-B487A0FAB96A}"/>
              </a:ext>
            </a:extLst>
          </p:cNvPr>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9" name="Straight Connector 6">
            <a:extLst>
              <a:ext uri="{FF2B5EF4-FFF2-40B4-BE49-F238E27FC236}">
                <a16:creationId xmlns:a16="http://schemas.microsoft.com/office/drawing/2014/main" id="{428B6F17-0291-1458-2BBC-2194E6B9E758}"/>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1">
            <a:extLst>
              <a:ext uri="{FF2B5EF4-FFF2-40B4-BE49-F238E27FC236}">
                <a16:creationId xmlns:a16="http://schemas.microsoft.com/office/drawing/2014/main" id="{0AC9F06B-DD4F-46B2-7D01-5718422641D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196964592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1_Breaker_Blue ">
    <p:spTree>
      <p:nvGrpSpPr>
        <p:cNvPr id="1" name=""/>
        <p:cNvGrpSpPr/>
        <p:nvPr/>
      </p:nvGrpSpPr>
      <p:grpSpPr>
        <a:xfrm>
          <a:off x="0" y="0"/>
          <a:ext cx="0" cy="0"/>
          <a:chOff x="0" y="0"/>
          <a:chExt cx="0" cy="0"/>
        </a:xfrm>
      </p:grpSpPr>
      <p:sp>
        <p:nvSpPr>
          <p:cNvPr id="9" name="Rectangle 8"/>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0" name="Straight Connector 9"/>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pic>
        <p:nvPicPr>
          <p:cNvPr id="3" name="Picture 2">
            <a:extLst>
              <a:ext uri="{FF2B5EF4-FFF2-40B4-BE49-F238E27FC236}">
                <a16:creationId xmlns:a16="http://schemas.microsoft.com/office/drawing/2014/main" id="{9612F83A-DB6F-F511-2661-4228658F732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5" name="Text Placeholder 13">
            <a:extLst>
              <a:ext uri="{FF2B5EF4-FFF2-40B4-BE49-F238E27FC236}">
                <a16:creationId xmlns:a16="http://schemas.microsoft.com/office/drawing/2014/main" id="{BD5C8983-9837-9124-4B5B-8C9E6E1E3545}"/>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4" name="Slide Number Placeholder 5">
            <a:extLst>
              <a:ext uri="{FF2B5EF4-FFF2-40B4-BE49-F238E27FC236}">
                <a16:creationId xmlns:a16="http://schemas.microsoft.com/office/drawing/2014/main" id="{657B30E0-B710-C5EF-4F55-0FD6FC853D3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Rectangle 8">
            <a:extLst>
              <a:ext uri="{FF2B5EF4-FFF2-40B4-BE49-F238E27FC236}">
                <a16:creationId xmlns:a16="http://schemas.microsoft.com/office/drawing/2014/main" id="{D0454A02-5C30-5892-3D53-38F325B7171E}"/>
              </a:ext>
            </a:extLst>
          </p:cNvPr>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9">
            <a:extLst>
              <a:ext uri="{FF2B5EF4-FFF2-40B4-BE49-F238E27FC236}">
                <a16:creationId xmlns:a16="http://schemas.microsoft.com/office/drawing/2014/main" id="{1BFACEED-EFD6-A8EB-4976-E31EFB10E1F1}"/>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2">
            <a:extLst>
              <a:ext uri="{FF2B5EF4-FFF2-40B4-BE49-F238E27FC236}">
                <a16:creationId xmlns:a16="http://schemas.microsoft.com/office/drawing/2014/main" id="{BC38188C-6098-858E-721F-A96C620AF20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388320129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1_Agenda/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4" name="object 2">
            <a:extLst>
              <a:ext uri="{FF2B5EF4-FFF2-40B4-BE49-F238E27FC236}">
                <a16:creationId xmlns:a16="http://schemas.microsoft.com/office/drawing/2014/main" id="{29CB7604-41D7-C52B-91F1-8825BBA54CC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5" name="Text Placeholder 14">
            <a:extLst>
              <a:ext uri="{FF2B5EF4-FFF2-40B4-BE49-F238E27FC236}">
                <a16:creationId xmlns:a16="http://schemas.microsoft.com/office/drawing/2014/main" id="{CA7C2C21-21DC-C1D3-2FC5-B4D312E26308}"/>
              </a:ext>
            </a:extLst>
          </p:cNvPr>
          <p:cNvSpPr>
            <a:spLocks noGrp="1"/>
          </p:cNvSpPr>
          <p:nvPr>
            <p:ph type="body" sz="quarter" idx="19" hasCustomPrompt="1"/>
          </p:nvPr>
        </p:nvSpPr>
        <p:spPr>
          <a:xfrm>
            <a:off x="314524" y="1273018"/>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1</a:t>
            </a:r>
          </a:p>
        </p:txBody>
      </p:sp>
      <p:sp>
        <p:nvSpPr>
          <p:cNvPr id="16" name="Text Placeholder 14">
            <a:extLst>
              <a:ext uri="{FF2B5EF4-FFF2-40B4-BE49-F238E27FC236}">
                <a16:creationId xmlns:a16="http://schemas.microsoft.com/office/drawing/2014/main" id="{D67C484B-16A7-DDBF-14F2-86FF1A28434E}"/>
              </a:ext>
            </a:extLst>
          </p:cNvPr>
          <p:cNvSpPr>
            <a:spLocks noGrp="1"/>
          </p:cNvSpPr>
          <p:nvPr>
            <p:ph type="body" sz="quarter" idx="20" hasCustomPrompt="1"/>
          </p:nvPr>
        </p:nvSpPr>
        <p:spPr>
          <a:xfrm>
            <a:off x="314524" y="1818622"/>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2</a:t>
            </a:r>
          </a:p>
        </p:txBody>
      </p:sp>
      <p:sp>
        <p:nvSpPr>
          <p:cNvPr id="17" name="Text Placeholder 14">
            <a:extLst>
              <a:ext uri="{FF2B5EF4-FFF2-40B4-BE49-F238E27FC236}">
                <a16:creationId xmlns:a16="http://schemas.microsoft.com/office/drawing/2014/main" id="{A7991BED-ABDA-00E6-FA19-59ECC9513C72}"/>
              </a:ext>
            </a:extLst>
          </p:cNvPr>
          <p:cNvSpPr>
            <a:spLocks noGrp="1"/>
          </p:cNvSpPr>
          <p:nvPr>
            <p:ph type="body" sz="quarter" idx="21" hasCustomPrompt="1"/>
          </p:nvPr>
        </p:nvSpPr>
        <p:spPr>
          <a:xfrm>
            <a:off x="314523" y="236422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3</a:t>
            </a:r>
          </a:p>
        </p:txBody>
      </p:sp>
      <p:sp>
        <p:nvSpPr>
          <p:cNvPr id="18" name="Text Placeholder 14">
            <a:extLst>
              <a:ext uri="{FF2B5EF4-FFF2-40B4-BE49-F238E27FC236}">
                <a16:creationId xmlns:a16="http://schemas.microsoft.com/office/drawing/2014/main" id="{EB9D5586-12D0-0617-0E83-18566F5F3D3D}"/>
              </a:ext>
            </a:extLst>
          </p:cNvPr>
          <p:cNvSpPr>
            <a:spLocks noGrp="1"/>
          </p:cNvSpPr>
          <p:nvPr>
            <p:ph type="body" sz="quarter" idx="22" hasCustomPrompt="1"/>
          </p:nvPr>
        </p:nvSpPr>
        <p:spPr>
          <a:xfrm>
            <a:off x="314523" y="2909830"/>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4</a:t>
            </a:r>
          </a:p>
        </p:txBody>
      </p:sp>
      <p:sp>
        <p:nvSpPr>
          <p:cNvPr id="19" name="Text Placeholder 14">
            <a:extLst>
              <a:ext uri="{FF2B5EF4-FFF2-40B4-BE49-F238E27FC236}">
                <a16:creationId xmlns:a16="http://schemas.microsoft.com/office/drawing/2014/main" id="{CF0DDFD5-43B7-F702-6963-ED560A9829AC}"/>
              </a:ext>
            </a:extLst>
          </p:cNvPr>
          <p:cNvSpPr>
            <a:spLocks noGrp="1"/>
          </p:cNvSpPr>
          <p:nvPr>
            <p:ph type="body" sz="quarter" idx="23" hasCustomPrompt="1"/>
          </p:nvPr>
        </p:nvSpPr>
        <p:spPr>
          <a:xfrm>
            <a:off x="314523" y="3455433"/>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5</a:t>
            </a:r>
          </a:p>
        </p:txBody>
      </p:sp>
      <p:sp>
        <p:nvSpPr>
          <p:cNvPr id="20" name="Text Placeholder 14">
            <a:extLst>
              <a:ext uri="{FF2B5EF4-FFF2-40B4-BE49-F238E27FC236}">
                <a16:creationId xmlns:a16="http://schemas.microsoft.com/office/drawing/2014/main" id="{80CEF86B-120C-0941-9E60-043E44E67644}"/>
              </a:ext>
            </a:extLst>
          </p:cNvPr>
          <p:cNvSpPr>
            <a:spLocks noGrp="1"/>
          </p:cNvSpPr>
          <p:nvPr>
            <p:ph type="body" sz="quarter" idx="24" hasCustomPrompt="1"/>
          </p:nvPr>
        </p:nvSpPr>
        <p:spPr>
          <a:xfrm>
            <a:off x="314523" y="400103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6</a:t>
            </a:r>
          </a:p>
        </p:txBody>
      </p:sp>
      <p:sp>
        <p:nvSpPr>
          <p:cNvPr id="21" name="Text Placeholder 14">
            <a:extLst>
              <a:ext uri="{FF2B5EF4-FFF2-40B4-BE49-F238E27FC236}">
                <a16:creationId xmlns:a16="http://schemas.microsoft.com/office/drawing/2014/main" id="{BE026C21-57F3-D6D8-15BF-C37F4D4FE587}"/>
              </a:ext>
            </a:extLst>
          </p:cNvPr>
          <p:cNvSpPr>
            <a:spLocks noGrp="1"/>
          </p:cNvSpPr>
          <p:nvPr>
            <p:ph type="body" sz="quarter" idx="25" hasCustomPrompt="1"/>
          </p:nvPr>
        </p:nvSpPr>
        <p:spPr>
          <a:xfrm>
            <a:off x="2184058" y="1273018"/>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2" name="Text Placeholder 14">
            <a:extLst>
              <a:ext uri="{FF2B5EF4-FFF2-40B4-BE49-F238E27FC236}">
                <a16:creationId xmlns:a16="http://schemas.microsoft.com/office/drawing/2014/main" id="{76A126D3-BDF5-3AEE-1652-826946CF5D50}"/>
              </a:ext>
            </a:extLst>
          </p:cNvPr>
          <p:cNvSpPr>
            <a:spLocks noGrp="1"/>
          </p:cNvSpPr>
          <p:nvPr>
            <p:ph type="body" sz="quarter" idx="26" hasCustomPrompt="1"/>
          </p:nvPr>
        </p:nvSpPr>
        <p:spPr>
          <a:xfrm>
            <a:off x="2184058" y="1818622"/>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3" name="Text Placeholder 14">
            <a:extLst>
              <a:ext uri="{FF2B5EF4-FFF2-40B4-BE49-F238E27FC236}">
                <a16:creationId xmlns:a16="http://schemas.microsoft.com/office/drawing/2014/main" id="{BBFF508D-A562-2556-E822-0712912C76D1}"/>
              </a:ext>
            </a:extLst>
          </p:cNvPr>
          <p:cNvSpPr>
            <a:spLocks noGrp="1"/>
          </p:cNvSpPr>
          <p:nvPr>
            <p:ph type="body" sz="quarter" idx="27" hasCustomPrompt="1"/>
          </p:nvPr>
        </p:nvSpPr>
        <p:spPr>
          <a:xfrm>
            <a:off x="2184057" y="236422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4" name="Text Placeholder 14">
            <a:extLst>
              <a:ext uri="{FF2B5EF4-FFF2-40B4-BE49-F238E27FC236}">
                <a16:creationId xmlns:a16="http://schemas.microsoft.com/office/drawing/2014/main" id="{9A7B486F-B636-3264-024E-F220C2E86F2D}"/>
              </a:ext>
            </a:extLst>
          </p:cNvPr>
          <p:cNvSpPr>
            <a:spLocks noGrp="1"/>
          </p:cNvSpPr>
          <p:nvPr>
            <p:ph type="body" sz="quarter" idx="28" hasCustomPrompt="1"/>
          </p:nvPr>
        </p:nvSpPr>
        <p:spPr>
          <a:xfrm>
            <a:off x="2184057" y="2909830"/>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5" name="Text Placeholder 14">
            <a:extLst>
              <a:ext uri="{FF2B5EF4-FFF2-40B4-BE49-F238E27FC236}">
                <a16:creationId xmlns:a16="http://schemas.microsoft.com/office/drawing/2014/main" id="{A85B539F-6478-15FE-15B6-DF8BF6110456}"/>
              </a:ext>
            </a:extLst>
          </p:cNvPr>
          <p:cNvSpPr>
            <a:spLocks noGrp="1"/>
          </p:cNvSpPr>
          <p:nvPr>
            <p:ph type="body" sz="quarter" idx="29" hasCustomPrompt="1"/>
          </p:nvPr>
        </p:nvSpPr>
        <p:spPr>
          <a:xfrm>
            <a:off x="2184057" y="3455433"/>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6" name="Text Placeholder 14">
            <a:extLst>
              <a:ext uri="{FF2B5EF4-FFF2-40B4-BE49-F238E27FC236}">
                <a16:creationId xmlns:a16="http://schemas.microsoft.com/office/drawing/2014/main" id="{58F8F0E5-9313-5F1C-EA96-805FDEBFAAEB}"/>
              </a:ext>
            </a:extLst>
          </p:cNvPr>
          <p:cNvSpPr>
            <a:spLocks noGrp="1"/>
          </p:cNvSpPr>
          <p:nvPr>
            <p:ph type="body" sz="quarter" idx="30" hasCustomPrompt="1"/>
          </p:nvPr>
        </p:nvSpPr>
        <p:spPr>
          <a:xfrm>
            <a:off x="2184057" y="400103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3" name="Slide Number Placeholder 5">
            <a:extLst>
              <a:ext uri="{FF2B5EF4-FFF2-40B4-BE49-F238E27FC236}">
                <a16:creationId xmlns:a16="http://schemas.microsoft.com/office/drawing/2014/main" id="{B56C1EBB-5DA5-BF02-BDC5-AA34C350313E}"/>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1E5D53D2-4AD2-8965-FAFA-0C4477DDB21C}"/>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65376433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1_Plain Content Slide">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ltLang="ja-JP"/>
              <a:t>Click to edit Master text styles</a:t>
            </a:r>
          </a:p>
        </p:txBody>
      </p:sp>
      <p:sp>
        <p:nvSpPr>
          <p:cNvPr id="4" name="Slide Number Placeholder 5">
            <a:extLst>
              <a:ext uri="{FF2B5EF4-FFF2-40B4-BE49-F238E27FC236}">
                <a16:creationId xmlns:a16="http://schemas.microsoft.com/office/drawing/2014/main" id="{F2C4C05A-3048-8787-2847-1F300FCF889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E6F82C15-5F18-F179-F3E6-5D68061DDF5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7" name="object 2">
            <a:extLst>
              <a:ext uri="{FF2B5EF4-FFF2-40B4-BE49-F238E27FC236}">
                <a16:creationId xmlns:a16="http://schemas.microsoft.com/office/drawing/2014/main" id="{6FBD28C9-7036-3442-9955-E7B2FA7493BC}"/>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274452848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1_2-block Content Slide 1">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4"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4166368" cy="373063"/>
          </a:xfrm>
        </p:spPr>
        <p:txBody>
          <a:bodyPr/>
          <a:lstStyle>
            <a:lvl1pPr marL="0" indent="0">
              <a:buNone/>
              <a:defRPr sz="1750">
                <a:solidFill>
                  <a:schemeClr val="tx1"/>
                </a:solidFill>
              </a:defRPr>
            </a:lvl1pPr>
          </a:lstStyle>
          <a:p>
            <a:pPr lvl="0"/>
            <a:r>
              <a:rPr lang="en-US" altLang="ja-JP"/>
              <a:t>Click to edit Master text styles</a:t>
            </a:r>
          </a:p>
        </p:txBody>
      </p:sp>
      <p:sp>
        <p:nvSpPr>
          <p:cNvPr id="8" name="Content Placeholder 2">
            <a:extLst>
              <a:ext uri="{FF2B5EF4-FFF2-40B4-BE49-F238E27FC236}">
                <a16:creationId xmlns:a16="http://schemas.microsoft.com/office/drawing/2014/main" id="{57FC8DC0-6478-538D-D5BB-1C7A5196457F}"/>
              </a:ext>
            </a:extLst>
          </p:cNvPr>
          <p:cNvSpPr>
            <a:spLocks noGrp="1"/>
          </p:cNvSpPr>
          <p:nvPr>
            <p:ph idx="11"/>
          </p:nvPr>
        </p:nvSpPr>
        <p:spPr>
          <a:xfrm>
            <a:off x="4663108"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9" name="Text Placeholder 11">
            <a:extLst>
              <a:ext uri="{FF2B5EF4-FFF2-40B4-BE49-F238E27FC236}">
                <a16:creationId xmlns:a16="http://schemas.microsoft.com/office/drawing/2014/main" id="{582A5401-52A2-8570-1E7F-12F6CAFEBEA5}"/>
              </a:ext>
            </a:extLst>
          </p:cNvPr>
          <p:cNvSpPr>
            <a:spLocks noGrp="1"/>
          </p:cNvSpPr>
          <p:nvPr>
            <p:ph type="body" sz="quarter" idx="12"/>
          </p:nvPr>
        </p:nvSpPr>
        <p:spPr>
          <a:xfrm>
            <a:off x="4663108" y="1225394"/>
            <a:ext cx="4166368" cy="373063"/>
          </a:xfrm>
        </p:spPr>
        <p:txBody>
          <a:bodyPr/>
          <a:lstStyle>
            <a:lvl1pPr marL="0" indent="0">
              <a:buNone/>
              <a:defRPr sz="1750"/>
            </a:lvl1pPr>
          </a:lstStyle>
          <a:p>
            <a:pPr lvl="0"/>
            <a:r>
              <a:rPr lang="en-US" altLang="ja-JP"/>
              <a:t>Click to edit Master text styles</a:t>
            </a:r>
          </a:p>
          <a:p>
            <a:pPr lvl="1"/>
            <a:r>
              <a:rPr lang="en-US" altLang="ja-JP"/>
              <a:t>Second level</a:t>
            </a:r>
          </a:p>
        </p:txBody>
      </p:sp>
      <p:sp>
        <p:nvSpPr>
          <p:cNvPr id="4" name="Slide Number Placeholder 5">
            <a:extLst>
              <a:ext uri="{FF2B5EF4-FFF2-40B4-BE49-F238E27FC236}">
                <a16:creationId xmlns:a16="http://schemas.microsoft.com/office/drawing/2014/main" id="{86B23157-C7C5-A8CF-164C-6F71BC03A26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D744278D-78DB-DED7-3BFF-030F1920D826}"/>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123209027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2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ltLang="ja-JP"/>
              <a:t>Click icon to add picture</a:t>
            </a:r>
            <a:endParaRPr lang="en-US"/>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5" name="Rectangle 6">
            <a:extLst>
              <a:ext uri="{FF2B5EF4-FFF2-40B4-BE49-F238E27FC236}">
                <a16:creationId xmlns:a16="http://schemas.microsoft.com/office/drawing/2014/main" id="{BBB20690-BA48-9324-4A9D-50516178768F}"/>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Tree>
    <p:extLst>
      <p:ext uri="{BB962C8B-B14F-4D97-AF65-F5344CB8AC3E}">
        <p14:creationId xmlns:p14="http://schemas.microsoft.com/office/powerpoint/2010/main" val="98219813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3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ltLang="ja-JP"/>
              <a:t>Click icon to add picture</a:t>
            </a:r>
            <a:endParaRPr lang="en-US"/>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5" name="Rectangle 6">
            <a:extLst>
              <a:ext uri="{FF2B5EF4-FFF2-40B4-BE49-F238E27FC236}">
                <a16:creationId xmlns:a16="http://schemas.microsoft.com/office/drawing/2014/main" id="{3A70E395-E8F0-7141-9A88-3AAA29802F0F}"/>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Tree>
    <p:extLst>
      <p:ext uri="{BB962C8B-B14F-4D97-AF65-F5344CB8AC3E}">
        <p14:creationId xmlns:p14="http://schemas.microsoft.com/office/powerpoint/2010/main" val="116022326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4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4E2F5871-9DE5-1FD5-9FA5-7E412CF05AB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8" name="Straight Connector 3">
            <a:extLst>
              <a:ext uri="{FF2B5EF4-FFF2-40B4-BE49-F238E27FC236}">
                <a16:creationId xmlns:a16="http://schemas.microsoft.com/office/drawing/2014/main" id="{85214550-49CF-F881-6B2D-9CB12AAEE6C6}"/>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4">
            <a:extLst>
              <a:ext uri="{FF2B5EF4-FFF2-40B4-BE49-F238E27FC236}">
                <a16:creationId xmlns:a16="http://schemas.microsoft.com/office/drawing/2014/main" id="{FE51125F-8C81-9F16-CCB8-0F7AC345A240}"/>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184522508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5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AC3CC897-7E88-3C78-124A-2E6E31D0005A}"/>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8" name="Straight Connector 3">
            <a:extLst>
              <a:ext uri="{FF2B5EF4-FFF2-40B4-BE49-F238E27FC236}">
                <a16:creationId xmlns:a16="http://schemas.microsoft.com/office/drawing/2014/main" id="{44D4CC25-7F3B-753C-D39E-997F9F5690EA}"/>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4">
            <a:extLst>
              <a:ext uri="{FF2B5EF4-FFF2-40B4-BE49-F238E27FC236}">
                <a16:creationId xmlns:a16="http://schemas.microsoft.com/office/drawing/2014/main" id="{89B7B4AD-7BD4-3489-AD21-D5E3CDA37E5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301423929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6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cxnSp>
        <p:nvCxnSpPr>
          <p:cNvPr id="3" name="Straight Connector 3">
            <a:extLst>
              <a:ext uri="{FF2B5EF4-FFF2-40B4-BE49-F238E27FC236}">
                <a16:creationId xmlns:a16="http://schemas.microsoft.com/office/drawing/2014/main" id="{8594CE9B-AE1F-0353-74FA-F26C95C7872E}"/>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4">
            <a:extLst>
              <a:ext uri="{FF2B5EF4-FFF2-40B4-BE49-F238E27FC236}">
                <a16:creationId xmlns:a16="http://schemas.microsoft.com/office/drawing/2014/main" id="{46697D07-6FAF-1338-9F43-A99AC9A01536}"/>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411034723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7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cxnSp>
        <p:nvCxnSpPr>
          <p:cNvPr id="3" name="Straight Connector 3">
            <a:extLst>
              <a:ext uri="{FF2B5EF4-FFF2-40B4-BE49-F238E27FC236}">
                <a16:creationId xmlns:a16="http://schemas.microsoft.com/office/drawing/2014/main" id="{EACD8A6E-1A26-F9C0-7BC5-981D1A39255D}"/>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4">
            <a:extLst>
              <a:ext uri="{FF2B5EF4-FFF2-40B4-BE49-F238E27FC236}">
                <a16:creationId xmlns:a16="http://schemas.microsoft.com/office/drawing/2014/main" id="{825EB9BC-F9DF-32CD-EB42-2C949AEC9113}"/>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8396371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1_3 Column With Subheads 2">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2357181"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3390717" y="1436688"/>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7" y="2019260"/>
            <a:ext cx="2357181"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22" name="Content Placeholder 16"/>
          <p:cNvSpPr>
            <a:spLocks noGrp="1"/>
          </p:cNvSpPr>
          <p:nvPr>
            <p:ph sz="quarter" idx="18"/>
          </p:nvPr>
        </p:nvSpPr>
        <p:spPr>
          <a:xfrm>
            <a:off x="3390717" y="2019260"/>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67BB201C-481A-0938-9DB5-D0C110A33E15}"/>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95429DB8-28BE-3F8C-CCED-A9CFC8697C81}"/>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Text Placeholder 13">
            <a:extLst>
              <a:ext uri="{FF2B5EF4-FFF2-40B4-BE49-F238E27FC236}">
                <a16:creationId xmlns:a16="http://schemas.microsoft.com/office/drawing/2014/main" id="{7F7AAA09-1185-7F6B-0EB9-01E5747EB070}"/>
              </a:ext>
            </a:extLst>
          </p:cNvPr>
          <p:cNvSpPr>
            <a:spLocks noGrp="1"/>
          </p:cNvSpPr>
          <p:nvPr>
            <p:ph type="body" sz="quarter" idx="20" hasCustomPrompt="1"/>
          </p:nvPr>
        </p:nvSpPr>
        <p:spPr>
          <a:xfrm>
            <a:off x="6230589" y="1437979"/>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11" name="Content Placeholder 16">
            <a:extLst>
              <a:ext uri="{FF2B5EF4-FFF2-40B4-BE49-F238E27FC236}">
                <a16:creationId xmlns:a16="http://schemas.microsoft.com/office/drawing/2014/main" id="{514F11C7-C221-F797-F5B3-84BD44C358BD}"/>
              </a:ext>
            </a:extLst>
          </p:cNvPr>
          <p:cNvSpPr>
            <a:spLocks noGrp="1"/>
          </p:cNvSpPr>
          <p:nvPr>
            <p:ph sz="quarter" idx="21"/>
          </p:nvPr>
        </p:nvSpPr>
        <p:spPr>
          <a:xfrm>
            <a:off x="6230589" y="2019259"/>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Slide Number Placeholder 5">
            <a:extLst>
              <a:ext uri="{FF2B5EF4-FFF2-40B4-BE49-F238E27FC236}">
                <a16:creationId xmlns:a16="http://schemas.microsoft.com/office/drawing/2014/main" id="{30B3B5F0-7DA3-0644-2322-57C95423A7B9}"/>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4933ED6E-9913-D567-CA9F-6728892A3837}"/>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9" name="Straight Connector 3">
            <a:extLst>
              <a:ext uri="{FF2B5EF4-FFF2-40B4-BE49-F238E27FC236}">
                <a16:creationId xmlns:a16="http://schemas.microsoft.com/office/drawing/2014/main" id="{CEF54185-5D43-6D3E-FFF2-9C0B7DA1C53B}"/>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2" name="Straight Connector 6">
            <a:extLst>
              <a:ext uri="{FF2B5EF4-FFF2-40B4-BE49-F238E27FC236}">
                <a16:creationId xmlns:a16="http://schemas.microsoft.com/office/drawing/2014/main" id="{D9F61CC9-11B7-7605-B92A-9B24349DFA18}"/>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3" name="Straight Connector 7">
            <a:extLst>
              <a:ext uri="{FF2B5EF4-FFF2-40B4-BE49-F238E27FC236}">
                <a16:creationId xmlns:a16="http://schemas.microsoft.com/office/drawing/2014/main" id="{04DE2312-837E-5371-7E61-8BC9567E2AA8}"/>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323652989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2_Quote w/headshot">
    <p:spTree>
      <p:nvGrpSpPr>
        <p:cNvPr id="1" name=""/>
        <p:cNvGrpSpPr/>
        <p:nvPr/>
      </p:nvGrpSpPr>
      <p:grpSpPr>
        <a:xfrm>
          <a:off x="0" y="0"/>
          <a:ext cx="0" cy="0"/>
          <a:chOff x="0" y="0"/>
          <a:chExt cx="0" cy="0"/>
        </a:xfrm>
      </p:grpSpPr>
      <p:sp>
        <p:nvSpPr>
          <p:cNvPr id="21" name="Content Placeholder 16"/>
          <p:cNvSpPr>
            <a:spLocks noGrp="1"/>
          </p:cNvSpPr>
          <p:nvPr>
            <p:ph sz="quarter" idx="17"/>
          </p:nvPr>
        </p:nvSpPr>
        <p:spPr>
          <a:xfrm>
            <a:off x="3594698" y="1625203"/>
            <a:ext cx="5234760" cy="1945920"/>
          </a:xfrm>
        </p:spPr>
        <p:txBody>
          <a:bodyPr>
            <a:noAutofit/>
          </a:bodyPr>
          <a:lstStyle>
            <a:lvl1pPr marL="0" indent="0">
              <a:lnSpc>
                <a:spcPct val="150000"/>
              </a:lnSpc>
              <a:buNone/>
              <a:defRPr sz="1250"/>
            </a:lvl1pPr>
            <a:lvl2pPr marL="212328" indent="0">
              <a:lnSpc>
                <a:spcPct val="150000"/>
              </a:lnSpc>
              <a:buNone/>
              <a:defRPr sz="1250"/>
            </a:lvl2pPr>
            <a:lvl3pPr marL="430609" indent="0">
              <a:lnSpc>
                <a:spcPct val="150000"/>
              </a:lnSpc>
              <a:buNone/>
              <a:defRPr sz="1250"/>
            </a:lvl3pPr>
            <a:lvl4pPr marL="610195" indent="0">
              <a:lnSpc>
                <a:spcPct val="150000"/>
              </a:lnSpc>
              <a:buNone/>
              <a:defRPr sz="1250"/>
            </a:lvl4pPr>
            <a:lvl5pPr marL="821531" indent="0">
              <a:lnSpc>
                <a:spcPct val="150000"/>
              </a:lnSpc>
              <a:buNone/>
              <a:defRPr sz="125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3594697" y="3637303"/>
            <a:ext cx="2870399" cy="228132"/>
          </a:xfrm>
        </p:spPr>
        <p:txBody>
          <a:bodyPr anchor="b">
            <a:noAutofit/>
          </a:bodyPr>
          <a:lstStyle>
            <a:lvl1pPr marL="0" indent="0" algn="l">
              <a:buNone/>
              <a:defRPr sz="1000" b="1" i="0">
                <a:solidFill>
                  <a:schemeClr val="tx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3594697" y="3849292"/>
            <a:ext cx="2870399" cy="467014"/>
          </a:xfrm>
        </p:spPr>
        <p:txBody>
          <a:bodyPr>
            <a:noAutofit/>
          </a:bodyPr>
          <a:lstStyle>
            <a:lvl1pPr marL="0" indent="0" algn="l">
              <a:spcBef>
                <a:spcPts val="0"/>
              </a:spcBef>
              <a:spcAft>
                <a:spcPts val="375"/>
              </a:spcAft>
              <a:buNone/>
              <a:defRPr sz="1000" b="0" i="0">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latin typeface="Arial Narrow" panose="020B0604020202020204" pitchFamily="34" charset="0"/>
                <a:cs typeface="Arial Narrow" panose="020B0604020202020204" pitchFamily="34" charset="0"/>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3435947" y="500907"/>
            <a:ext cx="5393511" cy="379114"/>
          </a:xfrm>
        </p:spPr>
        <p:txBody>
          <a:bodyPr>
            <a:noAutofit/>
          </a:bodyPr>
          <a:lstStyle>
            <a:lvl1pPr>
              <a:defRPr sz="2000">
                <a:solidFill>
                  <a:schemeClr val="tx1"/>
                </a:solidFill>
                <a:latin typeface="+mn-lt"/>
              </a:defRPr>
            </a:lvl1pPr>
          </a:lstStyle>
          <a:p>
            <a:r>
              <a:rPr lang="en-US"/>
              <a:t>Click To Edit Slide Title</a:t>
            </a:r>
          </a:p>
        </p:txBody>
      </p:sp>
      <p:sp>
        <p:nvSpPr>
          <p:cNvPr id="7" name="Picture Placeholder 6">
            <a:extLst>
              <a:ext uri="{FF2B5EF4-FFF2-40B4-BE49-F238E27FC236}">
                <a16:creationId xmlns:a16="http://schemas.microsoft.com/office/drawing/2014/main" id="{5D794A3B-B179-A62D-2C7D-5B5E0E5D6BB2}"/>
              </a:ext>
            </a:extLst>
          </p:cNvPr>
          <p:cNvSpPr>
            <a:spLocks noGrp="1"/>
          </p:cNvSpPr>
          <p:nvPr>
            <p:ph type="pic" sz="quarter" idx="14"/>
          </p:nvPr>
        </p:nvSpPr>
        <p:spPr>
          <a:xfrm>
            <a:off x="-2" y="0"/>
            <a:ext cx="3071813" cy="5143500"/>
          </a:xfrm>
          <a:solidFill>
            <a:schemeClr val="bg1">
              <a:lumMod val="85000"/>
            </a:schemeClr>
          </a:solidFill>
        </p:spPr>
        <p:txBody>
          <a:bodyPr/>
          <a:lstStyle>
            <a:lvl1pPr>
              <a:defRPr/>
            </a:lvl1pPr>
          </a:lstStyle>
          <a:p>
            <a:r>
              <a:rPr lang="en-US" altLang="ja-JP"/>
              <a:t>Click icon to add picture</a:t>
            </a:r>
            <a:endParaRPr lang="en-US"/>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
        <p:nvSpPr>
          <p:cNvPr id="2" name="Slide Number Placeholder 5">
            <a:extLst>
              <a:ext uri="{FF2B5EF4-FFF2-40B4-BE49-F238E27FC236}">
                <a16:creationId xmlns:a16="http://schemas.microsoft.com/office/drawing/2014/main" id="{EDF60FBE-1FA4-1819-4C58-4B5855D8911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cxnSp>
        <p:nvCxnSpPr>
          <p:cNvPr id="3" name="Straight Connector 3">
            <a:extLst>
              <a:ext uri="{FF2B5EF4-FFF2-40B4-BE49-F238E27FC236}">
                <a16:creationId xmlns:a16="http://schemas.microsoft.com/office/drawing/2014/main" id="{6A3536BF-8D2B-34CD-7CB5-47A60F8B99A5}"/>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pic>
        <p:nvPicPr>
          <p:cNvPr id="5" name="Picture 8" descr="A green and black half circle&#10;&#10;Description automatically generated">
            <a:extLst>
              <a:ext uri="{FF2B5EF4-FFF2-40B4-BE49-F238E27FC236}">
                <a16:creationId xmlns:a16="http://schemas.microsoft.com/office/drawing/2014/main" id="{5C93C744-440E-EB8C-8150-D4BB6652D72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Tree>
    <p:extLst>
      <p:ext uri="{BB962C8B-B14F-4D97-AF65-F5344CB8AC3E}">
        <p14:creationId xmlns:p14="http://schemas.microsoft.com/office/powerpoint/2010/main" val="83435104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3_Quote w/headshot">
    <p:bg>
      <p:bgRef idx="1001">
        <a:schemeClr val="bg1"/>
      </p:bgRef>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D94836B-C64F-B87F-049E-8D959535578D}"/>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sp>
        <p:nvSpPr>
          <p:cNvPr id="21" name="Content Placeholder 16"/>
          <p:cNvSpPr>
            <a:spLocks noGrp="1"/>
          </p:cNvSpPr>
          <p:nvPr>
            <p:ph sz="quarter" idx="17"/>
          </p:nvPr>
        </p:nvSpPr>
        <p:spPr>
          <a:xfrm>
            <a:off x="3400894" y="1296544"/>
            <a:ext cx="5377718" cy="2961178"/>
          </a:xfrm>
        </p:spPr>
        <p:txBody>
          <a:bodyPr>
            <a:noAutofit/>
          </a:bodyPr>
          <a:lstStyle>
            <a:lvl1pPr marL="0" indent="0">
              <a:lnSpc>
                <a:spcPct val="150000"/>
              </a:lnSpc>
              <a:buNone/>
              <a:defRPr sz="1250">
                <a:solidFill>
                  <a:schemeClr val="bg1"/>
                </a:solidFill>
              </a:defRPr>
            </a:lvl1pPr>
            <a:lvl2pPr marL="212328" indent="0">
              <a:lnSpc>
                <a:spcPct val="150000"/>
              </a:lnSpc>
              <a:buNone/>
              <a:defRPr sz="1250">
                <a:solidFill>
                  <a:schemeClr val="bg1"/>
                </a:solidFill>
              </a:defRPr>
            </a:lvl2pPr>
            <a:lvl3pPr marL="430609" indent="0">
              <a:lnSpc>
                <a:spcPct val="150000"/>
              </a:lnSpc>
              <a:buNone/>
              <a:defRPr sz="1250">
                <a:solidFill>
                  <a:schemeClr val="bg1"/>
                </a:solidFill>
              </a:defRPr>
            </a:lvl3pPr>
            <a:lvl4pPr marL="610195" indent="0">
              <a:lnSpc>
                <a:spcPct val="150000"/>
              </a:lnSpc>
              <a:buNone/>
              <a:defRPr sz="1250">
                <a:solidFill>
                  <a:schemeClr val="bg1"/>
                </a:solidFill>
              </a:defRPr>
            </a:lvl4pPr>
            <a:lvl5pPr marL="821531" indent="0">
              <a:lnSpc>
                <a:spcPct val="150000"/>
              </a:lnSpc>
              <a:buNone/>
              <a:defRPr sz="125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400439" y="3562353"/>
            <a:ext cx="2509368" cy="228132"/>
          </a:xfrm>
        </p:spPr>
        <p:txBody>
          <a:bodyPr anchor="b">
            <a:noAutofit/>
          </a:bodyPr>
          <a:lstStyle>
            <a:lvl1pPr marL="0" indent="0" algn="l">
              <a:buNone/>
              <a:defRPr sz="1000" b="1" i="0">
                <a:solidFill>
                  <a:schemeClr val="bg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400439" y="3774342"/>
            <a:ext cx="2509368" cy="486589"/>
          </a:xfrm>
        </p:spPr>
        <p:txBody>
          <a:bodyPr>
            <a:noAutofit/>
          </a:bodyPr>
          <a:lstStyle>
            <a:lvl1pPr marL="0"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400438" y="885778"/>
            <a:ext cx="2509364" cy="1756238"/>
          </a:xfrm>
        </p:spPr>
        <p:txBody>
          <a:bodyPr anchor="t">
            <a:noAutofit/>
          </a:bodyPr>
          <a:lstStyle>
            <a:lvl1pPr>
              <a:defRPr sz="2000">
                <a:solidFill>
                  <a:schemeClr val="bg1"/>
                </a:solidFill>
                <a:latin typeface="+mn-lt"/>
              </a:defRPr>
            </a:lvl1pPr>
          </a:lstStyle>
          <a:p>
            <a:r>
              <a:rPr lang="en-US"/>
              <a:t>Click To Edit Slide Title</a:t>
            </a:r>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
        <p:nvSpPr>
          <p:cNvPr id="3" name="Slide Number Placeholder 5">
            <a:extLst>
              <a:ext uri="{FF2B5EF4-FFF2-40B4-BE49-F238E27FC236}">
                <a16:creationId xmlns:a16="http://schemas.microsoft.com/office/drawing/2014/main" id="{1B900EC3-FE66-C186-77D4-CB898A392C1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ECB8BB22-6FA9-1F64-86F7-97F287AE73D4}"/>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cxnSp>
        <p:nvCxnSpPr>
          <p:cNvPr id="7" name="Straight Connector 3">
            <a:extLst>
              <a:ext uri="{FF2B5EF4-FFF2-40B4-BE49-F238E27FC236}">
                <a16:creationId xmlns:a16="http://schemas.microsoft.com/office/drawing/2014/main" id="{DFDE16A0-F42C-93CE-6CEE-297A9F62E568}"/>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pic>
        <p:nvPicPr>
          <p:cNvPr id="8" name="Picture 8" descr="A green and black half circle&#10;&#10;Description automatically generated">
            <a:extLst>
              <a:ext uri="{FF2B5EF4-FFF2-40B4-BE49-F238E27FC236}">
                <a16:creationId xmlns:a16="http://schemas.microsoft.com/office/drawing/2014/main" id="{7DBFF9E6-9052-F9D1-98C4-1B6DCDE8F1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Tree>
    <p:extLst>
      <p:ext uri="{BB962C8B-B14F-4D97-AF65-F5344CB8AC3E}">
        <p14:creationId xmlns:p14="http://schemas.microsoft.com/office/powerpoint/2010/main" val="407162559"/>
      </p:ext>
    </p:extLst>
  </p:cSld>
  <p:clrMapOvr>
    <a:overrideClrMapping bg1="lt1" tx1="dk1" bg2="lt2" tx2="dk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1_Headshot Feature Slid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1562804" y="1462719"/>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hasCustomPrompt="1"/>
          </p:nvPr>
        </p:nvSpPr>
        <p:spPr>
          <a:xfrm>
            <a:off x="1562804" y="1803996"/>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7" name="Picture Placeholder 6">
            <a:extLst>
              <a:ext uri="{FF2B5EF4-FFF2-40B4-BE49-F238E27FC236}">
                <a16:creationId xmlns:a16="http://schemas.microsoft.com/office/drawing/2014/main" id="{590BE259-1380-7F27-3E64-533E1C56F5F0}"/>
              </a:ext>
            </a:extLst>
          </p:cNvPr>
          <p:cNvSpPr>
            <a:spLocks noGrp="1"/>
          </p:cNvSpPr>
          <p:nvPr>
            <p:ph type="pic" sz="quarter" idx="20"/>
          </p:nvPr>
        </p:nvSpPr>
        <p:spPr>
          <a:xfrm>
            <a:off x="314524" y="1520468"/>
            <a:ext cx="1052696" cy="1051282"/>
          </a:xfrm>
          <a:solidFill>
            <a:schemeClr val="bg1">
              <a:lumMod val="85000"/>
            </a:schemeClr>
          </a:solidFill>
        </p:spPr>
        <p:txBody>
          <a:bodyPr/>
          <a:lstStyle/>
          <a:p>
            <a:r>
              <a:rPr lang="en-US" altLang="ja-JP"/>
              <a:t>Click icon to add picture</a:t>
            </a:r>
            <a:endParaRPr lang="en-US"/>
          </a:p>
        </p:txBody>
      </p:sp>
      <p:sp>
        <p:nvSpPr>
          <p:cNvPr id="16" name="Text Placeholder 13">
            <a:extLst>
              <a:ext uri="{FF2B5EF4-FFF2-40B4-BE49-F238E27FC236}">
                <a16:creationId xmlns:a16="http://schemas.microsoft.com/office/drawing/2014/main" id="{6340FD9B-AE60-3404-C819-CD753CD6CA20}"/>
              </a:ext>
            </a:extLst>
          </p:cNvPr>
          <p:cNvSpPr>
            <a:spLocks noGrp="1"/>
          </p:cNvSpPr>
          <p:nvPr>
            <p:ph type="body" sz="quarter" idx="21" hasCustomPrompt="1"/>
          </p:nvPr>
        </p:nvSpPr>
        <p:spPr>
          <a:xfrm>
            <a:off x="1562804" y="2872951"/>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17" name="Content Placeholder 16">
            <a:extLst>
              <a:ext uri="{FF2B5EF4-FFF2-40B4-BE49-F238E27FC236}">
                <a16:creationId xmlns:a16="http://schemas.microsoft.com/office/drawing/2014/main" id="{76DBD51D-CD95-46A6-B925-503D5128623C}"/>
              </a:ext>
            </a:extLst>
          </p:cNvPr>
          <p:cNvSpPr>
            <a:spLocks noGrp="1"/>
          </p:cNvSpPr>
          <p:nvPr>
            <p:ph sz="quarter" idx="22" hasCustomPrompt="1"/>
          </p:nvPr>
        </p:nvSpPr>
        <p:spPr>
          <a:xfrm>
            <a:off x="1562804" y="3214228"/>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18" name="Picture Placeholder 6">
            <a:extLst>
              <a:ext uri="{FF2B5EF4-FFF2-40B4-BE49-F238E27FC236}">
                <a16:creationId xmlns:a16="http://schemas.microsoft.com/office/drawing/2014/main" id="{B4D58A6A-B651-A158-704E-ED16D440AEC5}"/>
              </a:ext>
            </a:extLst>
          </p:cNvPr>
          <p:cNvSpPr>
            <a:spLocks noGrp="1"/>
          </p:cNvSpPr>
          <p:nvPr>
            <p:ph type="pic" sz="quarter" idx="23"/>
          </p:nvPr>
        </p:nvSpPr>
        <p:spPr>
          <a:xfrm>
            <a:off x="314524" y="2930701"/>
            <a:ext cx="1052696" cy="1051282"/>
          </a:xfrm>
          <a:solidFill>
            <a:schemeClr val="bg1">
              <a:lumMod val="85000"/>
            </a:schemeClr>
          </a:solidFill>
        </p:spPr>
        <p:txBody>
          <a:bodyPr/>
          <a:lstStyle/>
          <a:p>
            <a:r>
              <a:rPr lang="en-US" altLang="ja-JP"/>
              <a:t>Click icon to add picture</a:t>
            </a:r>
            <a:endParaRPr lang="en-US"/>
          </a:p>
        </p:txBody>
      </p:sp>
      <p:sp>
        <p:nvSpPr>
          <p:cNvPr id="4" name="Slide Number Placeholder 5">
            <a:extLst>
              <a:ext uri="{FF2B5EF4-FFF2-40B4-BE49-F238E27FC236}">
                <a16:creationId xmlns:a16="http://schemas.microsoft.com/office/drawing/2014/main" id="{AB2B1C0E-D76E-924F-D78D-DA11B6B65438}"/>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06F26F2B-F781-A82E-10A1-5897C5F5E414}"/>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239989190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1_Chart With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4" name="object 2">
            <a:extLst>
              <a:ext uri="{FF2B5EF4-FFF2-40B4-BE49-F238E27FC236}">
                <a16:creationId xmlns:a16="http://schemas.microsoft.com/office/drawing/2014/main" id="{3EEB7A42-5110-13AD-1E86-1C14D8EA0C4A}"/>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3" y="1170323"/>
            <a:ext cx="5446196"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5446196" cy="2394406"/>
          </a:xfrm>
        </p:spPr>
        <p:txBody>
          <a:bodyPr/>
          <a:lstStyle>
            <a:lvl1pPr>
              <a:defRPr/>
            </a:lvl1pPr>
          </a:lstStyle>
          <a:p>
            <a:r>
              <a:rPr lang="en-US" altLang="ja-JP"/>
              <a:t>Click icon to add chart</a:t>
            </a:r>
            <a:endParaRPr lang="en-US"/>
          </a:p>
        </p:txBody>
      </p:sp>
      <p:sp>
        <p:nvSpPr>
          <p:cNvPr id="7" name="Text Placeholder 13">
            <a:extLst>
              <a:ext uri="{FF2B5EF4-FFF2-40B4-BE49-F238E27FC236}">
                <a16:creationId xmlns:a16="http://schemas.microsoft.com/office/drawing/2014/main" id="{1BB87E08-F5B2-1C85-04B0-1A4D63D6F725}"/>
              </a:ext>
            </a:extLst>
          </p:cNvPr>
          <p:cNvSpPr>
            <a:spLocks noGrp="1"/>
          </p:cNvSpPr>
          <p:nvPr>
            <p:ph type="body" sz="quarter" idx="20" hasCustomPrompt="1"/>
          </p:nvPr>
        </p:nvSpPr>
        <p:spPr>
          <a:xfrm>
            <a:off x="6230589" y="1246474"/>
            <a:ext cx="2598888"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8" name="Content Placeholder 16">
            <a:extLst>
              <a:ext uri="{FF2B5EF4-FFF2-40B4-BE49-F238E27FC236}">
                <a16:creationId xmlns:a16="http://schemas.microsoft.com/office/drawing/2014/main" id="{DFCB2DF8-8D4A-D112-A1F9-55A56C739C93}"/>
              </a:ext>
            </a:extLst>
          </p:cNvPr>
          <p:cNvSpPr>
            <a:spLocks noGrp="1"/>
          </p:cNvSpPr>
          <p:nvPr>
            <p:ph sz="quarter" idx="21"/>
          </p:nvPr>
        </p:nvSpPr>
        <p:spPr>
          <a:xfrm>
            <a:off x="6230589" y="1903274"/>
            <a:ext cx="2598888" cy="2394406"/>
          </a:xfrm>
        </p:spPr>
        <p:txBody>
          <a:bodyPr>
            <a:noAutofit/>
          </a:bodyPr>
          <a:lstStyle>
            <a:lvl1pPr>
              <a:defRPr sz="1000"/>
            </a:lvl1pPr>
            <a:lvl2pPr>
              <a:defRPr sz="1000"/>
            </a:lvl2pPr>
            <a:lvl3pPr>
              <a:defRPr sz="1000"/>
            </a:lvl3pPr>
            <a:lvl4pPr>
              <a:defRPr sz="1000"/>
            </a:lvl4pPr>
            <a:lvl5pPr>
              <a:defRPr sz="1000"/>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cxnSp>
        <p:nvCxnSpPr>
          <p:cNvPr id="9" name="Straight Connector 8">
            <a:extLst>
              <a:ext uri="{FF2B5EF4-FFF2-40B4-BE49-F238E27FC236}">
                <a16:creationId xmlns:a16="http://schemas.microsoft.com/office/drawing/2014/main" id="{CD8C89FE-E5DA-B993-1428-B78D5CC400E7}"/>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Slide Number Placeholder 5">
            <a:extLst>
              <a:ext uri="{FF2B5EF4-FFF2-40B4-BE49-F238E27FC236}">
                <a16:creationId xmlns:a16="http://schemas.microsoft.com/office/drawing/2014/main" id="{5F135AD9-D450-D550-8CBA-5F0400B4E94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11" name="object 2">
            <a:extLst>
              <a:ext uri="{FF2B5EF4-FFF2-40B4-BE49-F238E27FC236}">
                <a16:creationId xmlns:a16="http://schemas.microsoft.com/office/drawing/2014/main" id="{775A6D42-E746-DE68-4221-180E989985E7}"/>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2" name="object 2">
            <a:extLst>
              <a:ext uri="{FF2B5EF4-FFF2-40B4-BE49-F238E27FC236}">
                <a16:creationId xmlns:a16="http://schemas.microsoft.com/office/drawing/2014/main" id="{A7DD72CC-7051-58F2-44AC-F3F240636653}"/>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cxnSp>
        <p:nvCxnSpPr>
          <p:cNvPr id="13" name="Straight Connector 8">
            <a:extLst>
              <a:ext uri="{FF2B5EF4-FFF2-40B4-BE49-F238E27FC236}">
                <a16:creationId xmlns:a16="http://schemas.microsoft.com/office/drawing/2014/main" id="{7C58DA15-050A-C75F-FB4B-1275DF9C2B62}"/>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25040994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1_Chart without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4" y="1170323"/>
            <a:ext cx="8514953"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8514953" cy="2394406"/>
          </a:xfrm>
        </p:spPr>
        <p:txBody>
          <a:bodyPr/>
          <a:lstStyle>
            <a:lvl1pPr>
              <a:defRPr/>
            </a:lvl1pPr>
          </a:lstStyle>
          <a:p>
            <a:r>
              <a:rPr lang="en-US" altLang="ja-JP"/>
              <a:t>Click icon to add chart</a:t>
            </a:r>
            <a:endParaRPr lang="en-US"/>
          </a:p>
        </p:txBody>
      </p:sp>
      <p:sp>
        <p:nvSpPr>
          <p:cNvPr id="4" name="Slide Number Placeholder 5">
            <a:extLst>
              <a:ext uri="{FF2B5EF4-FFF2-40B4-BE49-F238E27FC236}">
                <a16:creationId xmlns:a16="http://schemas.microsoft.com/office/drawing/2014/main" id="{2651C850-897C-E949-B6AA-E058B3A7F606}"/>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6E9B8AF3-1776-8B0D-20DF-74505F1F2F5F}"/>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278964729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1_LAST LAYOUT OF TEMPLA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1B9540-768B-ACCF-01EE-CF2685BD13DD}"/>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2" name="Rectangle 1"/>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415B9A44-8B2F-DFC2-27BD-3524204EB86B}"/>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5" name="Rectangle 1">
            <a:extLst>
              <a:ext uri="{FF2B5EF4-FFF2-40B4-BE49-F238E27FC236}">
                <a16:creationId xmlns:a16="http://schemas.microsoft.com/office/drawing/2014/main" id="{4B5AC5F2-3E57-2BA1-C1A2-560FE73D0C26}"/>
              </a:ext>
            </a:extLst>
          </p:cNvPr>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Tree>
    <p:extLst>
      <p:ext uri="{BB962C8B-B14F-4D97-AF65-F5344CB8AC3E}">
        <p14:creationId xmlns:p14="http://schemas.microsoft.com/office/powerpoint/2010/main" val="207200710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cSld name="2_Org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385430"/>
            <a:ext cx="2689174" cy="455767"/>
          </a:xfrm>
        </p:spPr>
        <p:txBody>
          <a:bodyPr lIns="91440">
            <a:noAutofit/>
          </a:bodyPr>
          <a:lstStyle>
            <a:lvl1pPr>
              <a:defRPr sz="1875"/>
            </a:lvl1pPr>
          </a:lstStyle>
          <a:p>
            <a:r>
              <a:rPr lang="en-US"/>
              <a:t>Click To Edit</a:t>
            </a:r>
          </a:p>
        </p:txBody>
      </p:sp>
      <p:sp>
        <p:nvSpPr>
          <p:cNvPr id="3" name="Content Placeholder 2"/>
          <p:cNvSpPr>
            <a:spLocks noGrp="1"/>
          </p:cNvSpPr>
          <p:nvPr>
            <p:ph idx="1" hasCustomPrompt="1"/>
          </p:nvPr>
        </p:nvSpPr>
        <p:spPr>
          <a:xfrm>
            <a:off x="314523" y="998141"/>
            <a:ext cx="1912656" cy="842621"/>
          </a:xfrm>
        </p:spPr>
        <p:txBody>
          <a:bodyPr>
            <a:noAutofit/>
          </a:bodyPr>
          <a:lstStyle>
            <a:lvl1pPr marL="0" indent="0">
              <a:buNone/>
              <a:defRPr sz="1750"/>
            </a:lvl1pPr>
            <a:lvl2pPr marL="212328" indent="0">
              <a:buNone/>
              <a:defRPr sz="1750"/>
            </a:lvl2pPr>
            <a:lvl3pPr marL="430609" indent="0">
              <a:buNone/>
              <a:defRPr sz="1750"/>
            </a:lvl3pPr>
            <a:lvl4pPr marL="610195" indent="0">
              <a:buNone/>
              <a:defRPr sz="1750"/>
            </a:lvl4pPr>
            <a:lvl5pPr marL="821531" indent="0">
              <a:buNone/>
              <a:defRPr sz="1750"/>
            </a:lvl5pPr>
          </a:lstStyle>
          <a:p>
            <a:pPr lvl="0"/>
            <a:r>
              <a:rPr lang="en-US"/>
              <a:t>Click to edit subtitle text</a:t>
            </a:r>
          </a:p>
        </p:txBody>
      </p:sp>
      <p:sp>
        <p:nvSpPr>
          <p:cNvPr id="9" name="Picture Placeholder 6">
            <a:extLst>
              <a:ext uri="{FF2B5EF4-FFF2-40B4-BE49-F238E27FC236}">
                <a16:creationId xmlns:a16="http://schemas.microsoft.com/office/drawing/2014/main" id="{0F6CA80A-BA8C-B7F2-8C4E-F84D62670B2D}"/>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11" name="Text Placeholder 10">
            <a:extLst>
              <a:ext uri="{FF2B5EF4-FFF2-40B4-BE49-F238E27FC236}">
                <a16:creationId xmlns:a16="http://schemas.microsoft.com/office/drawing/2014/main" id="{F0DC35C0-C611-78A7-EFF1-0330D38B6D9D}"/>
              </a:ext>
            </a:extLst>
          </p:cNvPr>
          <p:cNvSpPr>
            <a:spLocks noGrp="1"/>
          </p:cNvSpPr>
          <p:nvPr>
            <p:ph type="body" sz="quarter" idx="21" hasCustomPrompt="1"/>
          </p:nvPr>
        </p:nvSpPr>
        <p:spPr>
          <a:xfrm>
            <a:off x="107553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2" name="Text Placeholder 10">
            <a:extLst>
              <a:ext uri="{FF2B5EF4-FFF2-40B4-BE49-F238E27FC236}">
                <a16:creationId xmlns:a16="http://schemas.microsoft.com/office/drawing/2014/main" id="{EF97933E-A769-4EC3-221C-BD006D40E1B0}"/>
              </a:ext>
            </a:extLst>
          </p:cNvPr>
          <p:cNvSpPr>
            <a:spLocks noGrp="1"/>
          </p:cNvSpPr>
          <p:nvPr>
            <p:ph type="body" sz="quarter" idx="22" hasCustomPrompt="1"/>
          </p:nvPr>
        </p:nvSpPr>
        <p:spPr>
          <a:xfrm>
            <a:off x="107553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16" name="Picture Placeholder 6">
            <a:extLst>
              <a:ext uri="{FF2B5EF4-FFF2-40B4-BE49-F238E27FC236}">
                <a16:creationId xmlns:a16="http://schemas.microsoft.com/office/drawing/2014/main" id="{79D9B7D2-2E2B-3273-95B3-EF18CB903DCB}"/>
              </a:ext>
            </a:extLst>
          </p:cNvPr>
          <p:cNvSpPr>
            <a:spLocks noGrp="1"/>
          </p:cNvSpPr>
          <p:nvPr>
            <p:ph type="pic" sz="quarter" idx="23"/>
          </p:nvPr>
        </p:nvSpPr>
        <p:spPr>
          <a:xfrm>
            <a:off x="2490031"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17" name="Text Placeholder 10">
            <a:extLst>
              <a:ext uri="{FF2B5EF4-FFF2-40B4-BE49-F238E27FC236}">
                <a16:creationId xmlns:a16="http://schemas.microsoft.com/office/drawing/2014/main" id="{D210B44B-5432-4C48-2886-68C6391780E1}"/>
              </a:ext>
            </a:extLst>
          </p:cNvPr>
          <p:cNvSpPr>
            <a:spLocks noGrp="1"/>
          </p:cNvSpPr>
          <p:nvPr>
            <p:ph type="body" sz="quarter" idx="24" hasCustomPrompt="1"/>
          </p:nvPr>
        </p:nvSpPr>
        <p:spPr>
          <a:xfrm>
            <a:off x="325104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8" name="Text Placeholder 10">
            <a:extLst>
              <a:ext uri="{FF2B5EF4-FFF2-40B4-BE49-F238E27FC236}">
                <a16:creationId xmlns:a16="http://schemas.microsoft.com/office/drawing/2014/main" id="{FFAAB62C-3F7A-FE76-23EB-98DB2C24AA32}"/>
              </a:ext>
            </a:extLst>
          </p:cNvPr>
          <p:cNvSpPr>
            <a:spLocks noGrp="1"/>
          </p:cNvSpPr>
          <p:nvPr>
            <p:ph type="body" sz="quarter" idx="25" hasCustomPrompt="1"/>
          </p:nvPr>
        </p:nvSpPr>
        <p:spPr>
          <a:xfrm>
            <a:off x="325104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0" name="Picture Placeholder 6">
            <a:extLst>
              <a:ext uri="{FF2B5EF4-FFF2-40B4-BE49-F238E27FC236}">
                <a16:creationId xmlns:a16="http://schemas.microsoft.com/office/drawing/2014/main" id="{91540D4C-2F55-AF9F-EB75-B005081C1B29}"/>
              </a:ext>
            </a:extLst>
          </p:cNvPr>
          <p:cNvSpPr>
            <a:spLocks noGrp="1"/>
          </p:cNvSpPr>
          <p:nvPr>
            <p:ph type="pic" sz="quarter" idx="26"/>
          </p:nvPr>
        </p:nvSpPr>
        <p:spPr>
          <a:xfrm>
            <a:off x="4661925"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21" name="Text Placeholder 10">
            <a:extLst>
              <a:ext uri="{FF2B5EF4-FFF2-40B4-BE49-F238E27FC236}">
                <a16:creationId xmlns:a16="http://schemas.microsoft.com/office/drawing/2014/main" id="{4F6C9556-BFE5-B01F-9587-486E37435807}"/>
              </a:ext>
            </a:extLst>
          </p:cNvPr>
          <p:cNvSpPr>
            <a:spLocks noGrp="1"/>
          </p:cNvSpPr>
          <p:nvPr>
            <p:ph type="body" sz="quarter" idx="27" hasCustomPrompt="1"/>
          </p:nvPr>
        </p:nvSpPr>
        <p:spPr>
          <a:xfrm>
            <a:off x="5422937"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2" name="Text Placeholder 10">
            <a:extLst>
              <a:ext uri="{FF2B5EF4-FFF2-40B4-BE49-F238E27FC236}">
                <a16:creationId xmlns:a16="http://schemas.microsoft.com/office/drawing/2014/main" id="{2ED38802-657F-81C9-048E-05CB3E058EF9}"/>
              </a:ext>
            </a:extLst>
          </p:cNvPr>
          <p:cNvSpPr>
            <a:spLocks noGrp="1"/>
          </p:cNvSpPr>
          <p:nvPr>
            <p:ph type="body" sz="quarter" idx="28" hasCustomPrompt="1"/>
          </p:nvPr>
        </p:nvSpPr>
        <p:spPr>
          <a:xfrm>
            <a:off x="5422937"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4" name="Picture Placeholder 6">
            <a:extLst>
              <a:ext uri="{FF2B5EF4-FFF2-40B4-BE49-F238E27FC236}">
                <a16:creationId xmlns:a16="http://schemas.microsoft.com/office/drawing/2014/main" id="{F6E8F21C-F64B-5865-6BCD-F80121E8E88E}"/>
              </a:ext>
            </a:extLst>
          </p:cNvPr>
          <p:cNvSpPr>
            <a:spLocks noGrp="1"/>
          </p:cNvSpPr>
          <p:nvPr>
            <p:ph type="pic" sz="quarter" idx="29"/>
          </p:nvPr>
        </p:nvSpPr>
        <p:spPr>
          <a:xfrm>
            <a:off x="6833818"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25" name="Text Placeholder 10">
            <a:extLst>
              <a:ext uri="{FF2B5EF4-FFF2-40B4-BE49-F238E27FC236}">
                <a16:creationId xmlns:a16="http://schemas.microsoft.com/office/drawing/2014/main" id="{535D82FB-2E4E-4B62-8878-B6A81F0D91C9}"/>
              </a:ext>
            </a:extLst>
          </p:cNvPr>
          <p:cNvSpPr>
            <a:spLocks noGrp="1"/>
          </p:cNvSpPr>
          <p:nvPr>
            <p:ph type="body" sz="quarter" idx="30" hasCustomPrompt="1"/>
          </p:nvPr>
        </p:nvSpPr>
        <p:spPr>
          <a:xfrm>
            <a:off x="7594831"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6" name="Text Placeholder 10">
            <a:extLst>
              <a:ext uri="{FF2B5EF4-FFF2-40B4-BE49-F238E27FC236}">
                <a16:creationId xmlns:a16="http://schemas.microsoft.com/office/drawing/2014/main" id="{79396F1E-0D7A-C6CC-EFE8-C181FDAFC3F1}"/>
              </a:ext>
            </a:extLst>
          </p:cNvPr>
          <p:cNvSpPr>
            <a:spLocks noGrp="1"/>
          </p:cNvSpPr>
          <p:nvPr>
            <p:ph type="body" sz="quarter" idx="31" hasCustomPrompt="1"/>
          </p:nvPr>
        </p:nvSpPr>
        <p:spPr>
          <a:xfrm>
            <a:off x="7594831"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8" name="Picture Placeholder 6">
            <a:extLst>
              <a:ext uri="{FF2B5EF4-FFF2-40B4-BE49-F238E27FC236}">
                <a16:creationId xmlns:a16="http://schemas.microsoft.com/office/drawing/2014/main" id="{94521486-C084-761E-652A-41F8EDD95CD2}"/>
              </a:ext>
            </a:extLst>
          </p:cNvPr>
          <p:cNvSpPr>
            <a:spLocks noGrp="1"/>
          </p:cNvSpPr>
          <p:nvPr>
            <p:ph type="pic" sz="quarter" idx="32"/>
          </p:nvPr>
        </p:nvSpPr>
        <p:spPr>
          <a:xfrm>
            <a:off x="314521"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29" name="Text Placeholder 10">
            <a:extLst>
              <a:ext uri="{FF2B5EF4-FFF2-40B4-BE49-F238E27FC236}">
                <a16:creationId xmlns:a16="http://schemas.microsoft.com/office/drawing/2014/main" id="{8DC7B0C1-3855-86C2-0A18-D670191A8392}"/>
              </a:ext>
            </a:extLst>
          </p:cNvPr>
          <p:cNvSpPr>
            <a:spLocks noGrp="1"/>
          </p:cNvSpPr>
          <p:nvPr>
            <p:ph type="body" sz="quarter" idx="33" hasCustomPrompt="1"/>
          </p:nvPr>
        </p:nvSpPr>
        <p:spPr>
          <a:xfrm>
            <a:off x="107553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0" name="Text Placeholder 10">
            <a:extLst>
              <a:ext uri="{FF2B5EF4-FFF2-40B4-BE49-F238E27FC236}">
                <a16:creationId xmlns:a16="http://schemas.microsoft.com/office/drawing/2014/main" id="{8955BC9D-F392-B268-B8FA-CC8EA43E773F}"/>
              </a:ext>
            </a:extLst>
          </p:cNvPr>
          <p:cNvSpPr>
            <a:spLocks noGrp="1"/>
          </p:cNvSpPr>
          <p:nvPr>
            <p:ph type="body" sz="quarter" idx="34" hasCustomPrompt="1"/>
          </p:nvPr>
        </p:nvSpPr>
        <p:spPr>
          <a:xfrm>
            <a:off x="107553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2" name="Picture Placeholder 6">
            <a:extLst>
              <a:ext uri="{FF2B5EF4-FFF2-40B4-BE49-F238E27FC236}">
                <a16:creationId xmlns:a16="http://schemas.microsoft.com/office/drawing/2014/main" id="{BD558958-69BB-A734-6ACB-32F309A77CFF}"/>
              </a:ext>
            </a:extLst>
          </p:cNvPr>
          <p:cNvSpPr>
            <a:spLocks noGrp="1"/>
          </p:cNvSpPr>
          <p:nvPr>
            <p:ph type="pic" sz="quarter" idx="35"/>
          </p:nvPr>
        </p:nvSpPr>
        <p:spPr>
          <a:xfrm>
            <a:off x="2490031"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33" name="Text Placeholder 10">
            <a:extLst>
              <a:ext uri="{FF2B5EF4-FFF2-40B4-BE49-F238E27FC236}">
                <a16:creationId xmlns:a16="http://schemas.microsoft.com/office/drawing/2014/main" id="{F0B6883B-4B23-05B7-1A9A-829255DBC0DB}"/>
              </a:ext>
            </a:extLst>
          </p:cNvPr>
          <p:cNvSpPr>
            <a:spLocks noGrp="1"/>
          </p:cNvSpPr>
          <p:nvPr>
            <p:ph type="body" sz="quarter" idx="36" hasCustomPrompt="1"/>
          </p:nvPr>
        </p:nvSpPr>
        <p:spPr>
          <a:xfrm>
            <a:off x="325104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4" name="Text Placeholder 10">
            <a:extLst>
              <a:ext uri="{FF2B5EF4-FFF2-40B4-BE49-F238E27FC236}">
                <a16:creationId xmlns:a16="http://schemas.microsoft.com/office/drawing/2014/main" id="{882FBF47-1EC2-57D6-A2F5-3CB615404C58}"/>
              </a:ext>
            </a:extLst>
          </p:cNvPr>
          <p:cNvSpPr>
            <a:spLocks noGrp="1"/>
          </p:cNvSpPr>
          <p:nvPr>
            <p:ph type="body" sz="quarter" idx="37" hasCustomPrompt="1"/>
          </p:nvPr>
        </p:nvSpPr>
        <p:spPr>
          <a:xfrm>
            <a:off x="325104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6" name="Picture Placeholder 6">
            <a:extLst>
              <a:ext uri="{FF2B5EF4-FFF2-40B4-BE49-F238E27FC236}">
                <a16:creationId xmlns:a16="http://schemas.microsoft.com/office/drawing/2014/main" id="{B4F1ECC7-0294-0893-F7B6-4B719C20DB3C}"/>
              </a:ext>
            </a:extLst>
          </p:cNvPr>
          <p:cNvSpPr>
            <a:spLocks noGrp="1"/>
          </p:cNvSpPr>
          <p:nvPr>
            <p:ph type="pic" sz="quarter" idx="38"/>
          </p:nvPr>
        </p:nvSpPr>
        <p:spPr>
          <a:xfrm>
            <a:off x="4661925"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37" name="Text Placeholder 10">
            <a:extLst>
              <a:ext uri="{FF2B5EF4-FFF2-40B4-BE49-F238E27FC236}">
                <a16:creationId xmlns:a16="http://schemas.microsoft.com/office/drawing/2014/main" id="{CFE4742C-62A6-3943-3AB9-E1473AAB7BA1}"/>
              </a:ext>
            </a:extLst>
          </p:cNvPr>
          <p:cNvSpPr>
            <a:spLocks noGrp="1"/>
          </p:cNvSpPr>
          <p:nvPr>
            <p:ph type="body" sz="quarter" idx="39" hasCustomPrompt="1"/>
          </p:nvPr>
        </p:nvSpPr>
        <p:spPr>
          <a:xfrm>
            <a:off x="5422937"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8" name="Text Placeholder 10">
            <a:extLst>
              <a:ext uri="{FF2B5EF4-FFF2-40B4-BE49-F238E27FC236}">
                <a16:creationId xmlns:a16="http://schemas.microsoft.com/office/drawing/2014/main" id="{1018C43F-F5F3-65A1-AD09-625021BFECD0}"/>
              </a:ext>
            </a:extLst>
          </p:cNvPr>
          <p:cNvSpPr>
            <a:spLocks noGrp="1"/>
          </p:cNvSpPr>
          <p:nvPr>
            <p:ph type="body" sz="quarter" idx="40" hasCustomPrompt="1"/>
          </p:nvPr>
        </p:nvSpPr>
        <p:spPr>
          <a:xfrm>
            <a:off x="5422937"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0" name="Picture Placeholder 6">
            <a:extLst>
              <a:ext uri="{FF2B5EF4-FFF2-40B4-BE49-F238E27FC236}">
                <a16:creationId xmlns:a16="http://schemas.microsoft.com/office/drawing/2014/main" id="{DCFA9079-BB94-319C-A413-6D8E15EEAD2E}"/>
              </a:ext>
            </a:extLst>
          </p:cNvPr>
          <p:cNvSpPr>
            <a:spLocks noGrp="1"/>
          </p:cNvSpPr>
          <p:nvPr>
            <p:ph type="pic" sz="quarter" idx="41"/>
          </p:nvPr>
        </p:nvSpPr>
        <p:spPr>
          <a:xfrm>
            <a:off x="6833818"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41" name="Text Placeholder 10">
            <a:extLst>
              <a:ext uri="{FF2B5EF4-FFF2-40B4-BE49-F238E27FC236}">
                <a16:creationId xmlns:a16="http://schemas.microsoft.com/office/drawing/2014/main" id="{94925F85-A2AA-F720-3745-59937409054F}"/>
              </a:ext>
            </a:extLst>
          </p:cNvPr>
          <p:cNvSpPr>
            <a:spLocks noGrp="1"/>
          </p:cNvSpPr>
          <p:nvPr>
            <p:ph type="body" sz="quarter" idx="42" hasCustomPrompt="1"/>
          </p:nvPr>
        </p:nvSpPr>
        <p:spPr>
          <a:xfrm>
            <a:off x="7594831"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2" name="Text Placeholder 10">
            <a:extLst>
              <a:ext uri="{FF2B5EF4-FFF2-40B4-BE49-F238E27FC236}">
                <a16:creationId xmlns:a16="http://schemas.microsoft.com/office/drawing/2014/main" id="{BA19A9E8-6749-F611-3A66-EF24A8AA0084}"/>
              </a:ext>
            </a:extLst>
          </p:cNvPr>
          <p:cNvSpPr>
            <a:spLocks noGrp="1"/>
          </p:cNvSpPr>
          <p:nvPr>
            <p:ph type="body" sz="quarter" idx="43" hasCustomPrompt="1"/>
          </p:nvPr>
        </p:nvSpPr>
        <p:spPr>
          <a:xfrm>
            <a:off x="7594831"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4" name="Picture Placeholder 6">
            <a:extLst>
              <a:ext uri="{FF2B5EF4-FFF2-40B4-BE49-F238E27FC236}">
                <a16:creationId xmlns:a16="http://schemas.microsoft.com/office/drawing/2014/main" id="{4F4355E3-EC8E-5C40-BF7E-21130271D4CF}"/>
              </a:ext>
            </a:extLst>
          </p:cNvPr>
          <p:cNvSpPr>
            <a:spLocks noGrp="1"/>
          </p:cNvSpPr>
          <p:nvPr>
            <p:ph type="pic" sz="quarter" idx="44"/>
          </p:nvPr>
        </p:nvSpPr>
        <p:spPr>
          <a:xfrm>
            <a:off x="2490031" y="1604440"/>
            <a:ext cx="703631" cy="702685"/>
          </a:xfrm>
          <a:solidFill>
            <a:schemeClr val="bg1">
              <a:lumMod val="85000"/>
            </a:schemeClr>
          </a:solidFill>
        </p:spPr>
        <p:txBody>
          <a:bodyPr/>
          <a:lstStyle>
            <a:lvl1pPr marL="0" indent="0">
              <a:buNone/>
              <a:defRPr/>
            </a:lvl1pPr>
          </a:lstStyle>
          <a:p>
            <a:r>
              <a:rPr lang="en-US"/>
              <a:t>Click icon to add picture</a:t>
            </a:r>
          </a:p>
        </p:txBody>
      </p:sp>
      <p:sp>
        <p:nvSpPr>
          <p:cNvPr id="45" name="Text Placeholder 10">
            <a:extLst>
              <a:ext uri="{FF2B5EF4-FFF2-40B4-BE49-F238E27FC236}">
                <a16:creationId xmlns:a16="http://schemas.microsoft.com/office/drawing/2014/main" id="{B899B7C8-075B-A7DA-BC67-2BE408DFE9DC}"/>
              </a:ext>
            </a:extLst>
          </p:cNvPr>
          <p:cNvSpPr>
            <a:spLocks noGrp="1"/>
          </p:cNvSpPr>
          <p:nvPr>
            <p:ph type="body" sz="quarter" idx="45" hasCustomPrompt="1"/>
          </p:nvPr>
        </p:nvSpPr>
        <p:spPr>
          <a:xfrm>
            <a:off x="3251043"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6" name="Text Placeholder 10">
            <a:extLst>
              <a:ext uri="{FF2B5EF4-FFF2-40B4-BE49-F238E27FC236}">
                <a16:creationId xmlns:a16="http://schemas.microsoft.com/office/drawing/2014/main" id="{64237FA6-A072-9159-A24D-79BBBDF4E064}"/>
              </a:ext>
            </a:extLst>
          </p:cNvPr>
          <p:cNvSpPr>
            <a:spLocks noGrp="1"/>
          </p:cNvSpPr>
          <p:nvPr>
            <p:ph type="body" sz="quarter" idx="46" hasCustomPrompt="1"/>
          </p:nvPr>
        </p:nvSpPr>
        <p:spPr>
          <a:xfrm>
            <a:off x="3251043"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8" name="Picture Placeholder 6">
            <a:extLst>
              <a:ext uri="{FF2B5EF4-FFF2-40B4-BE49-F238E27FC236}">
                <a16:creationId xmlns:a16="http://schemas.microsoft.com/office/drawing/2014/main" id="{BABB45AB-EF52-4504-652B-34551886BBAF}"/>
              </a:ext>
            </a:extLst>
          </p:cNvPr>
          <p:cNvSpPr>
            <a:spLocks noGrp="1"/>
          </p:cNvSpPr>
          <p:nvPr>
            <p:ph type="pic" sz="quarter" idx="47"/>
          </p:nvPr>
        </p:nvSpPr>
        <p:spPr>
          <a:xfrm>
            <a:off x="4661925" y="1604440"/>
            <a:ext cx="703631" cy="702685"/>
          </a:xfrm>
          <a:solidFill>
            <a:schemeClr val="bg1">
              <a:lumMod val="85000"/>
            </a:schemeClr>
          </a:solidFill>
        </p:spPr>
        <p:txBody>
          <a:bodyPr/>
          <a:lstStyle>
            <a:lvl1pPr marL="0" indent="0">
              <a:buNone/>
              <a:defRPr/>
            </a:lvl1pPr>
          </a:lstStyle>
          <a:p>
            <a:r>
              <a:rPr lang="en-US"/>
              <a:t>Click icon to add picture</a:t>
            </a:r>
          </a:p>
        </p:txBody>
      </p:sp>
      <p:sp>
        <p:nvSpPr>
          <p:cNvPr id="49" name="Text Placeholder 10">
            <a:extLst>
              <a:ext uri="{FF2B5EF4-FFF2-40B4-BE49-F238E27FC236}">
                <a16:creationId xmlns:a16="http://schemas.microsoft.com/office/drawing/2014/main" id="{739A6FDB-63BA-5D83-CAF0-EAB994855796}"/>
              </a:ext>
            </a:extLst>
          </p:cNvPr>
          <p:cNvSpPr>
            <a:spLocks noGrp="1"/>
          </p:cNvSpPr>
          <p:nvPr>
            <p:ph type="body" sz="quarter" idx="48" hasCustomPrompt="1"/>
          </p:nvPr>
        </p:nvSpPr>
        <p:spPr>
          <a:xfrm>
            <a:off x="5422937"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0" name="Text Placeholder 10">
            <a:extLst>
              <a:ext uri="{FF2B5EF4-FFF2-40B4-BE49-F238E27FC236}">
                <a16:creationId xmlns:a16="http://schemas.microsoft.com/office/drawing/2014/main" id="{3CC40181-25B6-D371-6EDE-263324525C5B}"/>
              </a:ext>
            </a:extLst>
          </p:cNvPr>
          <p:cNvSpPr>
            <a:spLocks noGrp="1"/>
          </p:cNvSpPr>
          <p:nvPr>
            <p:ph type="body" sz="quarter" idx="49" hasCustomPrompt="1"/>
          </p:nvPr>
        </p:nvSpPr>
        <p:spPr>
          <a:xfrm>
            <a:off x="5422937"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52" name="Picture Placeholder 6">
            <a:extLst>
              <a:ext uri="{FF2B5EF4-FFF2-40B4-BE49-F238E27FC236}">
                <a16:creationId xmlns:a16="http://schemas.microsoft.com/office/drawing/2014/main" id="{AECC4A25-8EE4-5F71-7039-B9D6B4729098}"/>
              </a:ext>
            </a:extLst>
          </p:cNvPr>
          <p:cNvSpPr>
            <a:spLocks noGrp="1"/>
          </p:cNvSpPr>
          <p:nvPr>
            <p:ph type="pic" sz="quarter" idx="50"/>
          </p:nvPr>
        </p:nvSpPr>
        <p:spPr>
          <a:xfrm>
            <a:off x="3537974" y="574394"/>
            <a:ext cx="703631" cy="702685"/>
          </a:xfrm>
          <a:solidFill>
            <a:schemeClr val="bg1">
              <a:lumMod val="85000"/>
            </a:schemeClr>
          </a:solidFill>
        </p:spPr>
        <p:txBody>
          <a:bodyPr/>
          <a:lstStyle>
            <a:lvl1pPr marL="0" indent="0">
              <a:buNone/>
              <a:defRPr/>
            </a:lvl1pPr>
          </a:lstStyle>
          <a:p>
            <a:r>
              <a:rPr lang="en-US"/>
              <a:t>Click icon to add picture</a:t>
            </a:r>
          </a:p>
        </p:txBody>
      </p:sp>
      <p:sp>
        <p:nvSpPr>
          <p:cNvPr id="53" name="Text Placeholder 10">
            <a:extLst>
              <a:ext uri="{FF2B5EF4-FFF2-40B4-BE49-F238E27FC236}">
                <a16:creationId xmlns:a16="http://schemas.microsoft.com/office/drawing/2014/main" id="{D886AF52-6F03-B5B1-ABE1-123DB0094CF7}"/>
              </a:ext>
            </a:extLst>
          </p:cNvPr>
          <p:cNvSpPr>
            <a:spLocks noGrp="1"/>
          </p:cNvSpPr>
          <p:nvPr>
            <p:ph type="body" sz="quarter" idx="51" hasCustomPrompt="1"/>
          </p:nvPr>
        </p:nvSpPr>
        <p:spPr>
          <a:xfrm>
            <a:off x="4298987" y="672343"/>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4" name="Text Placeholder 10">
            <a:extLst>
              <a:ext uri="{FF2B5EF4-FFF2-40B4-BE49-F238E27FC236}">
                <a16:creationId xmlns:a16="http://schemas.microsoft.com/office/drawing/2014/main" id="{63C473C1-8B3A-5C7A-E473-B0F5F267A5D8}"/>
              </a:ext>
            </a:extLst>
          </p:cNvPr>
          <p:cNvSpPr>
            <a:spLocks noGrp="1"/>
          </p:cNvSpPr>
          <p:nvPr>
            <p:ph type="body" sz="quarter" idx="52" hasCustomPrompt="1"/>
          </p:nvPr>
        </p:nvSpPr>
        <p:spPr>
          <a:xfrm>
            <a:off x="4298987" y="862844"/>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 name="Slide Number Placeholder 5">
            <a:extLst>
              <a:ext uri="{FF2B5EF4-FFF2-40B4-BE49-F238E27FC236}">
                <a16:creationId xmlns:a16="http://schemas.microsoft.com/office/drawing/2014/main" id="{2B0155BC-BDA8-C818-E00A-BE1E32EAF0B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Picture Placeholder 6">
            <a:extLst>
              <a:ext uri="{FF2B5EF4-FFF2-40B4-BE49-F238E27FC236}">
                <a16:creationId xmlns:a16="http://schemas.microsoft.com/office/drawing/2014/main" id="{A761C99E-E7E3-A277-2674-91D25FF44E56}"/>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81515104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2_Title/Closing Slide Patter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AAEE0-7563-43D8-2EA6-0EF66AD33038}"/>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7" name="Picture 6" descr="A green and white squares&#10;&#10;Description automatically generated">
            <a:extLst>
              <a:ext uri="{FF2B5EF4-FFF2-40B4-BE49-F238E27FC236}">
                <a16:creationId xmlns:a16="http://schemas.microsoft.com/office/drawing/2014/main" id="{F20F85B9-FEB9-E836-6DAC-242661FDEEA6}"/>
              </a:ext>
            </a:extLst>
          </p:cNvPr>
          <p:cNvPicPr>
            <a:picLocks noChangeAspect="1"/>
          </p:cNvPicPr>
          <p:nvPr/>
        </p:nvPicPr>
        <p:blipFill>
          <a:blip r:embed="rId2"/>
          <a:stretch>
            <a:fillRect/>
          </a:stretch>
        </p:blipFill>
        <p:spPr>
          <a:xfrm>
            <a:off x="5759534" y="0"/>
            <a:ext cx="3384466" cy="4518846"/>
          </a:xfrm>
          <a:prstGeom prst="rect">
            <a:avLst/>
          </a:prstGeom>
        </p:spPr>
      </p:pic>
      <p:sp>
        <p:nvSpPr>
          <p:cNvPr id="12" name="Title 1">
            <a:extLst>
              <a:ext uri="{FF2B5EF4-FFF2-40B4-BE49-F238E27FC236}">
                <a16:creationId xmlns:a16="http://schemas.microsoft.com/office/drawing/2014/main" id="{C8D37EB2-5223-EE12-23A2-A024E2AF66D5}"/>
              </a:ext>
            </a:extLst>
          </p:cNvPr>
          <p:cNvSpPr>
            <a:spLocks noGrp="1"/>
          </p:cNvSpPr>
          <p:nvPr>
            <p:ph type="title" hasCustomPrompt="1"/>
          </p:nvPr>
        </p:nvSpPr>
        <p:spPr>
          <a:xfrm>
            <a:off x="427361" y="824147"/>
            <a:ext cx="3979784"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13" name="Text Placeholder 13">
            <a:extLst>
              <a:ext uri="{FF2B5EF4-FFF2-40B4-BE49-F238E27FC236}">
                <a16:creationId xmlns:a16="http://schemas.microsoft.com/office/drawing/2014/main" id="{5C72A97E-78EF-DAED-456A-D9CCEC8F651C}"/>
              </a:ext>
            </a:extLst>
          </p:cNvPr>
          <p:cNvSpPr>
            <a:spLocks noGrp="1"/>
          </p:cNvSpPr>
          <p:nvPr>
            <p:ph type="body" sz="quarter" idx="12" hasCustomPrompt="1"/>
          </p:nvPr>
        </p:nvSpPr>
        <p:spPr>
          <a:xfrm>
            <a:off x="427361" y="1847364"/>
            <a:ext cx="397978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6E904E0F-9C02-56BE-7DF9-ADE6E1C29A61}"/>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2" name="Rectangle 1">
            <a:extLst>
              <a:ext uri="{FF2B5EF4-FFF2-40B4-BE49-F238E27FC236}">
                <a16:creationId xmlns:a16="http://schemas.microsoft.com/office/drawing/2014/main" id="{6D0BC124-927A-1FD0-DA4F-F17CFCF3A10A}"/>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4" name="Picture 3" descr="A green and white squares&#10;&#10;Description automatically generated">
            <a:extLst>
              <a:ext uri="{FF2B5EF4-FFF2-40B4-BE49-F238E27FC236}">
                <a16:creationId xmlns:a16="http://schemas.microsoft.com/office/drawing/2014/main" id="{3A34A369-DDA8-237C-128B-986B1826DA1C}"/>
              </a:ext>
            </a:extLst>
          </p:cNvPr>
          <p:cNvPicPr>
            <a:picLocks noChangeAspect="1"/>
          </p:cNvPicPr>
          <p:nvPr/>
        </p:nvPicPr>
        <p:blipFill>
          <a:blip r:embed="rId2"/>
          <a:stretch>
            <a:fillRect/>
          </a:stretch>
        </p:blipFill>
        <p:spPr>
          <a:xfrm>
            <a:off x="5759534" y="0"/>
            <a:ext cx="3384466" cy="4518846"/>
          </a:xfrm>
          <a:prstGeom prst="rect">
            <a:avLst/>
          </a:prstGeom>
        </p:spPr>
      </p:pic>
    </p:spTree>
    <p:extLst>
      <p:ext uri="{BB962C8B-B14F-4D97-AF65-F5344CB8AC3E}">
        <p14:creationId xmlns:p14="http://schemas.microsoft.com/office/powerpoint/2010/main" val="7611061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2_Co-branded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5FC2D6-258E-2A4C-99EE-17BDF6F362B5}"/>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7" name="Picture 6">
            <a:extLst>
              <a:ext uri="{FF2B5EF4-FFF2-40B4-BE49-F238E27FC236}">
                <a16:creationId xmlns:a16="http://schemas.microsoft.com/office/drawing/2014/main" id="{6DC6D24F-3F63-5BDF-85A3-4AE929F7544C}"/>
              </a:ext>
            </a:extLst>
          </p:cNvPr>
          <p:cNvPicPr>
            <a:picLocks noChangeAspect="1"/>
          </p:cNvPicPr>
          <p:nvPr/>
        </p:nvPicPr>
        <p:blipFill>
          <a:blip r:embed="rId2"/>
          <a:srcRect/>
          <a:stretch/>
        </p:blipFill>
        <p:spPr>
          <a:xfrm>
            <a:off x="-11355" y="1421950"/>
            <a:ext cx="9143988" cy="2293879"/>
          </a:xfrm>
          <a:prstGeom prst="rect">
            <a:avLst/>
          </a:prstGeom>
        </p:spPr>
      </p:pic>
      <p:sp>
        <p:nvSpPr>
          <p:cNvPr id="4" name="TextBox 3">
            <a:extLst>
              <a:ext uri="{FF2B5EF4-FFF2-40B4-BE49-F238E27FC236}">
                <a16:creationId xmlns:a16="http://schemas.microsoft.com/office/drawing/2014/main" id="{44D9FEA5-9836-9524-A302-D1D4F2E9659B}"/>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
        <p:nvSpPr>
          <p:cNvPr id="6" name="Slide Number Placeholder 5">
            <a:extLst>
              <a:ext uri="{FF2B5EF4-FFF2-40B4-BE49-F238E27FC236}">
                <a16:creationId xmlns:a16="http://schemas.microsoft.com/office/drawing/2014/main" id="{60450ED1-DB5B-ABCC-5F7C-40C47AA2A744}"/>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2" name="Rectangle 1">
            <a:extLst>
              <a:ext uri="{FF2B5EF4-FFF2-40B4-BE49-F238E27FC236}">
                <a16:creationId xmlns:a16="http://schemas.microsoft.com/office/drawing/2014/main" id="{5046A827-102B-226D-6E4F-FC99505F99E2}"/>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5" name="Picture 4">
            <a:extLst>
              <a:ext uri="{FF2B5EF4-FFF2-40B4-BE49-F238E27FC236}">
                <a16:creationId xmlns:a16="http://schemas.microsoft.com/office/drawing/2014/main" id="{84B83FB1-3532-1BE3-90DA-1CF77667DDD7}"/>
              </a:ext>
            </a:extLst>
          </p:cNvPr>
          <p:cNvPicPr>
            <a:picLocks noChangeAspect="1"/>
          </p:cNvPicPr>
          <p:nvPr/>
        </p:nvPicPr>
        <p:blipFill>
          <a:blip r:embed="rId2"/>
          <a:srcRect/>
          <a:stretch/>
        </p:blipFill>
        <p:spPr>
          <a:xfrm>
            <a:off x="-11355" y="1421950"/>
            <a:ext cx="9143988" cy="2293879"/>
          </a:xfrm>
          <a:prstGeom prst="rect">
            <a:avLst/>
          </a:prstGeom>
        </p:spPr>
      </p:pic>
      <p:sp>
        <p:nvSpPr>
          <p:cNvPr id="8" name="TextBox 7">
            <a:extLst>
              <a:ext uri="{FF2B5EF4-FFF2-40B4-BE49-F238E27FC236}">
                <a16:creationId xmlns:a16="http://schemas.microsoft.com/office/drawing/2014/main" id="{B4BBAB39-BAB1-B6BE-816A-2BF0CDB5FCE7}"/>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Tree>
    <p:extLst>
      <p:ext uri="{BB962C8B-B14F-4D97-AF65-F5344CB8AC3E}">
        <p14:creationId xmlns:p14="http://schemas.microsoft.com/office/powerpoint/2010/main" val="37899298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2_Co-branded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CF378-F0E6-5034-6CF6-ECC88E4B67B9}"/>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13" name="TextBox 12">
            <a:extLst>
              <a:ext uri="{FF2B5EF4-FFF2-40B4-BE49-F238E27FC236}">
                <a16:creationId xmlns:a16="http://schemas.microsoft.com/office/drawing/2014/main" id="{71BDEE70-751A-F683-49D1-3563D21315EA}"/>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sp>
        <p:nvSpPr>
          <p:cNvPr id="11" name="Slide Number Placeholder 5">
            <a:extLst>
              <a:ext uri="{FF2B5EF4-FFF2-40B4-BE49-F238E27FC236}">
                <a16:creationId xmlns:a16="http://schemas.microsoft.com/office/drawing/2014/main" id="{CE24624E-DE7B-5966-1304-9A8148C8847D}"/>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pic>
        <p:nvPicPr>
          <p:cNvPr id="12" name="Picture 11">
            <a:extLst>
              <a:ext uri="{FF2B5EF4-FFF2-40B4-BE49-F238E27FC236}">
                <a16:creationId xmlns:a16="http://schemas.microsoft.com/office/drawing/2014/main" id="{935A4D87-FB75-092D-ED6F-D87BA620E884}"/>
              </a:ext>
            </a:extLst>
          </p:cNvPr>
          <p:cNvPicPr>
            <a:picLocks noChangeAspect="1"/>
          </p:cNvPicPr>
          <p:nvPr/>
        </p:nvPicPr>
        <p:blipFill>
          <a:blip r:embed="rId2"/>
          <a:srcRect/>
          <a:stretch/>
        </p:blipFill>
        <p:spPr>
          <a:xfrm>
            <a:off x="-11355" y="1421950"/>
            <a:ext cx="9143988" cy="2293879"/>
          </a:xfrm>
          <a:prstGeom prst="rect">
            <a:avLst/>
          </a:prstGeom>
        </p:spPr>
      </p:pic>
      <p:sp>
        <p:nvSpPr>
          <p:cNvPr id="3" name="Rectangle 2">
            <a:extLst>
              <a:ext uri="{FF2B5EF4-FFF2-40B4-BE49-F238E27FC236}">
                <a16:creationId xmlns:a16="http://schemas.microsoft.com/office/drawing/2014/main" id="{0BDC2EF2-B8CC-D09C-2276-3E07DE7A2FD8}"/>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4" name="TextBox 3">
            <a:extLst>
              <a:ext uri="{FF2B5EF4-FFF2-40B4-BE49-F238E27FC236}">
                <a16:creationId xmlns:a16="http://schemas.microsoft.com/office/drawing/2014/main" id="{58A88BF0-51A0-F1A2-5338-4257D272DF69}"/>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pic>
        <p:nvPicPr>
          <p:cNvPr id="5" name="Picture 4">
            <a:extLst>
              <a:ext uri="{FF2B5EF4-FFF2-40B4-BE49-F238E27FC236}">
                <a16:creationId xmlns:a16="http://schemas.microsoft.com/office/drawing/2014/main" id="{00DA861F-0603-69C5-E256-4FB573BBCE68}"/>
              </a:ext>
            </a:extLst>
          </p:cNvPr>
          <p:cNvPicPr>
            <a:picLocks noChangeAspect="1"/>
          </p:cNvPicPr>
          <p:nvPr/>
        </p:nvPicPr>
        <p:blipFill>
          <a:blip r:embed="rId2"/>
          <a:srcRect/>
          <a:stretch/>
        </p:blipFill>
        <p:spPr>
          <a:xfrm>
            <a:off x="-11355" y="1421950"/>
            <a:ext cx="9143988" cy="2293879"/>
          </a:xfrm>
          <a:prstGeom prst="rect">
            <a:avLst/>
          </a:prstGeom>
        </p:spPr>
      </p:pic>
    </p:spTree>
    <p:extLst>
      <p:ext uri="{BB962C8B-B14F-4D97-AF65-F5344CB8AC3E}">
        <p14:creationId xmlns:p14="http://schemas.microsoft.com/office/powerpoint/2010/main" val="188984972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2_Cover Slide Left Title">
    <p:spTree>
      <p:nvGrpSpPr>
        <p:cNvPr id="1" name=""/>
        <p:cNvGrpSpPr/>
        <p:nvPr/>
      </p:nvGrpSpPr>
      <p:grpSpPr>
        <a:xfrm>
          <a:off x="0" y="0"/>
          <a:ext cx="0" cy="0"/>
          <a:chOff x="0" y="0"/>
          <a:chExt cx="0" cy="0"/>
        </a:xfrm>
      </p:grpSpPr>
      <p:sp>
        <p:nvSpPr>
          <p:cNvPr id="9" name="Picture Placeholder 6">
            <a:extLst>
              <a:ext uri="{FF2B5EF4-FFF2-40B4-BE49-F238E27FC236}">
                <a16:creationId xmlns:a16="http://schemas.microsoft.com/office/drawing/2014/main" id="{7D8389FB-13B4-51E4-68AC-2618D55E877F}"/>
              </a:ext>
            </a:extLst>
          </p:cNvPr>
          <p:cNvSpPr>
            <a:spLocks noGrp="1"/>
          </p:cNvSpPr>
          <p:nvPr>
            <p:ph type="pic" sz="quarter" idx="15"/>
          </p:nvPr>
        </p:nvSpPr>
        <p:spPr>
          <a:xfrm>
            <a:off x="-2" y="0"/>
            <a:ext cx="9144001" cy="5143500"/>
          </a:xfrm>
          <a:solidFill>
            <a:schemeClr val="bg1">
              <a:lumMod val="85000"/>
            </a:schemeClr>
          </a:solidFill>
        </p:spPr>
        <p:txBody>
          <a:bodyPr/>
          <a:lstStyle>
            <a:lvl1pPr>
              <a:defRPr/>
            </a:lvl1pPr>
          </a:lstStyle>
          <a:p>
            <a:r>
              <a:rPr lang="en-US"/>
              <a:t>Click icon to add picture</a:t>
            </a:r>
          </a:p>
        </p:txBody>
      </p:sp>
      <p:sp>
        <p:nvSpPr>
          <p:cNvPr id="10" name="Title 1">
            <a:extLst>
              <a:ext uri="{FF2B5EF4-FFF2-40B4-BE49-F238E27FC236}">
                <a16:creationId xmlns:a16="http://schemas.microsoft.com/office/drawing/2014/main" id="{15AD002E-415A-4D73-8091-8E41D1B568F4}"/>
              </a:ext>
            </a:extLst>
          </p:cNvPr>
          <p:cNvSpPr>
            <a:spLocks noGrp="1"/>
          </p:cNvSpPr>
          <p:nvPr>
            <p:ph type="title" hasCustomPrompt="1"/>
          </p:nvPr>
        </p:nvSpPr>
        <p:spPr>
          <a:xfrm>
            <a:off x="427361" y="299321"/>
            <a:ext cx="8289279"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11" name="Text Placeholder 13">
            <a:extLst>
              <a:ext uri="{FF2B5EF4-FFF2-40B4-BE49-F238E27FC236}">
                <a16:creationId xmlns:a16="http://schemas.microsoft.com/office/drawing/2014/main" id="{4D33A2EE-036C-4D53-9010-79F2A3C10DA0}"/>
              </a:ext>
            </a:extLst>
          </p:cNvPr>
          <p:cNvSpPr>
            <a:spLocks noGrp="1"/>
          </p:cNvSpPr>
          <p:nvPr>
            <p:ph type="body" sz="quarter" idx="12" hasCustomPrompt="1"/>
          </p:nvPr>
        </p:nvSpPr>
        <p:spPr>
          <a:xfrm>
            <a:off x="427361" y="1097093"/>
            <a:ext cx="654772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59BBD498-4442-3D68-BD18-43021A6AEDD1}"/>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421129889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2_Cover Slide Right Title">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BC6109AA-81FE-80E6-6C85-1F72793C929C}"/>
              </a:ext>
            </a:extLst>
          </p:cNvPr>
          <p:cNvSpPr>
            <a:spLocks noGrp="1"/>
          </p:cNvSpPr>
          <p:nvPr>
            <p:ph type="pic" sz="quarter" idx="15"/>
          </p:nvPr>
        </p:nvSpPr>
        <p:spPr>
          <a:xfrm>
            <a:off x="-2" y="0"/>
            <a:ext cx="9144001" cy="5143500"/>
          </a:xfrm>
          <a:solidFill>
            <a:schemeClr val="bg1">
              <a:lumMod val="85000"/>
            </a:schemeClr>
          </a:solidFill>
        </p:spPr>
        <p:txBody>
          <a:bodyPr/>
          <a:lstStyle>
            <a:lvl1pPr>
              <a:defRPr/>
            </a:lvl1pPr>
          </a:lstStyle>
          <a:p>
            <a:r>
              <a:rPr lang="en-US"/>
              <a:t>Click icon to add picture</a:t>
            </a:r>
          </a:p>
        </p:txBody>
      </p:sp>
      <p:sp>
        <p:nvSpPr>
          <p:cNvPr id="2" name="Title 1">
            <a:extLst>
              <a:ext uri="{FF2B5EF4-FFF2-40B4-BE49-F238E27FC236}">
                <a16:creationId xmlns:a16="http://schemas.microsoft.com/office/drawing/2014/main" id="{ADF091D9-52CD-819A-F895-888D725CA2AD}"/>
              </a:ext>
            </a:extLst>
          </p:cNvPr>
          <p:cNvSpPr>
            <a:spLocks noGrp="1"/>
          </p:cNvSpPr>
          <p:nvPr>
            <p:ph type="title" hasCustomPrompt="1"/>
          </p:nvPr>
        </p:nvSpPr>
        <p:spPr>
          <a:xfrm>
            <a:off x="427361" y="790610"/>
            <a:ext cx="8289279" cy="797773"/>
          </a:xfrm>
        </p:spPr>
        <p:txBody>
          <a:bodyPr lIns="91440">
            <a:noAutofit/>
          </a:bodyPr>
          <a:lstStyle>
            <a:lvl1pPr algn="r"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4" name="Text Placeholder 13">
            <a:extLst>
              <a:ext uri="{FF2B5EF4-FFF2-40B4-BE49-F238E27FC236}">
                <a16:creationId xmlns:a16="http://schemas.microsoft.com/office/drawing/2014/main" id="{1C7229B2-0302-B532-FD04-8FDFC0A413E7}"/>
              </a:ext>
            </a:extLst>
          </p:cNvPr>
          <p:cNvSpPr>
            <a:spLocks noGrp="1"/>
          </p:cNvSpPr>
          <p:nvPr>
            <p:ph type="body" sz="quarter" idx="12" hasCustomPrompt="1"/>
          </p:nvPr>
        </p:nvSpPr>
        <p:spPr>
          <a:xfrm>
            <a:off x="2168916" y="1588383"/>
            <a:ext cx="6547724" cy="568963"/>
          </a:xfrm>
        </p:spPr>
        <p:txBody>
          <a:bodyPr>
            <a:noAutofit/>
          </a:bodyPr>
          <a:lstStyle>
            <a:lvl1pPr marL="0" indent="0" algn="r">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5" name="Slide Number Placeholder 5">
            <a:extLst>
              <a:ext uri="{FF2B5EF4-FFF2-40B4-BE49-F238E27FC236}">
                <a16:creationId xmlns:a16="http://schemas.microsoft.com/office/drawing/2014/main" id="{C72A0D3D-A1F5-DABF-B4AB-4474F4C1928D}"/>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412212354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2_Cover Slide Bottom Title">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C0312917-9934-6C7B-5619-62A836D9917E}"/>
              </a:ext>
            </a:extLst>
          </p:cNvPr>
          <p:cNvSpPr>
            <a:spLocks noGrp="1"/>
          </p:cNvSpPr>
          <p:nvPr>
            <p:ph type="pic" sz="quarter" idx="15"/>
          </p:nvPr>
        </p:nvSpPr>
        <p:spPr>
          <a:xfrm>
            <a:off x="-2" y="0"/>
            <a:ext cx="9144001" cy="5143500"/>
          </a:xfrm>
          <a:solidFill>
            <a:schemeClr val="bg1">
              <a:lumMod val="85000"/>
            </a:schemeClr>
          </a:solidFill>
        </p:spPr>
        <p:txBody>
          <a:bodyPr/>
          <a:lstStyle>
            <a:lvl1pPr>
              <a:defRPr/>
            </a:lvl1pPr>
          </a:lstStyle>
          <a:p>
            <a:r>
              <a:rPr lang="en-US"/>
              <a:t>Click icon to add picture</a:t>
            </a:r>
          </a:p>
        </p:txBody>
      </p:sp>
      <p:sp>
        <p:nvSpPr>
          <p:cNvPr id="2" name="Title 1">
            <a:extLst>
              <a:ext uri="{FF2B5EF4-FFF2-40B4-BE49-F238E27FC236}">
                <a16:creationId xmlns:a16="http://schemas.microsoft.com/office/drawing/2014/main" id="{AC15B72D-6C37-27C8-02F6-B0767A64B3D4}"/>
              </a:ext>
            </a:extLst>
          </p:cNvPr>
          <p:cNvSpPr>
            <a:spLocks noGrp="1"/>
          </p:cNvSpPr>
          <p:nvPr>
            <p:ph type="title" hasCustomPrompt="1"/>
          </p:nvPr>
        </p:nvSpPr>
        <p:spPr>
          <a:xfrm>
            <a:off x="322694" y="3446282"/>
            <a:ext cx="8289279"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4" name="Text Placeholder 13">
            <a:extLst>
              <a:ext uri="{FF2B5EF4-FFF2-40B4-BE49-F238E27FC236}">
                <a16:creationId xmlns:a16="http://schemas.microsoft.com/office/drawing/2014/main" id="{4543A546-CE7C-20CC-1A94-72E4A8856C8C}"/>
              </a:ext>
            </a:extLst>
          </p:cNvPr>
          <p:cNvSpPr>
            <a:spLocks noGrp="1"/>
          </p:cNvSpPr>
          <p:nvPr>
            <p:ph type="body" sz="quarter" idx="12" hasCustomPrompt="1"/>
          </p:nvPr>
        </p:nvSpPr>
        <p:spPr>
          <a:xfrm>
            <a:off x="322694" y="4244055"/>
            <a:ext cx="654772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5" name="Slide Number Placeholder 5">
            <a:extLst>
              <a:ext uri="{FF2B5EF4-FFF2-40B4-BE49-F238E27FC236}">
                <a16:creationId xmlns:a16="http://schemas.microsoft.com/office/drawing/2014/main" id="{AC6239AE-FAA0-15DC-6C9A-2B55F4C0FFE5}"/>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57844062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4_Cover Slide Dark Green Bar">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2" y="0"/>
            <a:ext cx="9144001" cy="5143500"/>
          </a:xfrm>
          <a:solidFill>
            <a:schemeClr val="bg1">
              <a:lumMod val="85000"/>
            </a:schemeClr>
          </a:solidFill>
        </p:spPr>
        <p:txBody>
          <a:bodyPr/>
          <a:lstStyle>
            <a:lvl1pPr>
              <a:defRPr/>
            </a:lvl1pPr>
          </a:lstStyle>
          <a:p>
            <a:r>
              <a:rPr lang="en-US"/>
              <a:t>Click icon to add picture</a:t>
            </a:r>
          </a:p>
        </p:txBody>
      </p:sp>
      <p:sp>
        <p:nvSpPr>
          <p:cNvPr id="6" name="Title 1">
            <a:extLst>
              <a:ext uri="{FF2B5EF4-FFF2-40B4-BE49-F238E27FC236}">
                <a16:creationId xmlns:a16="http://schemas.microsoft.com/office/drawing/2014/main" id="{76159213-4973-B145-E517-EB9FCAD7B06A}"/>
              </a:ext>
            </a:extLst>
          </p:cNvPr>
          <p:cNvSpPr>
            <a:spLocks noGrp="1"/>
          </p:cNvSpPr>
          <p:nvPr>
            <p:ph type="title" hasCustomPrompt="1"/>
          </p:nvPr>
        </p:nvSpPr>
        <p:spPr>
          <a:xfrm>
            <a:off x="5026645" y="0"/>
            <a:ext cx="3360303" cy="1835454"/>
          </a:xfrm>
          <a:solidFill>
            <a:schemeClr val="accent3"/>
          </a:solidFill>
        </p:spPr>
        <p:txBody>
          <a:bodyPr lIns="91440">
            <a:noAutofit/>
          </a:bodyPr>
          <a:lstStyle>
            <a:lvl1pPr marL="171450" algn="l" defTabSz="914400" rtl="0" eaLnBrk="1" latinLnBrk="0" hangingPunct="1">
              <a:lnSpc>
                <a:spcPct val="100000"/>
              </a:lnSpc>
              <a:spcBef>
                <a:spcPts val="0"/>
              </a:spcBef>
              <a:spcAft>
                <a:spcPts val="0"/>
              </a:spcAft>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7" name="Text Placeholder 13">
            <a:extLst>
              <a:ext uri="{FF2B5EF4-FFF2-40B4-BE49-F238E27FC236}">
                <a16:creationId xmlns:a16="http://schemas.microsoft.com/office/drawing/2014/main" id="{6428E205-3797-1272-896A-7E47BDDF214D}"/>
              </a:ext>
            </a:extLst>
          </p:cNvPr>
          <p:cNvSpPr>
            <a:spLocks noGrp="1"/>
          </p:cNvSpPr>
          <p:nvPr>
            <p:ph type="body" sz="quarter" idx="12" hasCustomPrompt="1"/>
          </p:nvPr>
        </p:nvSpPr>
        <p:spPr>
          <a:xfrm>
            <a:off x="5026645" y="1835454"/>
            <a:ext cx="3360303" cy="3308046"/>
          </a:xfrm>
          <a:solidFill>
            <a:schemeClr val="accent3"/>
          </a:solidFill>
        </p:spPr>
        <p:txBody>
          <a:bodyPr/>
          <a:lstStyle>
            <a:lvl1pPr marL="17145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ECE65F22-62CF-DAFA-08EF-029837C0FF49}"/>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339043306"/>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5_Cover Slide Dark Green Bar">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2" y="0"/>
            <a:ext cx="9144001" cy="5143500"/>
          </a:xfrm>
          <a:solidFill>
            <a:schemeClr val="bg1">
              <a:lumMod val="85000"/>
            </a:schemeClr>
          </a:solidFill>
        </p:spPr>
        <p:txBody>
          <a:bodyPr/>
          <a:lstStyle>
            <a:lvl1pPr>
              <a:defRPr/>
            </a:lvl1pPr>
          </a:lstStyle>
          <a:p>
            <a:r>
              <a:rPr lang="en-US"/>
              <a:t>Click icon to add picture</a:t>
            </a:r>
          </a:p>
        </p:txBody>
      </p:sp>
      <p:sp>
        <p:nvSpPr>
          <p:cNvPr id="6" name="Title 1">
            <a:extLst>
              <a:ext uri="{FF2B5EF4-FFF2-40B4-BE49-F238E27FC236}">
                <a16:creationId xmlns:a16="http://schemas.microsoft.com/office/drawing/2014/main" id="{76159213-4973-B145-E517-EB9FCAD7B06A}"/>
              </a:ext>
            </a:extLst>
          </p:cNvPr>
          <p:cNvSpPr>
            <a:spLocks noGrp="1"/>
          </p:cNvSpPr>
          <p:nvPr>
            <p:ph type="title" hasCustomPrompt="1"/>
          </p:nvPr>
        </p:nvSpPr>
        <p:spPr>
          <a:xfrm>
            <a:off x="5026645" y="0"/>
            <a:ext cx="3360303" cy="1835454"/>
          </a:xfrm>
          <a:solidFill>
            <a:schemeClr val="accent2"/>
          </a:solidFill>
        </p:spPr>
        <p:txBody>
          <a:bodyPr lIns="91440">
            <a:noAutofit/>
          </a:bodyPr>
          <a:lstStyle>
            <a:lvl1pPr marL="171450" algn="l" defTabSz="914400" rtl="0" eaLnBrk="1" latinLnBrk="0" hangingPunct="1">
              <a:lnSpc>
                <a:spcPct val="100000"/>
              </a:lnSpc>
              <a:spcBef>
                <a:spcPts val="0"/>
              </a:spcBef>
              <a:spcAft>
                <a:spcPts val="0"/>
              </a:spcAft>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7" name="Text Placeholder 13">
            <a:extLst>
              <a:ext uri="{FF2B5EF4-FFF2-40B4-BE49-F238E27FC236}">
                <a16:creationId xmlns:a16="http://schemas.microsoft.com/office/drawing/2014/main" id="{6428E205-3797-1272-896A-7E47BDDF214D}"/>
              </a:ext>
            </a:extLst>
          </p:cNvPr>
          <p:cNvSpPr>
            <a:spLocks noGrp="1"/>
          </p:cNvSpPr>
          <p:nvPr>
            <p:ph type="body" sz="quarter" idx="12" hasCustomPrompt="1"/>
          </p:nvPr>
        </p:nvSpPr>
        <p:spPr>
          <a:xfrm>
            <a:off x="5026645" y="1835454"/>
            <a:ext cx="3360303" cy="3308046"/>
          </a:xfrm>
          <a:solidFill>
            <a:schemeClr val="accent2"/>
          </a:solidFill>
        </p:spPr>
        <p:txBody>
          <a:bodyPr/>
          <a:lstStyle>
            <a:lvl1pPr marL="17145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ECE65F22-62CF-DAFA-08EF-029837C0FF49}"/>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29027695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2_Cover Slide Bright Green Bar">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2" y="0"/>
            <a:ext cx="9144001" cy="5143500"/>
          </a:xfrm>
          <a:solidFill>
            <a:schemeClr val="bg1">
              <a:lumMod val="85000"/>
            </a:schemeClr>
          </a:solidFill>
        </p:spPr>
        <p:txBody>
          <a:bodyPr/>
          <a:lstStyle>
            <a:lvl1pPr>
              <a:defRPr/>
            </a:lvl1pPr>
          </a:lstStyle>
          <a:p>
            <a:r>
              <a:rPr lang="en-US"/>
              <a:t>Click icon to add picture</a:t>
            </a:r>
          </a:p>
        </p:txBody>
      </p:sp>
      <p:sp>
        <p:nvSpPr>
          <p:cNvPr id="6" name="Title 1">
            <a:extLst>
              <a:ext uri="{FF2B5EF4-FFF2-40B4-BE49-F238E27FC236}">
                <a16:creationId xmlns:a16="http://schemas.microsoft.com/office/drawing/2014/main" id="{76159213-4973-B145-E517-EB9FCAD7B06A}"/>
              </a:ext>
            </a:extLst>
          </p:cNvPr>
          <p:cNvSpPr>
            <a:spLocks noGrp="1"/>
          </p:cNvSpPr>
          <p:nvPr>
            <p:ph type="title" hasCustomPrompt="1"/>
          </p:nvPr>
        </p:nvSpPr>
        <p:spPr>
          <a:xfrm>
            <a:off x="5026645" y="0"/>
            <a:ext cx="3360303" cy="1835454"/>
          </a:xfrm>
          <a:solidFill>
            <a:schemeClr val="accent6"/>
          </a:solidFill>
        </p:spPr>
        <p:txBody>
          <a:bodyPr lIns="91440">
            <a:noAutofit/>
          </a:bodyPr>
          <a:lstStyle>
            <a:lvl1pPr marL="171450" algn="l" defTabSz="914400" rtl="0" eaLnBrk="1" latinLnBrk="0" hangingPunct="1">
              <a:lnSpc>
                <a:spcPct val="100000"/>
              </a:lnSpc>
              <a:spcBef>
                <a:spcPts val="0"/>
              </a:spcBef>
              <a:spcAft>
                <a:spcPts val="0"/>
              </a:spcAft>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7" name="Text Placeholder 13">
            <a:extLst>
              <a:ext uri="{FF2B5EF4-FFF2-40B4-BE49-F238E27FC236}">
                <a16:creationId xmlns:a16="http://schemas.microsoft.com/office/drawing/2014/main" id="{6428E205-3797-1272-896A-7E47BDDF214D}"/>
              </a:ext>
            </a:extLst>
          </p:cNvPr>
          <p:cNvSpPr>
            <a:spLocks noGrp="1"/>
          </p:cNvSpPr>
          <p:nvPr>
            <p:ph type="body" sz="quarter" idx="12" hasCustomPrompt="1"/>
          </p:nvPr>
        </p:nvSpPr>
        <p:spPr>
          <a:xfrm>
            <a:off x="5026645" y="1835454"/>
            <a:ext cx="3360303" cy="3308046"/>
          </a:xfrm>
          <a:solidFill>
            <a:schemeClr val="accent6"/>
          </a:solidFill>
        </p:spPr>
        <p:txBody>
          <a:bodyPr/>
          <a:lstStyle>
            <a:lvl1pPr marL="17145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2" name="Slide Number Placeholder 5">
            <a:extLst>
              <a:ext uri="{FF2B5EF4-FFF2-40B4-BE49-F238E27FC236}">
                <a16:creationId xmlns:a16="http://schemas.microsoft.com/office/drawing/2014/main" id="{008F619E-F524-0D27-7E20-76C08FB9B7A8}"/>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57666943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4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18495EB1-37F6-2306-2BA8-85307D339ACE}"/>
              </a:ext>
            </a:extLst>
          </p:cNvPr>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9" name="Straight Connector 8">
            <a:extLst>
              <a:ext uri="{FF2B5EF4-FFF2-40B4-BE49-F238E27FC236}">
                <a16:creationId xmlns:a16="http://schemas.microsoft.com/office/drawing/2014/main" id="{C10B3310-5630-355B-FC9E-E9D572DCD7DF}"/>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930F66A-C00C-D371-5084-00ADC2EBB12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270305507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5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8E63A4CD-FBF7-45A8-465D-19460A104F83}"/>
              </a:ext>
            </a:extLst>
          </p:cNvPr>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9" name="Straight Connector 8">
            <a:extLst>
              <a:ext uri="{FF2B5EF4-FFF2-40B4-BE49-F238E27FC236}">
                <a16:creationId xmlns:a16="http://schemas.microsoft.com/office/drawing/2014/main" id="{029D5F40-A687-0F43-DB73-D87BC5314868}"/>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DBA7672-B435-41E7-E612-55B3E7A1ABA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314303996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p:cSld name="2_Breaker_Blue ">
    <p:spTree>
      <p:nvGrpSpPr>
        <p:cNvPr id="1" name=""/>
        <p:cNvGrpSpPr/>
        <p:nvPr/>
      </p:nvGrpSpPr>
      <p:grpSpPr>
        <a:xfrm>
          <a:off x="0" y="0"/>
          <a:ext cx="0" cy="0"/>
          <a:chOff x="0" y="0"/>
          <a:chExt cx="0" cy="0"/>
        </a:xfrm>
      </p:grpSpPr>
      <p:sp>
        <p:nvSpPr>
          <p:cNvPr id="9" name="Rectangle 8"/>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0" name="Straight Connector 9"/>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pic>
        <p:nvPicPr>
          <p:cNvPr id="3" name="Picture 2">
            <a:extLst>
              <a:ext uri="{FF2B5EF4-FFF2-40B4-BE49-F238E27FC236}">
                <a16:creationId xmlns:a16="http://schemas.microsoft.com/office/drawing/2014/main" id="{9612F83A-DB6F-F511-2661-4228658F732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5" name="Text Placeholder 13">
            <a:extLst>
              <a:ext uri="{FF2B5EF4-FFF2-40B4-BE49-F238E27FC236}">
                <a16:creationId xmlns:a16="http://schemas.microsoft.com/office/drawing/2014/main" id="{BD5C8983-9837-9124-4B5B-8C9E6E1E3545}"/>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4" name="Slide Number Placeholder 5">
            <a:extLst>
              <a:ext uri="{FF2B5EF4-FFF2-40B4-BE49-F238E27FC236}">
                <a16:creationId xmlns:a16="http://schemas.microsoft.com/office/drawing/2014/main" id="{657B30E0-B710-C5EF-4F55-0FD6FC853D3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Rectangle 5">
            <a:extLst>
              <a:ext uri="{FF2B5EF4-FFF2-40B4-BE49-F238E27FC236}">
                <a16:creationId xmlns:a16="http://schemas.microsoft.com/office/drawing/2014/main" id="{69E2379D-C919-42E7-2BBA-3744973ECF13}"/>
              </a:ext>
            </a:extLst>
          </p:cNvPr>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a:extLst>
              <a:ext uri="{FF2B5EF4-FFF2-40B4-BE49-F238E27FC236}">
                <a16:creationId xmlns:a16="http://schemas.microsoft.com/office/drawing/2014/main" id="{11D5EB37-8C9A-0FF1-AE97-71C535BD2A71}"/>
              </a:ext>
            </a:extLst>
          </p:cNvPr>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D28155-EDAF-87C7-B0AF-740D6B34098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Tree>
    <p:extLst>
      <p:ext uri="{BB962C8B-B14F-4D97-AF65-F5344CB8AC3E}">
        <p14:creationId xmlns:p14="http://schemas.microsoft.com/office/powerpoint/2010/main" val="3499786420"/>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2_Agenda/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4" name="object 2">
            <a:extLst>
              <a:ext uri="{FF2B5EF4-FFF2-40B4-BE49-F238E27FC236}">
                <a16:creationId xmlns:a16="http://schemas.microsoft.com/office/drawing/2014/main" id="{29CB7604-41D7-C52B-91F1-8825BBA54CC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5" name="Text Placeholder 14">
            <a:extLst>
              <a:ext uri="{FF2B5EF4-FFF2-40B4-BE49-F238E27FC236}">
                <a16:creationId xmlns:a16="http://schemas.microsoft.com/office/drawing/2014/main" id="{CA7C2C21-21DC-C1D3-2FC5-B4D312E26308}"/>
              </a:ext>
            </a:extLst>
          </p:cNvPr>
          <p:cNvSpPr>
            <a:spLocks noGrp="1"/>
          </p:cNvSpPr>
          <p:nvPr>
            <p:ph type="body" sz="quarter" idx="19" hasCustomPrompt="1"/>
          </p:nvPr>
        </p:nvSpPr>
        <p:spPr>
          <a:xfrm>
            <a:off x="314524" y="1273018"/>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1</a:t>
            </a:r>
          </a:p>
        </p:txBody>
      </p:sp>
      <p:sp>
        <p:nvSpPr>
          <p:cNvPr id="16" name="Text Placeholder 14">
            <a:extLst>
              <a:ext uri="{FF2B5EF4-FFF2-40B4-BE49-F238E27FC236}">
                <a16:creationId xmlns:a16="http://schemas.microsoft.com/office/drawing/2014/main" id="{D67C484B-16A7-DDBF-14F2-86FF1A28434E}"/>
              </a:ext>
            </a:extLst>
          </p:cNvPr>
          <p:cNvSpPr>
            <a:spLocks noGrp="1"/>
          </p:cNvSpPr>
          <p:nvPr>
            <p:ph type="body" sz="quarter" idx="20" hasCustomPrompt="1"/>
          </p:nvPr>
        </p:nvSpPr>
        <p:spPr>
          <a:xfrm>
            <a:off x="314524" y="1818622"/>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2</a:t>
            </a:r>
          </a:p>
        </p:txBody>
      </p:sp>
      <p:sp>
        <p:nvSpPr>
          <p:cNvPr id="17" name="Text Placeholder 14">
            <a:extLst>
              <a:ext uri="{FF2B5EF4-FFF2-40B4-BE49-F238E27FC236}">
                <a16:creationId xmlns:a16="http://schemas.microsoft.com/office/drawing/2014/main" id="{A7991BED-ABDA-00E6-FA19-59ECC9513C72}"/>
              </a:ext>
            </a:extLst>
          </p:cNvPr>
          <p:cNvSpPr>
            <a:spLocks noGrp="1"/>
          </p:cNvSpPr>
          <p:nvPr>
            <p:ph type="body" sz="quarter" idx="21" hasCustomPrompt="1"/>
          </p:nvPr>
        </p:nvSpPr>
        <p:spPr>
          <a:xfrm>
            <a:off x="314523" y="236422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3</a:t>
            </a:r>
          </a:p>
        </p:txBody>
      </p:sp>
      <p:sp>
        <p:nvSpPr>
          <p:cNvPr id="18" name="Text Placeholder 14">
            <a:extLst>
              <a:ext uri="{FF2B5EF4-FFF2-40B4-BE49-F238E27FC236}">
                <a16:creationId xmlns:a16="http://schemas.microsoft.com/office/drawing/2014/main" id="{EB9D5586-12D0-0617-0E83-18566F5F3D3D}"/>
              </a:ext>
            </a:extLst>
          </p:cNvPr>
          <p:cNvSpPr>
            <a:spLocks noGrp="1"/>
          </p:cNvSpPr>
          <p:nvPr>
            <p:ph type="body" sz="quarter" idx="22" hasCustomPrompt="1"/>
          </p:nvPr>
        </p:nvSpPr>
        <p:spPr>
          <a:xfrm>
            <a:off x="314523" y="2909830"/>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4</a:t>
            </a:r>
          </a:p>
        </p:txBody>
      </p:sp>
      <p:sp>
        <p:nvSpPr>
          <p:cNvPr id="19" name="Text Placeholder 14">
            <a:extLst>
              <a:ext uri="{FF2B5EF4-FFF2-40B4-BE49-F238E27FC236}">
                <a16:creationId xmlns:a16="http://schemas.microsoft.com/office/drawing/2014/main" id="{CF0DDFD5-43B7-F702-6963-ED560A9829AC}"/>
              </a:ext>
            </a:extLst>
          </p:cNvPr>
          <p:cNvSpPr>
            <a:spLocks noGrp="1"/>
          </p:cNvSpPr>
          <p:nvPr>
            <p:ph type="body" sz="quarter" idx="23" hasCustomPrompt="1"/>
          </p:nvPr>
        </p:nvSpPr>
        <p:spPr>
          <a:xfrm>
            <a:off x="314523" y="3455433"/>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5</a:t>
            </a:r>
          </a:p>
        </p:txBody>
      </p:sp>
      <p:sp>
        <p:nvSpPr>
          <p:cNvPr id="20" name="Text Placeholder 14">
            <a:extLst>
              <a:ext uri="{FF2B5EF4-FFF2-40B4-BE49-F238E27FC236}">
                <a16:creationId xmlns:a16="http://schemas.microsoft.com/office/drawing/2014/main" id="{80CEF86B-120C-0941-9E60-043E44E67644}"/>
              </a:ext>
            </a:extLst>
          </p:cNvPr>
          <p:cNvSpPr>
            <a:spLocks noGrp="1"/>
          </p:cNvSpPr>
          <p:nvPr>
            <p:ph type="body" sz="quarter" idx="24" hasCustomPrompt="1"/>
          </p:nvPr>
        </p:nvSpPr>
        <p:spPr>
          <a:xfrm>
            <a:off x="314523" y="400103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6</a:t>
            </a:r>
          </a:p>
        </p:txBody>
      </p:sp>
      <p:sp>
        <p:nvSpPr>
          <p:cNvPr id="21" name="Text Placeholder 14">
            <a:extLst>
              <a:ext uri="{FF2B5EF4-FFF2-40B4-BE49-F238E27FC236}">
                <a16:creationId xmlns:a16="http://schemas.microsoft.com/office/drawing/2014/main" id="{BE026C21-57F3-D6D8-15BF-C37F4D4FE587}"/>
              </a:ext>
            </a:extLst>
          </p:cNvPr>
          <p:cNvSpPr>
            <a:spLocks noGrp="1"/>
          </p:cNvSpPr>
          <p:nvPr>
            <p:ph type="body" sz="quarter" idx="25" hasCustomPrompt="1"/>
          </p:nvPr>
        </p:nvSpPr>
        <p:spPr>
          <a:xfrm>
            <a:off x="2184058" y="1273018"/>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2" name="Text Placeholder 14">
            <a:extLst>
              <a:ext uri="{FF2B5EF4-FFF2-40B4-BE49-F238E27FC236}">
                <a16:creationId xmlns:a16="http://schemas.microsoft.com/office/drawing/2014/main" id="{76A126D3-BDF5-3AEE-1652-826946CF5D50}"/>
              </a:ext>
            </a:extLst>
          </p:cNvPr>
          <p:cNvSpPr>
            <a:spLocks noGrp="1"/>
          </p:cNvSpPr>
          <p:nvPr>
            <p:ph type="body" sz="quarter" idx="26" hasCustomPrompt="1"/>
          </p:nvPr>
        </p:nvSpPr>
        <p:spPr>
          <a:xfrm>
            <a:off x="2184058" y="1818622"/>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3" name="Text Placeholder 14">
            <a:extLst>
              <a:ext uri="{FF2B5EF4-FFF2-40B4-BE49-F238E27FC236}">
                <a16:creationId xmlns:a16="http://schemas.microsoft.com/office/drawing/2014/main" id="{BBFF508D-A562-2556-E822-0712912C76D1}"/>
              </a:ext>
            </a:extLst>
          </p:cNvPr>
          <p:cNvSpPr>
            <a:spLocks noGrp="1"/>
          </p:cNvSpPr>
          <p:nvPr>
            <p:ph type="body" sz="quarter" idx="27" hasCustomPrompt="1"/>
          </p:nvPr>
        </p:nvSpPr>
        <p:spPr>
          <a:xfrm>
            <a:off x="2184057" y="236422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4" name="Text Placeholder 14">
            <a:extLst>
              <a:ext uri="{FF2B5EF4-FFF2-40B4-BE49-F238E27FC236}">
                <a16:creationId xmlns:a16="http://schemas.microsoft.com/office/drawing/2014/main" id="{9A7B486F-B636-3264-024E-F220C2E86F2D}"/>
              </a:ext>
            </a:extLst>
          </p:cNvPr>
          <p:cNvSpPr>
            <a:spLocks noGrp="1"/>
          </p:cNvSpPr>
          <p:nvPr>
            <p:ph type="body" sz="quarter" idx="28" hasCustomPrompt="1"/>
          </p:nvPr>
        </p:nvSpPr>
        <p:spPr>
          <a:xfrm>
            <a:off x="2184057" y="2909830"/>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5" name="Text Placeholder 14">
            <a:extLst>
              <a:ext uri="{FF2B5EF4-FFF2-40B4-BE49-F238E27FC236}">
                <a16:creationId xmlns:a16="http://schemas.microsoft.com/office/drawing/2014/main" id="{A85B539F-6478-15FE-15B6-DF8BF6110456}"/>
              </a:ext>
            </a:extLst>
          </p:cNvPr>
          <p:cNvSpPr>
            <a:spLocks noGrp="1"/>
          </p:cNvSpPr>
          <p:nvPr>
            <p:ph type="body" sz="quarter" idx="29" hasCustomPrompt="1"/>
          </p:nvPr>
        </p:nvSpPr>
        <p:spPr>
          <a:xfrm>
            <a:off x="2184057" y="3455433"/>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6" name="Text Placeholder 14">
            <a:extLst>
              <a:ext uri="{FF2B5EF4-FFF2-40B4-BE49-F238E27FC236}">
                <a16:creationId xmlns:a16="http://schemas.microsoft.com/office/drawing/2014/main" id="{58F8F0E5-9313-5F1C-EA96-805FDEBFAAEB}"/>
              </a:ext>
            </a:extLst>
          </p:cNvPr>
          <p:cNvSpPr>
            <a:spLocks noGrp="1"/>
          </p:cNvSpPr>
          <p:nvPr>
            <p:ph type="body" sz="quarter" idx="30" hasCustomPrompt="1"/>
          </p:nvPr>
        </p:nvSpPr>
        <p:spPr>
          <a:xfrm>
            <a:off x="2184057" y="400103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3" name="Slide Number Placeholder 5">
            <a:extLst>
              <a:ext uri="{FF2B5EF4-FFF2-40B4-BE49-F238E27FC236}">
                <a16:creationId xmlns:a16="http://schemas.microsoft.com/office/drawing/2014/main" id="{B56C1EBB-5DA5-BF02-BDC5-AA34C350313E}"/>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E5B407A8-1FA4-4FB7-CE04-9D066E88F26A}"/>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215915965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2_Plain Content Slide">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t>Click to edit Master text styles</a:t>
            </a:r>
          </a:p>
        </p:txBody>
      </p:sp>
      <p:sp>
        <p:nvSpPr>
          <p:cNvPr id="4" name="Slide Number Placeholder 5">
            <a:extLst>
              <a:ext uri="{FF2B5EF4-FFF2-40B4-BE49-F238E27FC236}">
                <a16:creationId xmlns:a16="http://schemas.microsoft.com/office/drawing/2014/main" id="{F2C4C05A-3048-8787-2847-1F300FCF889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007749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2_Plain Content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t>Click to edit Master text styles</a:t>
            </a:r>
          </a:p>
        </p:txBody>
      </p:sp>
      <p:sp>
        <p:nvSpPr>
          <p:cNvPr id="4" name="Slide Number Placeholder 5">
            <a:extLst>
              <a:ext uri="{FF2B5EF4-FFF2-40B4-BE49-F238E27FC236}">
                <a16:creationId xmlns:a16="http://schemas.microsoft.com/office/drawing/2014/main" id="{F2C4C05A-3048-8787-2847-1F300FCF889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83942218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2_2-block Content Slide 1">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4"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4166368" cy="373063"/>
          </a:xfrm>
        </p:spPr>
        <p:txBody>
          <a:bodyPr/>
          <a:lstStyle>
            <a:lvl1pPr marL="0" indent="0">
              <a:buNone/>
              <a:defRPr sz="175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57FC8DC0-6478-538D-D5BB-1C7A5196457F}"/>
              </a:ext>
            </a:extLst>
          </p:cNvPr>
          <p:cNvSpPr>
            <a:spLocks noGrp="1"/>
          </p:cNvSpPr>
          <p:nvPr>
            <p:ph idx="11"/>
          </p:nvPr>
        </p:nvSpPr>
        <p:spPr>
          <a:xfrm>
            <a:off x="4663108"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a:extLst>
              <a:ext uri="{FF2B5EF4-FFF2-40B4-BE49-F238E27FC236}">
                <a16:creationId xmlns:a16="http://schemas.microsoft.com/office/drawing/2014/main" id="{582A5401-52A2-8570-1E7F-12F6CAFEBEA5}"/>
              </a:ext>
            </a:extLst>
          </p:cNvPr>
          <p:cNvSpPr>
            <a:spLocks noGrp="1"/>
          </p:cNvSpPr>
          <p:nvPr>
            <p:ph type="body" sz="quarter" idx="12"/>
          </p:nvPr>
        </p:nvSpPr>
        <p:spPr>
          <a:xfrm>
            <a:off x="4663108" y="1225394"/>
            <a:ext cx="4166368" cy="373063"/>
          </a:xfrm>
        </p:spPr>
        <p:txBody>
          <a:bodyPr/>
          <a:lstStyle>
            <a:lvl1pPr marL="0" indent="0">
              <a:buNone/>
              <a:defRPr sz="1750"/>
            </a:lvl1pPr>
          </a:lstStyle>
          <a:p>
            <a:pPr lvl="0"/>
            <a:r>
              <a:rPr lang="en-US"/>
              <a:t>Click to edit Master text styles</a:t>
            </a:r>
          </a:p>
          <a:p>
            <a:pPr lvl="1"/>
            <a:r>
              <a:rPr lang="en-US"/>
              <a:t>Second level</a:t>
            </a:r>
          </a:p>
        </p:txBody>
      </p:sp>
      <p:sp>
        <p:nvSpPr>
          <p:cNvPr id="4" name="Slide Number Placeholder 5">
            <a:extLst>
              <a:ext uri="{FF2B5EF4-FFF2-40B4-BE49-F238E27FC236}">
                <a16:creationId xmlns:a16="http://schemas.microsoft.com/office/drawing/2014/main" id="{86B23157-C7C5-A8CF-164C-6F71BC03A26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ABF27C22-62CA-2C05-EA1D-7147EB097567}"/>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51189094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2_Single Block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0562" y="500907"/>
            <a:ext cx="5598914" cy="635219"/>
          </a:xfrm>
        </p:spPr>
        <p:txBody>
          <a:bodyPr/>
          <a:lstStyle>
            <a:lvl1pPr>
              <a:defRPr/>
            </a:lvl1pPr>
          </a:lstStyle>
          <a:p>
            <a:r>
              <a:rPr lang="en-US"/>
              <a:t>Click To Edit Slide Title</a:t>
            </a:r>
          </a:p>
        </p:txBody>
      </p:sp>
      <p:sp>
        <p:nvSpPr>
          <p:cNvPr id="3" name="Content Placeholder 2"/>
          <p:cNvSpPr>
            <a:spLocks noGrp="1"/>
          </p:cNvSpPr>
          <p:nvPr>
            <p:ph idx="1"/>
          </p:nvPr>
        </p:nvSpPr>
        <p:spPr>
          <a:xfrm>
            <a:off x="3230562" y="1340699"/>
            <a:ext cx="5598914" cy="3231301"/>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6">
            <a:extLst>
              <a:ext uri="{FF2B5EF4-FFF2-40B4-BE49-F238E27FC236}">
                <a16:creationId xmlns:a16="http://schemas.microsoft.com/office/drawing/2014/main" id="{5FA95EFE-A82E-97DE-9182-57C867C5A487}"/>
              </a:ext>
            </a:extLst>
          </p:cNvPr>
          <p:cNvSpPr>
            <a:spLocks noGrp="1"/>
          </p:cNvSpPr>
          <p:nvPr>
            <p:ph type="pic" sz="quarter" idx="14"/>
          </p:nvPr>
        </p:nvSpPr>
        <p:spPr>
          <a:xfrm>
            <a:off x="-2" y="0"/>
            <a:ext cx="3071813" cy="5143500"/>
          </a:xfrm>
          <a:solidFill>
            <a:schemeClr val="bg1">
              <a:lumMod val="85000"/>
            </a:schemeClr>
          </a:solidFill>
        </p:spPr>
        <p:txBody>
          <a:bodyPr/>
          <a:lstStyle>
            <a:lvl1pPr>
              <a:defRPr/>
            </a:lvl1pPr>
          </a:lstStyle>
          <a:p>
            <a:r>
              <a:rPr lang="en-US"/>
              <a:t>Click icon to add picture</a:t>
            </a:r>
          </a:p>
        </p:txBody>
      </p:sp>
      <p:sp>
        <p:nvSpPr>
          <p:cNvPr id="4" name="Slide Number Placeholder 5">
            <a:extLst>
              <a:ext uri="{FF2B5EF4-FFF2-40B4-BE49-F238E27FC236}">
                <a16:creationId xmlns:a16="http://schemas.microsoft.com/office/drawing/2014/main" id="{7E74F657-CE88-2203-5F5D-65C0CCA67375}"/>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3813911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4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t>Click icon to add picture</a:t>
            </a:r>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8DDCE2BD-BA73-F359-6261-0A332C3A5F8F}"/>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Tree>
    <p:extLst>
      <p:ext uri="{BB962C8B-B14F-4D97-AF65-F5344CB8AC3E}">
        <p14:creationId xmlns:p14="http://schemas.microsoft.com/office/powerpoint/2010/main" val="11421574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5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t>Click icon to add picture</a:t>
            </a:r>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
        <p:nvSpPr>
          <p:cNvPr id="5" name="Rectangle 4">
            <a:extLst>
              <a:ext uri="{FF2B5EF4-FFF2-40B4-BE49-F238E27FC236}">
                <a16:creationId xmlns:a16="http://schemas.microsoft.com/office/drawing/2014/main" id="{D2F55256-98BE-A147-BDF7-14225C386FAA}"/>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Tree>
    <p:extLst>
      <p:ext uri="{BB962C8B-B14F-4D97-AF65-F5344CB8AC3E}">
        <p14:creationId xmlns:p14="http://schemas.microsoft.com/office/powerpoint/2010/main" val="1336907165"/>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2_Plain Content Slide 3">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t>Click to edit Master text styles</a:t>
            </a:r>
          </a:p>
        </p:txBody>
      </p:sp>
      <p:sp>
        <p:nvSpPr>
          <p:cNvPr id="4" name="Slide Number Placeholder 5">
            <a:extLst>
              <a:ext uri="{FF2B5EF4-FFF2-40B4-BE49-F238E27FC236}">
                <a16:creationId xmlns:a16="http://schemas.microsoft.com/office/drawing/2014/main" id="{0AF8B6F9-70E2-DC92-6A96-A82D7F4A631F}"/>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46515606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2_Plain Content Slide 4">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523" y="1225395"/>
            <a:ext cx="8514954" cy="3279807"/>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4" name="Slide Number Placeholder 5">
            <a:extLst>
              <a:ext uri="{FF2B5EF4-FFF2-40B4-BE49-F238E27FC236}">
                <a16:creationId xmlns:a16="http://schemas.microsoft.com/office/drawing/2014/main" id="{C15D3A71-7794-FE21-D1CE-74B73F6431D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291829759"/>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8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11AF31FA-4383-55AC-8DBC-A5A3D0C775D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8" name="Straight Connector 7">
            <a:extLst>
              <a:ext uri="{FF2B5EF4-FFF2-40B4-BE49-F238E27FC236}">
                <a16:creationId xmlns:a16="http://schemas.microsoft.com/office/drawing/2014/main" id="{5870A052-5456-905D-99C6-5147A80B495D}"/>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7C6E2B92-8369-0B22-4E20-ED173A71EA9F}"/>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31739051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9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7DCBA4F5-BB23-6B75-C79F-1B09CE2E6F23}"/>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8" name="Straight Connector 7">
            <a:extLst>
              <a:ext uri="{FF2B5EF4-FFF2-40B4-BE49-F238E27FC236}">
                <a16:creationId xmlns:a16="http://schemas.microsoft.com/office/drawing/2014/main" id="{E0E5DA10-94CD-CD76-53EB-FD0FEA1074ED}"/>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28EBD3EB-E71E-B069-E25F-F9F5BC1AA6F4}"/>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145594815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10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cxnSp>
        <p:nvCxnSpPr>
          <p:cNvPr id="3" name="Straight Connector 2">
            <a:extLst>
              <a:ext uri="{FF2B5EF4-FFF2-40B4-BE49-F238E27FC236}">
                <a16:creationId xmlns:a16="http://schemas.microsoft.com/office/drawing/2014/main" id="{1555A19F-7F6D-AF00-D356-B0F5936F3B36}"/>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66841DAA-7ACB-6D75-5A35-0C2C181746F3}"/>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411427850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11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cxnSp>
        <p:nvCxnSpPr>
          <p:cNvPr id="3" name="Straight Connector 2">
            <a:extLst>
              <a:ext uri="{FF2B5EF4-FFF2-40B4-BE49-F238E27FC236}">
                <a16:creationId xmlns:a16="http://schemas.microsoft.com/office/drawing/2014/main" id="{B3206BFD-3440-53D0-581B-2EB1616DB30A}"/>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96AB1F1B-2AFC-F1BA-1808-C91EA2401AD9}"/>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493507052"/>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2_3 Column With Subheads 2">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2357181"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3390717" y="1436688"/>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7" y="2019260"/>
            <a:ext cx="2357181"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3390717" y="2019260"/>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67BB201C-481A-0938-9DB5-D0C110A33E15}"/>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95429DB8-28BE-3F8C-CCED-A9CFC8697C81}"/>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Text Placeholder 13">
            <a:extLst>
              <a:ext uri="{FF2B5EF4-FFF2-40B4-BE49-F238E27FC236}">
                <a16:creationId xmlns:a16="http://schemas.microsoft.com/office/drawing/2014/main" id="{7F7AAA09-1185-7F6B-0EB9-01E5747EB070}"/>
              </a:ext>
            </a:extLst>
          </p:cNvPr>
          <p:cNvSpPr>
            <a:spLocks noGrp="1"/>
          </p:cNvSpPr>
          <p:nvPr>
            <p:ph type="body" sz="quarter" idx="20" hasCustomPrompt="1"/>
          </p:nvPr>
        </p:nvSpPr>
        <p:spPr>
          <a:xfrm>
            <a:off x="6230589" y="1437979"/>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11" name="Content Placeholder 16">
            <a:extLst>
              <a:ext uri="{FF2B5EF4-FFF2-40B4-BE49-F238E27FC236}">
                <a16:creationId xmlns:a16="http://schemas.microsoft.com/office/drawing/2014/main" id="{514F11C7-C221-F797-F5B3-84BD44C358BD}"/>
              </a:ext>
            </a:extLst>
          </p:cNvPr>
          <p:cNvSpPr>
            <a:spLocks noGrp="1"/>
          </p:cNvSpPr>
          <p:nvPr>
            <p:ph sz="quarter" idx="21"/>
          </p:nvPr>
        </p:nvSpPr>
        <p:spPr>
          <a:xfrm>
            <a:off x="6230589" y="2019259"/>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30B3B5F0-7DA3-0644-2322-57C95423A7B9}"/>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6" name="object 2">
            <a:extLst>
              <a:ext uri="{FF2B5EF4-FFF2-40B4-BE49-F238E27FC236}">
                <a16:creationId xmlns:a16="http://schemas.microsoft.com/office/drawing/2014/main" id="{CB914E19-F959-6EEF-F49C-23EA4AA42D53}"/>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cxnSp>
        <p:nvCxnSpPr>
          <p:cNvPr id="9" name="Straight Connector 8">
            <a:extLst>
              <a:ext uri="{FF2B5EF4-FFF2-40B4-BE49-F238E27FC236}">
                <a16:creationId xmlns:a16="http://schemas.microsoft.com/office/drawing/2014/main" id="{96CB960E-C814-DE4F-6A26-A7A3D94CF651}"/>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B8A8FC51-EA31-B7CB-D2BA-FDC0995E271F}"/>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01B17F51-C27A-5E86-7653-E95990654220}"/>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246275629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4_Quote w/headshot">
    <p:spTree>
      <p:nvGrpSpPr>
        <p:cNvPr id="1" name=""/>
        <p:cNvGrpSpPr/>
        <p:nvPr/>
      </p:nvGrpSpPr>
      <p:grpSpPr>
        <a:xfrm>
          <a:off x="0" y="0"/>
          <a:ext cx="0" cy="0"/>
          <a:chOff x="0" y="0"/>
          <a:chExt cx="0" cy="0"/>
        </a:xfrm>
      </p:grpSpPr>
      <p:sp>
        <p:nvSpPr>
          <p:cNvPr id="21" name="Content Placeholder 16"/>
          <p:cNvSpPr>
            <a:spLocks noGrp="1"/>
          </p:cNvSpPr>
          <p:nvPr>
            <p:ph sz="quarter" idx="17"/>
          </p:nvPr>
        </p:nvSpPr>
        <p:spPr>
          <a:xfrm>
            <a:off x="3594698" y="1625203"/>
            <a:ext cx="5234760" cy="1945920"/>
          </a:xfrm>
        </p:spPr>
        <p:txBody>
          <a:bodyPr>
            <a:noAutofit/>
          </a:bodyPr>
          <a:lstStyle>
            <a:lvl1pPr marL="0" indent="0">
              <a:lnSpc>
                <a:spcPct val="150000"/>
              </a:lnSpc>
              <a:buNone/>
              <a:defRPr sz="1250"/>
            </a:lvl1pPr>
            <a:lvl2pPr marL="212328" indent="0">
              <a:lnSpc>
                <a:spcPct val="150000"/>
              </a:lnSpc>
              <a:buNone/>
              <a:defRPr sz="1250"/>
            </a:lvl2pPr>
            <a:lvl3pPr marL="430609" indent="0">
              <a:lnSpc>
                <a:spcPct val="150000"/>
              </a:lnSpc>
              <a:buNone/>
              <a:defRPr sz="1250"/>
            </a:lvl3pPr>
            <a:lvl4pPr marL="610195" indent="0">
              <a:lnSpc>
                <a:spcPct val="150000"/>
              </a:lnSpc>
              <a:buNone/>
              <a:defRPr sz="1250"/>
            </a:lvl4pPr>
            <a:lvl5pPr marL="821531" indent="0">
              <a:lnSpc>
                <a:spcPct val="150000"/>
              </a:lnSpc>
              <a:buNone/>
              <a:defRPr sz="12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3594697" y="3637303"/>
            <a:ext cx="2870399" cy="228132"/>
          </a:xfrm>
        </p:spPr>
        <p:txBody>
          <a:bodyPr anchor="b">
            <a:noAutofit/>
          </a:bodyPr>
          <a:lstStyle>
            <a:lvl1pPr marL="0" indent="0" algn="l">
              <a:buNone/>
              <a:defRPr sz="1000" b="1" i="0">
                <a:solidFill>
                  <a:schemeClr val="tx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3594697" y="3849292"/>
            <a:ext cx="2870399" cy="467014"/>
          </a:xfrm>
        </p:spPr>
        <p:txBody>
          <a:bodyPr>
            <a:noAutofit/>
          </a:bodyPr>
          <a:lstStyle>
            <a:lvl1pPr marL="0" indent="0" algn="l">
              <a:spcBef>
                <a:spcPts val="0"/>
              </a:spcBef>
              <a:spcAft>
                <a:spcPts val="375"/>
              </a:spcAft>
              <a:buNone/>
              <a:defRPr sz="1000" b="0" i="0">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latin typeface="Arial Narrow" panose="020B0604020202020204" pitchFamily="34" charset="0"/>
                <a:cs typeface="Arial Narrow"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3435947" y="500907"/>
            <a:ext cx="5393511" cy="379114"/>
          </a:xfrm>
        </p:spPr>
        <p:txBody>
          <a:bodyPr>
            <a:noAutofit/>
          </a:bodyPr>
          <a:lstStyle>
            <a:lvl1pPr>
              <a:defRPr sz="2000">
                <a:solidFill>
                  <a:schemeClr val="tx1"/>
                </a:solidFill>
                <a:latin typeface="+mn-lt"/>
              </a:defRPr>
            </a:lvl1pPr>
          </a:lstStyle>
          <a:p>
            <a:r>
              <a:rPr lang="en-US"/>
              <a:t>Click To Edit Slide Title</a:t>
            </a:r>
          </a:p>
        </p:txBody>
      </p:sp>
      <p:sp>
        <p:nvSpPr>
          <p:cNvPr id="7" name="Picture Placeholder 6">
            <a:extLst>
              <a:ext uri="{FF2B5EF4-FFF2-40B4-BE49-F238E27FC236}">
                <a16:creationId xmlns:a16="http://schemas.microsoft.com/office/drawing/2014/main" id="{5D794A3B-B179-A62D-2C7D-5B5E0E5D6BB2}"/>
              </a:ext>
            </a:extLst>
          </p:cNvPr>
          <p:cNvSpPr>
            <a:spLocks noGrp="1"/>
          </p:cNvSpPr>
          <p:nvPr>
            <p:ph type="pic" sz="quarter" idx="14"/>
          </p:nvPr>
        </p:nvSpPr>
        <p:spPr>
          <a:xfrm>
            <a:off x="-2" y="0"/>
            <a:ext cx="3071813" cy="5143500"/>
          </a:xfrm>
          <a:solidFill>
            <a:schemeClr val="bg1">
              <a:lumMod val="85000"/>
            </a:schemeClr>
          </a:solidFill>
        </p:spPr>
        <p:txBody>
          <a:bodyPr/>
          <a:lstStyle>
            <a:lvl1pPr>
              <a:defRPr/>
            </a:lvl1pPr>
          </a:lstStyle>
          <a:p>
            <a:r>
              <a:rPr lang="en-US"/>
              <a:t>Click icon to add picture</a:t>
            </a:r>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
        <p:nvSpPr>
          <p:cNvPr id="2" name="Slide Number Placeholder 5">
            <a:extLst>
              <a:ext uri="{FF2B5EF4-FFF2-40B4-BE49-F238E27FC236}">
                <a16:creationId xmlns:a16="http://schemas.microsoft.com/office/drawing/2014/main" id="{EDF60FBE-1FA4-1819-4C58-4B5855D8911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cxnSp>
        <p:nvCxnSpPr>
          <p:cNvPr id="3" name="Straight Connector 2">
            <a:extLst>
              <a:ext uri="{FF2B5EF4-FFF2-40B4-BE49-F238E27FC236}">
                <a16:creationId xmlns:a16="http://schemas.microsoft.com/office/drawing/2014/main" id="{54E4AAEC-897E-3A28-0F71-4D247ABFC46B}"/>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pic>
        <p:nvPicPr>
          <p:cNvPr id="5" name="Picture 4" descr="A green and black half circle&#10;&#10;Description automatically generated">
            <a:extLst>
              <a:ext uri="{FF2B5EF4-FFF2-40B4-BE49-F238E27FC236}">
                <a16:creationId xmlns:a16="http://schemas.microsoft.com/office/drawing/2014/main" id="{B1E93310-B2EB-8A18-FB25-7C2E6DC741B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Tree>
    <p:extLst>
      <p:ext uri="{BB962C8B-B14F-4D97-AF65-F5344CB8AC3E}">
        <p14:creationId xmlns:p14="http://schemas.microsoft.com/office/powerpoint/2010/main" val="17625794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5_Quote w/headshot">
    <p:bg>
      <p:bgRef idx="1001">
        <a:schemeClr val="bg1"/>
      </p:bgRef>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D94836B-C64F-B87F-049E-8D959535578D}"/>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sp>
        <p:nvSpPr>
          <p:cNvPr id="21" name="Content Placeholder 16"/>
          <p:cNvSpPr>
            <a:spLocks noGrp="1"/>
          </p:cNvSpPr>
          <p:nvPr>
            <p:ph sz="quarter" idx="17"/>
          </p:nvPr>
        </p:nvSpPr>
        <p:spPr>
          <a:xfrm>
            <a:off x="3400894" y="1296544"/>
            <a:ext cx="5377718" cy="2961178"/>
          </a:xfrm>
        </p:spPr>
        <p:txBody>
          <a:bodyPr>
            <a:noAutofit/>
          </a:bodyPr>
          <a:lstStyle>
            <a:lvl1pPr marL="0" indent="0">
              <a:lnSpc>
                <a:spcPct val="150000"/>
              </a:lnSpc>
              <a:buNone/>
              <a:defRPr sz="1250">
                <a:solidFill>
                  <a:schemeClr val="bg1"/>
                </a:solidFill>
              </a:defRPr>
            </a:lvl1pPr>
            <a:lvl2pPr marL="212328" indent="0">
              <a:lnSpc>
                <a:spcPct val="150000"/>
              </a:lnSpc>
              <a:buNone/>
              <a:defRPr sz="1250">
                <a:solidFill>
                  <a:schemeClr val="bg1"/>
                </a:solidFill>
              </a:defRPr>
            </a:lvl2pPr>
            <a:lvl3pPr marL="430609" indent="0">
              <a:lnSpc>
                <a:spcPct val="150000"/>
              </a:lnSpc>
              <a:buNone/>
              <a:defRPr sz="1250">
                <a:solidFill>
                  <a:schemeClr val="bg1"/>
                </a:solidFill>
              </a:defRPr>
            </a:lvl3pPr>
            <a:lvl4pPr marL="610195" indent="0">
              <a:lnSpc>
                <a:spcPct val="150000"/>
              </a:lnSpc>
              <a:buNone/>
              <a:defRPr sz="1250">
                <a:solidFill>
                  <a:schemeClr val="bg1"/>
                </a:solidFill>
              </a:defRPr>
            </a:lvl4pPr>
            <a:lvl5pPr marL="821531" indent="0">
              <a:lnSpc>
                <a:spcPct val="150000"/>
              </a:lnSpc>
              <a:buNone/>
              <a:defRPr sz="12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400439" y="3562353"/>
            <a:ext cx="2509368" cy="228132"/>
          </a:xfrm>
        </p:spPr>
        <p:txBody>
          <a:bodyPr anchor="b">
            <a:noAutofit/>
          </a:bodyPr>
          <a:lstStyle>
            <a:lvl1pPr marL="0" indent="0" algn="l">
              <a:buNone/>
              <a:defRPr sz="1000" b="1" i="0">
                <a:solidFill>
                  <a:schemeClr val="bg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400439" y="3774342"/>
            <a:ext cx="2509368" cy="486589"/>
          </a:xfrm>
        </p:spPr>
        <p:txBody>
          <a:bodyPr>
            <a:noAutofit/>
          </a:bodyPr>
          <a:lstStyle>
            <a:lvl1pPr marL="0"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400438" y="885778"/>
            <a:ext cx="2509364" cy="1756238"/>
          </a:xfrm>
        </p:spPr>
        <p:txBody>
          <a:bodyPr anchor="t">
            <a:noAutofit/>
          </a:bodyPr>
          <a:lstStyle>
            <a:lvl1pPr>
              <a:defRPr sz="2000">
                <a:solidFill>
                  <a:schemeClr val="bg1"/>
                </a:solidFill>
                <a:latin typeface="+mn-lt"/>
              </a:defRPr>
            </a:lvl1pPr>
          </a:lstStyle>
          <a:p>
            <a:r>
              <a:rPr lang="en-US"/>
              <a:t>Click To Edit Slide Title</a:t>
            </a:r>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
        <p:nvSpPr>
          <p:cNvPr id="3" name="Slide Number Placeholder 5">
            <a:extLst>
              <a:ext uri="{FF2B5EF4-FFF2-40B4-BE49-F238E27FC236}">
                <a16:creationId xmlns:a16="http://schemas.microsoft.com/office/drawing/2014/main" id="{1B900EC3-FE66-C186-77D4-CB898A392C1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98DACAB5-581F-A8D9-0FB4-6F0D8E2B15C3}"/>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cxnSp>
        <p:nvCxnSpPr>
          <p:cNvPr id="7" name="Straight Connector 6">
            <a:extLst>
              <a:ext uri="{FF2B5EF4-FFF2-40B4-BE49-F238E27FC236}">
                <a16:creationId xmlns:a16="http://schemas.microsoft.com/office/drawing/2014/main" id="{E93CDACA-E712-1432-4993-888486C77080}"/>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pic>
        <p:nvPicPr>
          <p:cNvPr id="8" name="Picture 7" descr="A green and black half circle&#10;&#10;Description automatically generated">
            <a:extLst>
              <a:ext uri="{FF2B5EF4-FFF2-40B4-BE49-F238E27FC236}">
                <a16:creationId xmlns:a16="http://schemas.microsoft.com/office/drawing/2014/main" id="{AA3E16FD-B24D-F75C-49DE-C09D0D24E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Tree>
    <p:extLst>
      <p:ext uri="{BB962C8B-B14F-4D97-AF65-F5344CB8AC3E}">
        <p14:creationId xmlns:p14="http://schemas.microsoft.com/office/powerpoint/2010/main" val="37645606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2_Timelin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5" name="Table Placeholder 4">
            <a:extLst>
              <a:ext uri="{FF2B5EF4-FFF2-40B4-BE49-F238E27FC236}">
                <a16:creationId xmlns:a16="http://schemas.microsoft.com/office/drawing/2014/main" id="{899A62D2-4FA2-5638-ADF6-566B9B8B0B31}"/>
              </a:ext>
            </a:extLst>
          </p:cNvPr>
          <p:cNvSpPr>
            <a:spLocks noGrp="1"/>
          </p:cNvSpPr>
          <p:nvPr>
            <p:ph type="tbl" sz="quarter" idx="10"/>
          </p:nvPr>
        </p:nvSpPr>
        <p:spPr>
          <a:xfrm>
            <a:off x="314524" y="1164702"/>
            <a:ext cx="8514953" cy="3269848"/>
          </a:xfrm>
        </p:spPr>
        <p:txBody>
          <a:bodyPr/>
          <a:lstStyle>
            <a:lvl1pPr marL="0" indent="0">
              <a:buNone/>
              <a:defRPr/>
            </a:lvl1pPr>
          </a:lstStyle>
          <a:p>
            <a:r>
              <a:rPr lang="en-US"/>
              <a:t>Click icon to add table</a:t>
            </a:r>
          </a:p>
        </p:txBody>
      </p:sp>
      <p:sp>
        <p:nvSpPr>
          <p:cNvPr id="3" name="Slide Number Placeholder 5">
            <a:extLst>
              <a:ext uri="{FF2B5EF4-FFF2-40B4-BE49-F238E27FC236}">
                <a16:creationId xmlns:a16="http://schemas.microsoft.com/office/drawing/2014/main" id="{3440C264-907A-2A22-91CB-67E7EF96F1AC}"/>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387038868"/>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2_Headshot Feature Slid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1562804" y="1462719"/>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hasCustomPrompt="1"/>
          </p:nvPr>
        </p:nvSpPr>
        <p:spPr>
          <a:xfrm>
            <a:off x="1562804" y="1803996"/>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7" name="Picture Placeholder 6">
            <a:extLst>
              <a:ext uri="{FF2B5EF4-FFF2-40B4-BE49-F238E27FC236}">
                <a16:creationId xmlns:a16="http://schemas.microsoft.com/office/drawing/2014/main" id="{590BE259-1380-7F27-3E64-533E1C56F5F0}"/>
              </a:ext>
            </a:extLst>
          </p:cNvPr>
          <p:cNvSpPr>
            <a:spLocks noGrp="1"/>
          </p:cNvSpPr>
          <p:nvPr>
            <p:ph type="pic" sz="quarter" idx="20"/>
          </p:nvPr>
        </p:nvSpPr>
        <p:spPr>
          <a:xfrm>
            <a:off x="314524" y="1520468"/>
            <a:ext cx="1052696" cy="1051282"/>
          </a:xfrm>
          <a:solidFill>
            <a:schemeClr val="bg1">
              <a:lumMod val="85000"/>
            </a:schemeClr>
          </a:solidFill>
        </p:spPr>
        <p:txBody>
          <a:bodyPr/>
          <a:lstStyle/>
          <a:p>
            <a:r>
              <a:rPr lang="en-US"/>
              <a:t>Click icon to add picture</a:t>
            </a:r>
          </a:p>
        </p:txBody>
      </p:sp>
      <p:sp>
        <p:nvSpPr>
          <p:cNvPr id="16" name="Text Placeholder 13">
            <a:extLst>
              <a:ext uri="{FF2B5EF4-FFF2-40B4-BE49-F238E27FC236}">
                <a16:creationId xmlns:a16="http://schemas.microsoft.com/office/drawing/2014/main" id="{6340FD9B-AE60-3404-C819-CD753CD6CA20}"/>
              </a:ext>
            </a:extLst>
          </p:cNvPr>
          <p:cNvSpPr>
            <a:spLocks noGrp="1"/>
          </p:cNvSpPr>
          <p:nvPr>
            <p:ph type="body" sz="quarter" idx="21" hasCustomPrompt="1"/>
          </p:nvPr>
        </p:nvSpPr>
        <p:spPr>
          <a:xfrm>
            <a:off x="1562804" y="2872951"/>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17" name="Content Placeholder 16">
            <a:extLst>
              <a:ext uri="{FF2B5EF4-FFF2-40B4-BE49-F238E27FC236}">
                <a16:creationId xmlns:a16="http://schemas.microsoft.com/office/drawing/2014/main" id="{76DBD51D-CD95-46A6-B925-503D5128623C}"/>
              </a:ext>
            </a:extLst>
          </p:cNvPr>
          <p:cNvSpPr>
            <a:spLocks noGrp="1"/>
          </p:cNvSpPr>
          <p:nvPr>
            <p:ph sz="quarter" idx="22" hasCustomPrompt="1"/>
          </p:nvPr>
        </p:nvSpPr>
        <p:spPr>
          <a:xfrm>
            <a:off x="1562804" y="3214228"/>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18" name="Picture Placeholder 6">
            <a:extLst>
              <a:ext uri="{FF2B5EF4-FFF2-40B4-BE49-F238E27FC236}">
                <a16:creationId xmlns:a16="http://schemas.microsoft.com/office/drawing/2014/main" id="{B4D58A6A-B651-A158-704E-ED16D440AEC5}"/>
              </a:ext>
            </a:extLst>
          </p:cNvPr>
          <p:cNvSpPr>
            <a:spLocks noGrp="1"/>
          </p:cNvSpPr>
          <p:nvPr>
            <p:ph type="pic" sz="quarter" idx="23"/>
          </p:nvPr>
        </p:nvSpPr>
        <p:spPr>
          <a:xfrm>
            <a:off x="314524" y="2930701"/>
            <a:ext cx="1052696" cy="1051282"/>
          </a:xfrm>
          <a:solidFill>
            <a:schemeClr val="bg1">
              <a:lumMod val="85000"/>
            </a:schemeClr>
          </a:solidFill>
        </p:spPr>
        <p:txBody>
          <a:bodyPr/>
          <a:lstStyle/>
          <a:p>
            <a:r>
              <a:rPr lang="en-US"/>
              <a:t>Click icon to add picture</a:t>
            </a:r>
          </a:p>
        </p:txBody>
      </p:sp>
      <p:sp>
        <p:nvSpPr>
          <p:cNvPr id="4" name="Slide Number Placeholder 5">
            <a:extLst>
              <a:ext uri="{FF2B5EF4-FFF2-40B4-BE49-F238E27FC236}">
                <a16:creationId xmlns:a16="http://schemas.microsoft.com/office/drawing/2014/main" id="{AB2B1C0E-D76E-924F-D78D-DA11B6B65438}"/>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5" name="object 2">
            <a:extLst>
              <a:ext uri="{FF2B5EF4-FFF2-40B4-BE49-F238E27FC236}">
                <a16:creationId xmlns:a16="http://schemas.microsoft.com/office/drawing/2014/main" id="{2795F680-5BC6-DF2A-4A2B-F874D5946CAD}"/>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48947450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2_Chart With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4" name="object 2">
            <a:extLst>
              <a:ext uri="{FF2B5EF4-FFF2-40B4-BE49-F238E27FC236}">
                <a16:creationId xmlns:a16="http://schemas.microsoft.com/office/drawing/2014/main" id="{3EEB7A42-5110-13AD-1E86-1C14D8EA0C4A}"/>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3" y="1170323"/>
            <a:ext cx="5446196"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5446196" cy="2394406"/>
          </a:xfrm>
        </p:spPr>
        <p:txBody>
          <a:bodyPr/>
          <a:lstStyle>
            <a:lvl1pPr>
              <a:defRPr/>
            </a:lvl1pPr>
          </a:lstStyle>
          <a:p>
            <a:r>
              <a:rPr lang="en-US"/>
              <a:t>Click icon to add chart</a:t>
            </a:r>
          </a:p>
        </p:txBody>
      </p:sp>
      <p:sp>
        <p:nvSpPr>
          <p:cNvPr id="7" name="Text Placeholder 13">
            <a:extLst>
              <a:ext uri="{FF2B5EF4-FFF2-40B4-BE49-F238E27FC236}">
                <a16:creationId xmlns:a16="http://schemas.microsoft.com/office/drawing/2014/main" id="{1BB87E08-F5B2-1C85-04B0-1A4D63D6F725}"/>
              </a:ext>
            </a:extLst>
          </p:cNvPr>
          <p:cNvSpPr>
            <a:spLocks noGrp="1"/>
          </p:cNvSpPr>
          <p:nvPr>
            <p:ph type="body" sz="quarter" idx="20" hasCustomPrompt="1"/>
          </p:nvPr>
        </p:nvSpPr>
        <p:spPr>
          <a:xfrm>
            <a:off x="6230589" y="1246474"/>
            <a:ext cx="2598888"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8" name="Content Placeholder 16">
            <a:extLst>
              <a:ext uri="{FF2B5EF4-FFF2-40B4-BE49-F238E27FC236}">
                <a16:creationId xmlns:a16="http://schemas.microsoft.com/office/drawing/2014/main" id="{DFCB2DF8-8D4A-D112-A1F9-55A56C739C93}"/>
              </a:ext>
            </a:extLst>
          </p:cNvPr>
          <p:cNvSpPr>
            <a:spLocks noGrp="1"/>
          </p:cNvSpPr>
          <p:nvPr>
            <p:ph sz="quarter" idx="21"/>
          </p:nvPr>
        </p:nvSpPr>
        <p:spPr>
          <a:xfrm>
            <a:off x="6230589" y="1903274"/>
            <a:ext cx="2598888" cy="2394406"/>
          </a:xfrm>
        </p:spPr>
        <p:txBody>
          <a:bodyPr>
            <a:no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CD8C89FE-E5DA-B993-1428-B78D5CC400E7}"/>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Slide Number Placeholder 5">
            <a:extLst>
              <a:ext uri="{FF2B5EF4-FFF2-40B4-BE49-F238E27FC236}">
                <a16:creationId xmlns:a16="http://schemas.microsoft.com/office/drawing/2014/main" id="{5F135AD9-D450-D550-8CBA-5F0400B4E94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11" name="object 2">
            <a:extLst>
              <a:ext uri="{FF2B5EF4-FFF2-40B4-BE49-F238E27FC236}">
                <a16:creationId xmlns:a16="http://schemas.microsoft.com/office/drawing/2014/main" id="{52F1A9D9-AEF3-03D3-893F-3F2FD6179507}"/>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2" name="object 2">
            <a:extLst>
              <a:ext uri="{FF2B5EF4-FFF2-40B4-BE49-F238E27FC236}">
                <a16:creationId xmlns:a16="http://schemas.microsoft.com/office/drawing/2014/main" id="{68701800-B74C-8FC4-4147-D261C31103E8}"/>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cxnSp>
        <p:nvCxnSpPr>
          <p:cNvPr id="13" name="Straight Connector 12">
            <a:extLst>
              <a:ext uri="{FF2B5EF4-FFF2-40B4-BE49-F238E27FC236}">
                <a16:creationId xmlns:a16="http://schemas.microsoft.com/office/drawing/2014/main" id="{20C31785-D02E-E65F-621F-C45A6665AEEF}"/>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48882101"/>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2_Chart without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4" y="1170323"/>
            <a:ext cx="8514953"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8514953" cy="2394406"/>
          </a:xfrm>
        </p:spPr>
        <p:txBody>
          <a:bodyPr/>
          <a:lstStyle>
            <a:lvl1pPr>
              <a:defRPr/>
            </a:lvl1pPr>
          </a:lstStyle>
          <a:p>
            <a:r>
              <a:rPr lang="en-US"/>
              <a:t>Click icon to add chart</a:t>
            </a:r>
          </a:p>
        </p:txBody>
      </p:sp>
      <p:sp>
        <p:nvSpPr>
          <p:cNvPr id="4" name="Slide Number Placeholder 5">
            <a:extLst>
              <a:ext uri="{FF2B5EF4-FFF2-40B4-BE49-F238E27FC236}">
                <a16:creationId xmlns:a16="http://schemas.microsoft.com/office/drawing/2014/main" id="{2651C850-897C-E949-B6AA-E058B3A7F606}"/>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
        <p:nvSpPr>
          <p:cNvPr id="7" name="object 2">
            <a:extLst>
              <a:ext uri="{FF2B5EF4-FFF2-40B4-BE49-F238E27FC236}">
                <a16:creationId xmlns:a16="http://schemas.microsoft.com/office/drawing/2014/main" id="{C38F6F31-2868-9251-1D21-CE19F08F1A85}"/>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Tree>
    <p:extLst>
      <p:ext uri="{BB962C8B-B14F-4D97-AF65-F5344CB8AC3E}">
        <p14:creationId xmlns:p14="http://schemas.microsoft.com/office/powerpoint/2010/main" val="79639399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2_LAST LAYOUT OF TEMPLA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1B9540-768B-ACCF-01EE-CF2685BD13DD}"/>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2" name="Rectangle 1"/>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D2B639E-47C6-429D-9B16-628D1D29F30C}"/>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5" name="Rectangle 4">
            <a:extLst>
              <a:ext uri="{FF2B5EF4-FFF2-40B4-BE49-F238E27FC236}">
                <a16:creationId xmlns:a16="http://schemas.microsoft.com/office/drawing/2014/main" id="{6DD9BE18-9205-BA2F-4BEB-AE6F483A0E92}"/>
              </a:ext>
            </a:extLst>
          </p:cNvPr>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Tree>
    <p:extLst>
      <p:ext uri="{BB962C8B-B14F-4D97-AF65-F5344CB8AC3E}">
        <p14:creationId xmlns:p14="http://schemas.microsoft.com/office/powerpoint/2010/main" val="203475107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cSld name="3_Org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385430"/>
            <a:ext cx="2689174" cy="455767"/>
          </a:xfrm>
        </p:spPr>
        <p:txBody>
          <a:bodyPr lIns="91440">
            <a:noAutofit/>
          </a:bodyPr>
          <a:lstStyle>
            <a:lvl1pPr>
              <a:defRPr sz="2500"/>
            </a:lvl1pPr>
          </a:lstStyle>
          <a:p>
            <a:r>
              <a:rPr lang="en-US"/>
              <a:t>Click To Edit</a:t>
            </a:r>
          </a:p>
        </p:txBody>
      </p:sp>
      <p:sp>
        <p:nvSpPr>
          <p:cNvPr id="3" name="Content Placeholder 2"/>
          <p:cNvSpPr>
            <a:spLocks noGrp="1"/>
          </p:cNvSpPr>
          <p:nvPr>
            <p:ph idx="1" hasCustomPrompt="1"/>
          </p:nvPr>
        </p:nvSpPr>
        <p:spPr>
          <a:xfrm>
            <a:off x="314523" y="998141"/>
            <a:ext cx="1912656" cy="842621"/>
          </a:xfrm>
        </p:spPr>
        <p:txBody>
          <a:bodyPr>
            <a:noAutofit/>
          </a:bodyPr>
          <a:lstStyle>
            <a:lvl1pPr marL="0" indent="0">
              <a:buNone/>
              <a:defRPr sz="1750"/>
            </a:lvl1pPr>
            <a:lvl2pPr marL="212328" indent="0">
              <a:buNone/>
              <a:defRPr sz="1750"/>
            </a:lvl2pPr>
            <a:lvl3pPr marL="430609" indent="0">
              <a:buNone/>
              <a:defRPr sz="1750"/>
            </a:lvl3pPr>
            <a:lvl4pPr marL="610195" indent="0">
              <a:buNone/>
              <a:defRPr sz="1750"/>
            </a:lvl4pPr>
            <a:lvl5pPr marL="821531" indent="0">
              <a:buNone/>
              <a:defRPr sz="1750"/>
            </a:lvl5pPr>
          </a:lstStyle>
          <a:p>
            <a:pPr lvl="0"/>
            <a:r>
              <a:rPr lang="en-US"/>
              <a:t>Click to edit subtitle text</a:t>
            </a:r>
          </a:p>
        </p:txBody>
      </p:sp>
      <p:sp>
        <p:nvSpPr>
          <p:cNvPr id="9" name="Picture Placeholder 6">
            <a:extLst>
              <a:ext uri="{FF2B5EF4-FFF2-40B4-BE49-F238E27FC236}">
                <a16:creationId xmlns:a16="http://schemas.microsoft.com/office/drawing/2014/main" id="{0F6CA80A-BA8C-B7F2-8C4E-F84D62670B2D}"/>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11" name="Text Placeholder 10">
            <a:extLst>
              <a:ext uri="{FF2B5EF4-FFF2-40B4-BE49-F238E27FC236}">
                <a16:creationId xmlns:a16="http://schemas.microsoft.com/office/drawing/2014/main" id="{F0DC35C0-C611-78A7-EFF1-0330D38B6D9D}"/>
              </a:ext>
            </a:extLst>
          </p:cNvPr>
          <p:cNvSpPr>
            <a:spLocks noGrp="1"/>
          </p:cNvSpPr>
          <p:nvPr>
            <p:ph type="body" sz="quarter" idx="21" hasCustomPrompt="1"/>
          </p:nvPr>
        </p:nvSpPr>
        <p:spPr>
          <a:xfrm>
            <a:off x="107553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2" name="Text Placeholder 10">
            <a:extLst>
              <a:ext uri="{FF2B5EF4-FFF2-40B4-BE49-F238E27FC236}">
                <a16:creationId xmlns:a16="http://schemas.microsoft.com/office/drawing/2014/main" id="{EF97933E-A769-4EC3-221C-BD006D40E1B0}"/>
              </a:ext>
            </a:extLst>
          </p:cNvPr>
          <p:cNvSpPr>
            <a:spLocks noGrp="1"/>
          </p:cNvSpPr>
          <p:nvPr>
            <p:ph type="body" sz="quarter" idx="22" hasCustomPrompt="1"/>
          </p:nvPr>
        </p:nvSpPr>
        <p:spPr>
          <a:xfrm>
            <a:off x="107553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16" name="Picture Placeholder 6">
            <a:extLst>
              <a:ext uri="{FF2B5EF4-FFF2-40B4-BE49-F238E27FC236}">
                <a16:creationId xmlns:a16="http://schemas.microsoft.com/office/drawing/2014/main" id="{79D9B7D2-2E2B-3273-95B3-EF18CB903DCB}"/>
              </a:ext>
            </a:extLst>
          </p:cNvPr>
          <p:cNvSpPr>
            <a:spLocks noGrp="1"/>
          </p:cNvSpPr>
          <p:nvPr>
            <p:ph type="pic" sz="quarter" idx="23"/>
          </p:nvPr>
        </p:nvSpPr>
        <p:spPr>
          <a:xfrm>
            <a:off x="2490031"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17" name="Text Placeholder 10">
            <a:extLst>
              <a:ext uri="{FF2B5EF4-FFF2-40B4-BE49-F238E27FC236}">
                <a16:creationId xmlns:a16="http://schemas.microsoft.com/office/drawing/2014/main" id="{D210B44B-5432-4C48-2886-68C6391780E1}"/>
              </a:ext>
            </a:extLst>
          </p:cNvPr>
          <p:cNvSpPr>
            <a:spLocks noGrp="1"/>
          </p:cNvSpPr>
          <p:nvPr>
            <p:ph type="body" sz="quarter" idx="24" hasCustomPrompt="1"/>
          </p:nvPr>
        </p:nvSpPr>
        <p:spPr>
          <a:xfrm>
            <a:off x="325104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8" name="Text Placeholder 10">
            <a:extLst>
              <a:ext uri="{FF2B5EF4-FFF2-40B4-BE49-F238E27FC236}">
                <a16:creationId xmlns:a16="http://schemas.microsoft.com/office/drawing/2014/main" id="{FFAAB62C-3F7A-FE76-23EB-98DB2C24AA32}"/>
              </a:ext>
            </a:extLst>
          </p:cNvPr>
          <p:cNvSpPr>
            <a:spLocks noGrp="1"/>
          </p:cNvSpPr>
          <p:nvPr>
            <p:ph type="body" sz="quarter" idx="25" hasCustomPrompt="1"/>
          </p:nvPr>
        </p:nvSpPr>
        <p:spPr>
          <a:xfrm>
            <a:off x="325104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0" name="Picture Placeholder 6">
            <a:extLst>
              <a:ext uri="{FF2B5EF4-FFF2-40B4-BE49-F238E27FC236}">
                <a16:creationId xmlns:a16="http://schemas.microsoft.com/office/drawing/2014/main" id="{91540D4C-2F55-AF9F-EB75-B005081C1B29}"/>
              </a:ext>
            </a:extLst>
          </p:cNvPr>
          <p:cNvSpPr>
            <a:spLocks noGrp="1"/>
          </p:cNvSpPr>
          <p:nvPr>
            <p:ph type="pic" sz="quarter" idx="26"/>
          </p:nvPr>
        </p:nvSpPr>
        <p:spPr>
          <a:xfrm>
            <a:off x="4661925"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21" name="Text Placeholder 10">
            <a:extLst>
              <a:ext uri="{FF2B5EF4-FFF2-40B4-BE49-F238E27FC236}">
                <a16:creationId xmlns:a16="http://schemas.microsoft.com/office/drawing/2014/main" id="{4F6C9556-BFE5-B01F-9587-486E37435807}"/>
              </a:ext>
            </a:extLst>
          </p:cNvPr>
          <p:cNvSpPr>
            <a:spLocks noGrp="1"/>
          </p:cNvSpPr>
          <p:nvPr>
            <p:ph type="body" sz="quarter" idx="27" hasCustomPrompt="1"/>
          </p:nvPr>
        </p:nvSpPr>
        <p:spPr>
          <a:xfrm>
            <a:off x="5422937"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2" name="Text Placeholder 10">
            <a:extLst>
              <a:ext uri="{FF2B5EF4-FFF2-40B4-BE49-F238E27FC236}">
                <a16:creationId xmlns:a16="http://schemas.microsoft.com/office/drawing/2014/main" id="{2ED38802-657F-81C9-048E-05CB3E058EF9}"/>
              </a:ext>
            </a:extLst>
          </p:cNvPr>
          <p:cNvSpPr>
            <a:spLocks noGrp="1"/>
          </p:cNvSpPr>
          <p:nvPr>
            <p:ph type="body" sz="quarter" idx="28" hasCustomPrompt="1"/>
          </p:nvPr>
        </p:nvSpPr>
        <p:spPr>
          <a:xfrm>
            <a:off x="5422937"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4" name="Picture Placeholder 6">
            <a:extLst>
              <a:ext uri="{FF2B5EF4-FFF2-40B4-BE49-F238E27FC236}">
                <a16:creationId xmlns:a16="http://schemas.microsoft.com/office/drawing/2014/main" id="{F6E8F21C-F64B-5865-6BCD-F80121E8E88E}"/>
              </a:ext>
            </a:extLst>
          </p:cNvPr>
          <p:cNvSpPr>
            <a:spLocks noGrp="1"/>
          </p:cNvSpPr>
          <p:nvPr>
            <p:ph type="pic" sz="quarter" idx="29"/>
          </p:nvPr>
        </p:nvSpPr>
        <p:spPr>
          <a:xfrm>
            <a:off x="6833818"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25" name="Text Placeholder 10">
            <a:extLst>
              <a:ext uri="{FF2B5EF4-FFF2-40B4-BE49-F238E27FC236}">
                <a16:creationId xmlns:a16="http://schemas.microsoft.com/office/drawing/2014/main" id="{535D82FB-2E4E-4B62-8878-B6A81F0D91C9}"/>
              </a:ext>
            </a:extLst>
          </p:cNvPr>
          <p:cNvSpPr>
            <a:spLocks noGrp="1"/>
          </p:cNvSpPr>
          <p:nvPr>
            <p:ph type="body" sz="quarter" idx="30" hasCustomPrompt="1"/>
          </p:nvPr>
        </p:nvSpPr>
        <p:spPr>
          <a:xfrm>
            <a:off x="7594831"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6" name="Text Placeholder 10">
            <a:extLst>
              <a:ext uri="{FF2B5EF4-FFF2-40B4-BE49-F238E27FC236}">
                <a16:creationId xmlns:a16="http://schemas.microsoft.com/office/drawing/2014/main" id="{79396F1E-0D7A-C6CC-EFE8-C181FDAFC3F1}"/>
              </a:ext>
            </a:extLst>
          </p:cNvPr>
          <p:cNvSpPr>
            <a:spLocks noGrp="1"/>
          </p:cNvSpPr>
          <p:nvPr>
            <p:ph type="body" sz="quarter" idx="31" hasCustomPrompt="1"/>
          </p:nvPr>
        </p:nvSpPr>
        <p:spPr>
          <a:xfrm>
            <a:off x="7594831"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8" name="Picture Placeholder 6">
            <a:extLst>
              <a:ext uri="{FF2B5EF4-FFF2-40B4-BE49-F238E27FC236}">
                <a16:creationId xmlns:a16="http://schemas.microsoft.com/office/drawing/2014/main" id="{94521486-C084-761E-652A-41F8EDD95CD2}"/>
              </a:ext>
            </a:extLst>
          </p:cNvPr>
          <p:cNvSpPr>
            <a:spLocks noGrp="1"/>
          </p:cNvSpPr>
          <p:nvPr>
            <p:ph type="pic" sz="quarter" idx="32"/>
          </p:nvPr>
        </p:nvSpPr>
        <p:spPr>
          <a:xfrm>
            <a:off x="314521"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29" name="Text Placeholder 10">
            <a:extLst>
              <a:ext uri="{FF2B5EF4-FFF2-40B4-BE49-F238E27FC236}">
                <a16:creationId xmlns:a16="http://schemas.microsoft.com/office/drawing/2014/main" id="{8DC7B0C1-3855-86C2-0A18-D670191A8392}"/>
              </a:ext>
            </a:extLst>
          </p:cNvPr>
          <p:cNvSpPr>
            <a:spLocks noGrp="1"/>
          </p:cNvSpPr>
          <p:nvPr>
            <p:ph type="body" sz="quarter" idx="33" hasCustomPrompt="1"/>
          </p:nvPr>
        </p:nvSpPr>
        <p:spPr>
          <a:xfrm>
            <a:off x="107553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0" name="Text Placeholder 10">
            <a:extLst>
              <a:ext uri="{FF2B5EF4-FFF2-40B4-BE49-F238E27FC236}">
                <a16:creationId xmlns:a16="http://schemas.microsoft.com/office/drawing/2014/main" id="{8955BC9D-F392-B268-B8FA-CC8EA43E773F}"/>
              </a:ext>
            </a:extLst>
          </p:cNvPr>
          <p:cNvSpPr>
            <a:spLocks noGrp="1"/>
          </p:cNvSpPr>
          <p:nvPr>
            <p:ph type="body" sz="quarter" idx="34" hasCustomPrompt="1"/>
          </p:nvPr>
        </p:nvSpPr>
        <p:spPr>
          <a:xfrm>
            <a:off x="107553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2" name="Picture Placeholder 6">
            <a:extLst>
              <a:ext uri="{FF2B5EF4-FFF2-40B4-BE49-F238E27FC236}">
                <a16:creationId xmlns:a16="http://schemas.microsoft.com/office/drawing/2014/main" id="{BD558958-69BB-A734-6ACB-32F309A77CFF}"/>
              </a:ext>
            </a:extLst>
          </p:cNvPr>
          <p:cNvSpPr>
            <a:spLocks noGrp="1"/>
          </p:cNvSpPr>
          <p:nvPr>
            <p:ph type="pic" sz="quarter" idx="35"/>
          </p:nvPr>
        </p:nvSpPr>
        <p:spPr>
          <a:xfrm>
            <a:off x="2490031"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33" name="Text Placeholder 10">
            <a:extLst>
              <a:ext uri="{FF2B5EF4-FFF2-40B4-BE49-F238E27FC236}">
                <a16:creationId xmlns:a16="http://schemas.microsoft.com/office/drawing/2014/main" id="{F0B6883B-4B23-05B7-1A9A-829255DBC0DB}"/>
              </a:ext>
            </a:extLst>
          </p:cNvPr>
          <p:cNvSpPr>
            <a:spLocks noGrp="1"/>
          </p:cNvSpPr>
          <p:nvPr>
            <p:ph type="body" sz="quarter" idx="36" hasCustomPrompt="1"/>
          </p:nvPr>
        </p:nvSpPr>
        <p:spPr>
          <a:xfrm>
            <a:off x="325104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4" name="Text Placeholder 10">
            <a:extLst>
              <a:ext uri="{FF2B5EF4-FFF2-40B4-BE49-F238E27FC236}">
                <a16:creationId xmlns:a16="http://schemas.microsoft.com/office/drawing/2014/main" id="{882FBF47-1EC2-57D6-A2F5-3CB615404C58}"/>
              </a:ext>
            </a:extLst>
          </p:cNvPr>
          <p:cNvSpPr>
            <a:spLocks noGrp="1"/>
          </p:cNvSpPr>
          <p:nvPr>
            <p:ph type="body" sz="quarter" idx="37" hasCustomPrompt="1"/>
          </p:nvPr>
        </p:nvSpPr>
        <p:spPr>
          <a:xfrm>
            <a:off x="325104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6" name="Picture Placeholder 6">
            <a:extLst>
              <a:ext uri="{FF2B5EF4-FFF2-40B4-BE49-F238E27FC236}">
                <a16:creationId xmlns:a16="http://schemas.microsoft.com/office/drawing/2014/main" id="{B4F1ECC7-0294-0893-F7B6-4B719C20DB3C}"/>
              </a:ext>
            </a:extLst>
          </p:cNvPr>
          <p:cNvSpPr>
            <a:spLocks noGrp="1"/>
          </p:cNvSpPr>
          <p:nvPr>
            <p:ph type="pic" sz="quarter" idx="38"/>
          </p:nvPr>
        </p:nvSpPr>
        <p:spPr>
          <a:xfrm>
            <a:off x="4661925"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37" name="Text Placeholder 10">
            <a:extLst>
              <a:ext uri="{FF2B5EF4-FFF2-40B4-BE49-F238E27FC236}">
                <a16:creationId xmlns:a16="http://schemas.microsoft.com/office/drawing/2014/main" id="{CFE4742C-62A6-3943-3AB9-E1473AAB7BA1}"/>
              </a:ext>
            </a:extLst>
          </p:cNvPr>
          <p:cNvSpPr>
            <a:spLocks noGrp="1"/>
          </p:cNvSpPr>
          <p:nvPr>
            <p:ph type="body" sz="quarter" idx="39" hasCustomPrompt="1"/>
          </p:nvPr>
        </p:nvSpPr>
        <p:spPr>
          <a:xfrm>
            <a:off x="5422937"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8" name="Text Placeholder 10">
            <a:extLst>
              <a:ext uri="{FF2B5EF4-FFF2-40B4-BE49-F238E27FC236}">
                <a16:creationId xmlns:a16="http://schemas.microsoft.com/office/drawing/2014/main" id="{1018C43F-F5F3-65A1-AD09-625021BFECD0}"/>
              </a:ext>
            </a:extLst>
          </p:cNvPr>
          <p:cNvSpPr>
            <a:spLocks noGrp="1"/>
          </p:cNvSpPr>
          <p:nvPr>
            <p:ph type="body" sz="quarter" idx="40" hasCustomPrompt="1"/>
          </p:nvPr>
        </p:nvSpPr>
        <p:spPr>
          <a:xfrm>
            <a:off x="5422937"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0" name="Picture Placeholder 6">
            <a:extLst>
              <a:ext uri="{FF2B5EF4-FFF2-40B4-BE49-F238E27FC236}">
                <a16:creationId xmlns:a16="http://schemas.microsoft.com/office/drawing/2014/main" id="{DCFA9079-BB94-319C-A413-6D8E15EEAD2E}"/>
              </a:ext>
            </a:extLst>
          </p:cNvPr>
          <p:cNvSpPr>
            <a:spLocks noGrp="1"/>
          </p:cNvSpPr>
          <p:nvPr>
            <p:ph type="pic" sz="quarter" idx="41"/>
          </p:nvPr>
        </p:nvSpPr>
        <p:spPr>
          <a:xfrm>
            <a:off x="6833818"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41" name="Text Placeholder 10">
            <a:extLst>
              <a:ext uri="{FF2B5EF4-FFF2-40B4-BE49-F238E27FC236}">
                <a16:creationId xmlns:a16="http://schemas.microsoft.com/office/drawing/2014/main" id="{94925F85-A2AA-F720-3745-59937409054F}"/>
              </a:ext>
            </a:extLst>
          </p:cNvPr>
          <p:cNvSpPr>
            <a:spLocks noGrp="1"/>
          </p:cNvSpPr>
          <p:nvPr>
            <p:ph type="body" sz="quarter" idx="42" hasCustomPrompt="1"/>
          </p:nvPr>
        </p:nvSpPr>
        <p:spPr>
          <a:xfrm>
            <a:off x="7594831"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2" name="Text Placeholder 10">
            <a:extLst>
              <a:ext uri="{FF2B5EF4-FFF2-40B4-BE49-F238E27FC236}">
                <a16:creationId xmlns:a16="http://schemas.microsoft.com/office/drawing/2014/main" id="{BA19A9E8-6749-F611-3A66-EF24A8AA0084}"/>
              </a:ext>
            </a:extLst>
          </p:cNvPr>
          <p:cNvSpPr>
            <a:spLocks noGrp="1"/>
          </p:cNvSpPr>
          <p:nvPr>
            <p:ph type="body" sz="quarter" idx="43" hasCustomPrompt="1"/>
          </p:nvPr>
        </p:nvSpPr>
        <p:spPr>
          <a:xfrm>
            <a:off x="7594831"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4" name="Picture Placeholder 6">
            <a:extLst>
              <a:ext uri="{FF2B5EF4-FFF2-40B4-BE49-F238E27FC236}">
                <a16:creationId xmlns:a16="http://schemas.microsoft.com/office/drawing/2014/main" id="{4F4355E3-EC8E-5C40-BF7E-21130271D4CF}"/>
              </a:ext>
            </a:extLst>
          </p:cNvPr>
          <p:cNvSpPr>
            <a:spLocks noGrp="1"/>
          </p:cNvSpPr>
          <p:nvPr>
            <p:ph type="pic" sz="quarter" idx="44"/>
          </p:nvPr>
        </p:nvSpPr>
        <p:spPr>
          <a:xfrm>
            <a:off x="2490031" y="1604440"/>
            <a:ext cx="703631" cy="702685"/>
          </a:xfrm>
          <a:solidFill>
            <a:schemeClr val="bg1">
              <a:lumMod val="85000"/>
            </a:schemeClr>
          </a:solidFill>
        </p:spPr>
        <p:txBody>
          <a:bodyPr/>
          <a:lstStyle>
            <a:lvl1pPr marL="0" indent="0">
              <a:buNone/>
              <a:defRPr/>
            </a:lvl1pPr>
          </a:lstStyle>
          <a:p>
            <a:r>
              <a:rPr lang="en-US"/>
              <a:t>Click icon to add picture</a:t>
            </a:r>
          </a:p>
        </p:txBody>
      </p:sp>
      <p:sp>
        <p:nvSpPr>
          <p:cNvPr id="45" name="Text Placeholder 10">
            <a:extLst>
              <a:ext uri="{FF2B5EF4-FFF2-40B4-BE49-F238E27FC236}">
                <a16:creationId xmlns:a16="http://schemas.microsoft.com/office/drawing/2014/main" id="{B899B7C8-075B-A7DA-BC67-2BE408DFE9DC}"/>
              </a:ext>
            </a:extLst>
          </p:cNvPr>
          <p:cNvSpPr>
            <a:spLocks noGrp="1"/>
          </p:cNvSpPr>
          <p:nvPr>
            <p:ph type="body" sz="quarter" idx="45" hasCustomPrompt="1"/>
          </p:nvPr>
        </p:nvSpPr>
        <p:spPr>
          <a:xfrm>
            <a:off x="3251043"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6" name="Text Placeholder 10">
            <a:extLst>
              <a:ext uri="{FF2B5EF4-FFF2-40B4-BE49-F238E27FC236}">
                <a16:creationId xmlns:a16="http://schemas.microsoft.com/office/drawing/2014/main" id="{64237FA6-A072-9159-A24D-79BBBDF4E064}"/>
              </a:ext>
            </a:extLst>
          </p:cNvPr>
          <p:cNvSpPr>
            <a:spLocks noGrp="1"/>
          </p:cNvSpPr>
          <p:nvPr>
            <p:ph type="body" sz="quarter" idx="46" hasCustomPrompt="1"/>
          </p:nvPr>
        </p:nvSpPr>
        <p:spPr>
          <a:xfrm>
            <a:off x="3251043"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8" name="Picture Placeholder 6">
            <a:extLst>
              <a:ext uri="{FF2B5EF4-FFF2-40B4-BE49-F238E27FC236}">
                <a16:creationId xmlns:a16="http://schemas.microsoft.com/office/drawing/2014/main" id="{BABB45AB-EF52-4504-652B-34551886BBAF}"/>
              </a:ext>
            </a:extLst>
          </p:cNvPr>
          <p:cNvSpPr>
            <a:spLocks noGrp="1"/>
          </p:cNvSpPr>
          <p:nvPr>
            <p:ph type="pic" sz="quarter" idx="47"/>
          </p:nvPr>
        </p:nvSpPr>
        <p:spPr>
          <a:xfrm>
            <a:off x="4661925" y="1604440"/>
            <a:ext cx="703631" cy="702685"/>
          </a:xfrm>
          <a:solidFill>
            <a:schemeClr val="bg1">
              <a:lumMod val="85000"/>
            </a:schemeClr>
          </a:solidFill>
        </p:spPr>
        <p:txBody>
          <a:bodyPr/>
          <a:lstStyle>
            <a:lvl1pPr marL="0" indent="0">
              <a:buNone/>
              <a:defRPr/>
            </a:lvl1pPr>
          </a:lstStyle>
          <a:p>
            <a:r>
              <a:rPr lang="en-US"/>
              <a:t>Click icon to add picture</a:t>
            </a:r>
          </a:p>
        </p:txBody>
      </p:sp>
      <p:sp>
        <p:nvSpPr>
          <p:cNvPr id="49" name="Text Placeholder 10">
            <a:extLst>
              <a:ext uri="{FF2B5EF4-FFF2-40B4-BE49-F238E27FC236}">
                <a16:creationId xmlns:a16="http://schemas.microsoft.com/office/drawing/2014/main" id="{739A6FDB-63BA-5D83-CAF0-EAB994855796}"/>
              </a:ext>
            </a:extLst>
          </p:cNvPr>
          <p:cNvSpPr>
            <a:spLocks noGrp="1"/>
          </p:cNvSpPr>
          <p:nvPr>
            <p:ph type="body" sz="quarter" idx="48" hasCustomPrompt="1"/>
          </p:nvPr>
        </p:nvSpPr>
        <p:spPr>
          <a:xfrm>
            <a:off x="5422937"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0" name="Text Placeholder 10">
            <a:extLst>
              <a:ext uri="{FF2B5EF4-FFF2-40B4-BE49-F238E27FC236}">
                <a16:creationId xmlns:a16="http://schemas.microsoft.com/office/drawing/2014/main" id="{3CC40181-25B6-D371-6EDE-263324525C5B}"/>
              </a:ext>
            </a:extLst>
          </p:cNvPr>
          <p:cNvSpPr>
            <a:spLocks noGrp="1"/>
          </p:cNvSpPr>
          <p:nvPr>
            <p:ph type="body" sz="quarter" idx="49" hasCustomPrompt="1"/>
          </p:nvPr>
        </p:nvSpPr>
        <p:spPr>
          <a:xfrm>
            <a:off x="5422937"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52" name="Picture Placeholder 6">
            <a:extLst>
              <a:ext uri="{FF2B5EF4-FFF2-40B4-BE49-F238E27FC236}">
                <a16:creationId xmlns:a16="http://schemas.microsoft.com/office/drawing/2014/main" id="{AECC4A25-8EE4-5F71-7039-B9D6B4729098}"/>
              </a:ext>
            </a:extLst>
          </p:cNvPr>
          <p:cNvSpPr>
            <a:spLocks noGrp="1"/>
          </p:cNvSpPr>
          <p:nvPr>
            <p:ph type="pic" sz="quarter" idx="50"/>
          </p:nvPr>
        </p:nvSpPr>
        <p:spPr>
          <a:xfrm>
            <a:off x="3537974" y="574394"/>
            <a:ext cx="703631" cy="702685"/>
          </a:xfrm>
          <a:solidFill>
            <a:schemeClr val="bg1">
              <a:lumMod val="85000"/>
            </a:schemeClr>
          </a:solidFill>
        </p:spPr>
        <p:txBody>
          <a:bodyPr/>
          <a:lstStyle>
            <a:lvl1pPr marL="0" indent="0">
              <a:buNone/>
              <a:defRPr/>
            </a:lvl1pPr>
          </a:lstStyle>
          <a:p>
            <a:r>
              <a:rPr lang="en-US"/>
              <a:t>Click icon to add picture</a:t>
            </a:r>
          </a:p>
        </p:txBody>
      </p:sp>
      <p:sp>
        <p:nvSpPr>
          <p:cNvPr id="53" name="Text Placeholder 10">
            <a:extLst>
              <a:ext uri="{FF2B5EF4-FFF2-40B4-BE49-F238E27FC236}">
                <a16:creationId xmlns:a16="http://schemas.microsoft.com/office/drawing/2014/main" id="{D886AF52-6F03-B5B1-ABE1-123DB0094CF7}"/>
              </a:ext>
            </a:extLst>
          </p:cNvPr>
          <p:cNvSpPr>
            <a:spLocks noGrp="1"/>
          </p:cNvSpPr>
          <p:nvPr>
            <p:ph type="body" sz="quarter" idx="51" hasCustomPrompt="1"/>
          </p:nvPr>
        </p:nvSpPr>
        <p:spPr>
          <a:xfrm>
            <a:off x="4298987" y="672343"/>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4" name="Text Placeholder 10">
            <a:extLst>
              <a:ext uri="{FF2B5EF4-FFF2-40B4-BE49-F238E27FC236}">
                <a16:creationId xmlns:a16="http://schemas.microsoft.com/office/drawing/2014/main" id="{63C473C1-8B3A-5C7A-E473-B0F5F267A5D8}"/>
              </a:ext>
            </a:extLst>
          </p:cNvPr>
          <p:cNvSpPr>
            <a:spLocks noGrp="1"/>
          </p:cNvSpPr>
          <p:nvPr>
            <p:ph type="body" sz="quarter" idx="52" hasCustomPrompt="1"/>
          </p:nvPr>
        </p:nvSpPr>
        <p:spPr>
          <a:xfrm>
            <a:off x="4298987" y="862844"/>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 name="Slide Number Placeholder 5">
            <a:extLst>
              <a:ext uri="{FF2B5EF4-FFF2-40B4-BE49-F238E27FC236}">
                <a16:creationId xmlns:a16="http://schemas.microsoft.com/office/drawing/2014/main" id="{2B0155BC-BDA8-C818-E00A-BE1E32EAF0B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0667744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cSld name="4_Org 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385430"/>
            <a:ext cx="2689174" cy="455767"/>
          </a:xfrm>
        </p:spPr>
        <p:txBody>
          <a:bodyPr lIns="91440">
            <a:noAutofit/>
          </a:bodyPr>
          <a:lstStyle>
            <a:lvl1pPr>
              <a:defRPr sz="1875"/>
            </a:lvl1pPr>
          </a:lstStyle>
          <a:p>
            <a:r>
              <a:rPr lang="en-US"/>
              <a:t>Click To Edit</a:t>
            </a:r>
          </a:p>
        </p:txBody>
      </p:sp>
      <p:sp>
        <p:nvSpPr>
          <p:cNvPr id="3" name="Content Placeholder 2"/>
          <p:cNvSpPr>
            <a:spLocks noGrp="1"/>
          </p:cNvSpPr>
          <p:nvPr>
            <p:ph idx="1" hasCustomPrompt="1"/>
          </p:nvPr>
        </p:nvSpPr>
        <p:spPr>
          <a:xfrm>
            <a:off x="314523" y="998141"/>
            <a:ext cx="1912656" cy="842621"/>
          </a:xfrm>
        </p:spPr>
        <p:txBody>
          <a:bodyPr>
            <a:noAutofit/>
          </a:bodyPr>
          <a:lstStyle>
            <a:lvl1pPr marL="0" indent="0">
              <a:buNone/>
              <a:defRPr sz="1750"/>
            </a:lvl1pPr>
            <a:lvl2pPr marL="212328" indent="0">
              <a:buNone/>
              <a:defRPr sz="1750"/>
            </a:lvl2pPr>
            <a:lvl3pPr marL="430609" indent="0">
              <a:buNone/>
              <a:defRPr sz="1750"/>
            </a:lvl3pPr>
            <a:lvl4pPr marL="610195" indent="0">
              <a:buNone/>
              <a:defRPr sz="1750"/>
            </a:lvl4pPr>
            <a:lvl5pPr marL="821531" indent="0">
              <a:buNone/>
              <a:defRPr sz="1750"/>
            </a:lvl5pPr>
          </a:lstStyle>
          <a:p>
            <a:pPr lvl="0"/>
            <a:r>
              <a:rPr lang="en-US"/>
              <a:t>Click to edit subtitle text</a:t>
            </a:r>
          </a:p>
        </p:txBody>
      </p:sp>
      <p:sp>
        <p:nvSpPr>
          <p:cNvPr id="9" name="Picture Placeholder 6">
            <a:extLst>
              <a:ext uri="{FF2B5EF4-FFF2-40B4-BE49-F238E27FC236}">
                <a16:creationId xmlns:a16="http://schemas.microsoft.com/office/drawing/2014/main" id="{0F6CA80A-BA8C-B7F2-8C4E-F84D62670B2D}"/>
              </a:ext>
            </a:extLst>
          </p:cNvPr>
          <p:cNvSpPr>
            <a:spLocks noGrp="1"/>
          </p:cNvSpPr>
          <p:nvPr>
            <p:ph type="pic" sz="quarter" idx="20"/>
          </p:nvPr>
        </p:nvSpPr>
        <p:spPr>
          <a:xfrm>
            <a:off x="314521"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11" name="Text Placeholder 10">
            <a:extLst>
              <a:ext uri="{FF2B5EF4-FFF2-40B4-BE49-F238E27FC236}">
                <a16:creationId xmlns:a16="http://schemas.microsoft.com/office/drawing/2014/main" id="{F0DC35C0-C611-78A7-EFF1-0330D38B6D9D}"/>
              </a:ext>
            </a:extLst>
          </p:cNvPr>
          <p:cNvSpPr>
            <a:spLocks noGrp="1"/>
          </p:cNvSpPr>
          <p:nvPr>
            <p:ph type="body" sz="quarter" idx="21" hasCustomPrompt="1"/>
          </p:nvPr>
        </p:nvSpPr>
        <p:spPr>
          <a:xfrm>
            <a:off x="107553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2" name="Text Placeholder 10">
            <a:extLst>
              <a:ext uri="{FF2B5EF4-FFF2-40B4-BE49-F238E27FC236}">
                <a16:creationId xmlns:a16="http://schemas.microsoft.com/office/drawing/2014/main" id="{EF97933E-A769-4EC3-221C-BD006D40E1B0}"/>
              </a:ext>
            </a:extLst>
          </p:cNvPr>
          <p:cNvSpPr>
            <a:spLocks noGrp="1"/>
          </p:cNvSpPr>
          <p:nvPr>
            <p:ph type="body" sz="quarter" idx="22" hasCustomPrompt="1"/>
          </p:nvPr>
        </p:nvSpPr>
        <p:spPr>
          <a:xfrm>
            <a:off x="107553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16" name="Picture Placeholder 6">
            <a:extLst>
              <a:ext uri="{FF2B5EF4-FFF2-40B4-BE49-F238E27FC236}">
                <a16:creationId xmlns:a16="http://schemas.microsoft.com/office/drawing/2014/main" id="{79D9B7D2-2E2B-3273-95B3-EF18CB903DCB}"/>
              </a:ext>
            </a:extLst>
          </p:cNvPr>
          <p:cNvSpPr>
            <a:spLocks noGrp="1"/>
          </p:cNvSpPr>
          <p:nvPr>
            <p:ph type="pic" sz="quarter" idx="23"/>
          </p:nvPr>
        </p:nvSpPr>
        <p:spPr>
          <a:xfrm>
            <a:off x="2490031"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17" name="Text Placeholder 10">
            <a:extLst>
              <a:ext uri="{FF2B5EF4-FFF2-40B4-BE49-F238E27FC236}">
                <a16:creationId xmlns:a16="http://schemas.microsoft.com/office/drawing/2014/main" id="{D210B44B-5432-4C48-2886-68C6391780E1}"/>
              </a:ext>
            </a:extLst>
          </p:cNvPr>
          <p:cNvSpPr>
            <a:spLocks noGrp="1"/>
          </p:cNvSpPr>
          <p:nvPr>
            <p:ph type="body" sz="quarter" idx="24" hasCustomPrompt="1"/>
          </p:nvPr>
        </p:nvSpPr>
        <p:spPr>
          <a:xfrm>
            <a:off x="3251043"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18" name="Text Placeholder 10">
            <a:extLst>
              <a:ext uri="{FF2B5EF4-FFF2-40B4-BE49-F238E27FC236}">
                <a16:creationId xmlns:a16="http://schemas.microsoft.com/office/drawing/2014/main" id="{FFAAB62C-3F7A-FE76-23EB-98DB2C24AA32}"/>
              </a:ext>
            </a:extLst>
          </p:cNvPr>
          <p:cNvSpPr>
            <a:spLocks noGrp="1"/>
          </p:cNvSpPr>
          <p:nvPr>
            <p:ph type="body" sz="quarter" idx="25" hasCustomPrompt="1"/>
          </p:nvPr>
        </p:nvSpPr>
        <p:spPr>
          <a:xfrm>
            <a:off x="3251043"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0" name="Picture Placeholder 6">
            <a:extLst>
              <a:ext uri="{FF2B5EF4-FFF2-40B4-BE49-F238E27FC236}">
                <a16:creationId xmlns:a16="http://schemas.microsoft.com/office/drawing/2014/main" id="{91540D4C-2F55-AF9F-EB75-B005081C1B29}"/>
              </a:ext>
            </a:extLst>
          </p:cNvPr>
          <p:cNvSpPr>
            <a:spLocks noGrp="1"/>
          </p:cNvSpPr>
          <p:nvPr>
            <p:ph type="pic" sz="quarter" idx="26"/>
          </p:nvPr>
        </p:nvSpPr>
        <p:spPr>
          <a:xfrm>
            <a:off x="4661925"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21" name="Text Placeholder 10">
            <a:extLst>
              <a:ext uri="{FF2B5EF4-FFF2-40B4-BE49-F238E27FC236}">
                <a16:creationId xmlns:a16="http://schemas.microsoft.com/office/drawing/2014/main" id="{4F6C9556-BFE5-B01F-9587-486E37435807}"/>
              </a:ext>
            </a:extLst>
          </p:cNvPr>
          <p:cNvSpPr>
            <a:spLocks noGrp="1"/>
          </p:cNvSpPr>
          <p:nvPr>
            <p:ph type="body" sz="quarter" idx="27" hasCustomPrompt="1"/>
          </p:nvPr>
        </p:nvSpPr>
        <p:spPr>
          <a:xfrm>
            <a:off x="5422937"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2" name="Text Placeholder 10">
            <a:extLst>
              <a:ext uri="{FF2B5EF4-FFF2-40B4-BE49-F238E27FC236}">
                <a16:creationId xmlns:a16="http://schemas.microsoft.com/office/drawing/2014/main" id="{2ED38802-657F-81C9-048E-05CB3E058EF9}"/>
              </a:ext>
            </a:extLst>
          </p:cNvPr>
          <p:cNvSpPr>
            <a:spLocks noGrp="1"/>
          </p:cNvSpPr>
          <p:nvPr>
            <p:ph type="body" sz="quarter" idx="28" hasCustomPrompt="1"/>
          </p:nvPr>
        </p:nvSpPr>
        <p:spPr>
          <a:xfrm>
            <a:off x="5422937"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4" name="Picture Placeholder 6">
            <a:extLst>
              <a:ext uri="{FF2B5EF4-FFF2-40B4-BE49-F238E27FC236}">
                <a16:creationId xmlns:a16="http://schemas.microsoft.com/office/drawing/2014/main" id="{F6E8F21C-F64B-5865-6BCD-F80121E8E88E}"/>
              </a:ext>
            </a:extLst>
          </p:cNvPr>
          <p:cNvSpPr>
            <a:spLocks noGrp="1"/>
          </p:cNvSpPr>
          <p:nvPr>
            <p:ph type="pic" sz="quarter" idx="29"/>
          </p:nvPr>
        </p:nvSpPr>
        <p:spPr>
          <a:xfrm>
            <a:off x="6833818" y="3600449"/>
            <a:ext cx="703631" cy="702685"/>
          </a:xfrm>
          <a:solidFill>
            <a:schemeClr val="bg1">
              <a:lumMod val="85000"/>
            </a:schemeClr>
          </a:solidFill>
        </p:spPr>
        <p:txBody>
          <a:bodyPr/>
          <a:lstStyle>
            <a:lvl1pPr marL="0" indent="0">
              <a:buNone/>
              <a:defRPr/>
            </a:lvl1pPr>
          </a:lstStyle>
          <a:p>
            <a:r>
              <a:rPr lang="en-US"/>
              <a:t>Click icon to add picture</a:t>
            </a:r>
          </a:p>
        </p:txBody>
      </p:sp>
      <p:sp>
        <p:nvSpPr>
          <p:cNvPr id="25" name="Text Placeholder 10">
            <a:extLst>
              <a:ext uri="{FF2B5EF4-FFF2-40B4-BE49-F238E27FC236}">
                <a16:creationId xmlns:a16="http://schemas.microsoft.com/office/drawing/2014/main" id="{535D82FB-2E4E-4B62-8878-B6A81F0D91C9}"/>
              </a:ext>
            </a:extLst>
          </p:cNvPr>
          <p:cNvSpPr>
            <a:spLocks noGrp="1"/>
          </p:cNvSpPr>
          <p:nvPr>
            <p:ph type="body" sz="quarter" idx="30" hasCustomPrompt="1"/>
          </p:nvPr>
        </p:nvSpPr>
        <p:spPr>
          <a:xfrm>
            <a:off x="7594831" y="3698398"/>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26" name="Text Placeholder 10">
            <a:extLst>
              <a:ext uri="{FF2B5EF4-FFF2-40B4-BE49-F238E27FC236}">
                <a16:creationId xmlns:a16="http://schemas.microsoft.com/office/drawing/2014/main" id="{79396F1E-0D7A-C6CC-EFE8-C181FDAFC3F1}"/>
              </a:ext>
            </a:extLst>
          </p:cNvPr>
          <p:cNvSpPr>
            <a:spLocks noGrp="1"/>
          </p:cNvSpPr>
          <p:nvPr>
            <p:ph type="body" sz="quarter" idx="31" hasCustomPrompt="1"/>
          </p:nvPr>
        </p:nvSpPr>
        <p:spPr>
          <a:xfrm>
            <a:off x="7594831" y="3888899"/>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28" name="Picture Placeholder 6">
            <a:extLst>
              <a:ext uri="{FF2B5EF4-FFF2-40B4-BE49-F238E27FC236}">
                <a16:creationId xmlns:a16="http://schemas.microsoft.com/office/drawing/2014/main" id="{94521486-C084-761E-652A-41F8EDD95CD2}"/>
              </a:ext>
            </a:extLst>
          </p:cNvPr>
          <p:cNvSpPr>
            <a:spLocks noGrp="1"/>
          </p:cNvSpPr>
          <p:nvPr>
            <p:ph type="pic" sz="quarter" idx="32"/>
          </p:nvPr>
        </p:nvSpPr>
        <p:spPr>
          <a:xfrm>
            <a:off x="314521"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29" name="Text Placeholder 10">
            <a:extLst>
              <a:ext uri="{FF2B5EF4-FFF2-40B4-BE49-F238E27FC236}">
                <a16:creationId xmlns:a16="http://schemas.microsoft.com/office/drawing/2014/main" id="{8DC7B0C1-3855-86C2-0A18-D670191A8392}"/>
              </a:ext>
            </a:extLst>
          </p:cNvPr>
          <p:cNvSpPr>
            <a:spLocks noGrp="1"/>
          </p:cNvSpPr>
          <p:nvPr>
            <p:ph type="body" sz="quarter" idx="33" hasCustomPrompt="1"/>
          </p:nvPr>
        </p:nvSpPr>
        <p:spPr>
          <a:xfrm>
            <a:off x="107553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0" name="Text Placeholder 10">
            <a:extLst>
              <a:ext uri="{FF2B5EF4-FFF2-40B4-BE49-F238E27FC236}">
                <a16:creationId xmlns:a16="http://schemas.microsoft.com/office/drawing/2014/main" id="{8955BC9D-F392-B268-B8FA-CC8EA43E773F}"/>
              </a:ext>
            </a:extLst>
          </p:cNvPr>
          <p:cNvSpPr>
            <a:spLocks noGrp="1"/>
          </p:cNvSpPr>
          <p:nvPr>
            <p:ph type="body" sz="quarter" idx="34" hasCustomPrompt="1"/>
          </p:nvPr>
        </p:nvSpPr>
        <p:spPr>
          <a:xfrm>
            <a:off x="107553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2" name="Picture Placeholder 6">
            <a:extLst>
              <a:ext uri="{FF2B5EF4-FFF2-40B4-BE49-F238E27FC236}">
                <a16:creationId xmlns:a16="http://schemas.microsoft.com/office/drawing/2014/main" id="{BD558958-69BB-A734-6ACB-32F309A77CFF}"/>
              </a:ext>
            </a:extLst>
          </p:cNvPr>
          <p:cNvSpPr>
            <a:spLocks noGrp="1"/>
          </p:cNvSpPr>
          <p:nvPr>
            <p:ph type="pic" sz="quarter" idx="35"/>
          </p:nvPr>
        </p:nvSpPr>
        <p:spPr>
          <a:xfrm>
            <a:off x="2490031"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33" name="Text Placeholder 10">
            <a:extLst>
              <a:ext uri="{FF2B5EF4-FFF2-40B4-BE49-F238E27FC236}">
                <a16:creationId xmlns:a16="http://schemas.microsoft.com/office/drawing/2014/main" id="{F0B6883B-4B23-05B7-1A9A-829255DBC0DB}"/>
              </a:ext>
            </a:extLst>
          </p:cNvPr>
          <p:cNvSpPr>
            <a:spLocks noGrp="1"/>
          </p:cNvSpPr>
          <p:nvPr>
            <p:ph type="body" sz="quarter" idx="36" hasCustomPrompt="1"/>
          </p:nvPr>
        </p:nvSpPr>
        <p:spPr>
          <a:xfrm>
            <a:off x="3251043"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4" name="Text Placeholder 10">
            <a:extLst>
              <a:ext uri="{FF2B5EF4-FFF2-40B4-BE49-F238E27FC236}">
                <a16:creationId xmlns:a16="http://schemas.microsoft.com/office/drawing/2014/main" id="{882FBF47-1EC2-57D6-A2F5-3CB615404C58}"/>
              </a:ext>
            </a:extLst>
          </p:cNvPr>
          <p:cNvSpPr>
            <a:spLocks noGrp="1"/>
          </p:cNvSpPr>
          <p:nvPr>
            <p:ph type="body" sz="quarter" idx="37" hasCustomPrompt="1"/>
          </p:nvPr>
        </p:nvSpPr>
        <p:spPr>
          <a:xfrm>
            <a:off x="3251043"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36" name="Picture Placeholder 6">
            <a:extLst>
              <a:ext uri="{FF2B5EF4-FFF2-40B4-BE49-F238E27FC236}">
                <a16:creationId xmlns:a16="http://schemas.microsoft.com/office/drawing/2014/main" id="{B4F1ECC7-0294-0893-F7B6-4B719C20DB3C}"/>
              </a:ext>
            </a:extLst>
          </p:cNvPr>
          <p:cNvSpPr>
            <a:spLocks noGrp="1"/>
          </p:cNvSpPr>
          <p:nvPr>
            <p:ph type="pic" sz="quarter" idx="38"/>
          </p:nvPr>
        </p:nvSpPr>
        <p:spPr>
          <a:xfrm>
            <a:off x="4661925"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37" name="Text Placeholder 10">
            <a:extLst>
              <a:ext uri="{FF2B5EF4-FFF2-40B4-BE49-F238E27FC236}">
                <a16:creationId xmlns:a16="http://schemas.microsoft.com/office/drawing/2014/main" id="{CFE4742C-62A6-3943-3AB9-E1473AAB7BA1}"/>
              </a:ext>
            </a:extLst>
          </p:cNvPr>
          <p:cNvSpPr>
            <a:spLocks noGrp="1"/>
          </p:cNvSpPr>
          <p:nvPr>
            <p:ph type="body" sz="quarter" idx="39" hasCustomPrompt="1"/>
          </p:nvPr>
        </p:nvSpPr>
        <p:spPr>
          <a:xfrm>
            <a:off x="5422937"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38" name="Text Placeholder 10">
            <a:extLst>
              <a:ext uri="{FF2B5EF4-FFF2-40B4-BE49-F238E27FC236}">
                <a16:creationId xmlns:a16="http://schemas.microsoft.com/office/drawing/2014/main" id="{1018C43F-F5F3-65A1-AD09-625021BFECD0}"/>
              </a:ext>
            </a:extLst>
          </p:cNvPr>
          <p:cNvSpPr>
            <a:spLocks noGrp="1"/>
          </p:cNvSpPr>
          <p:nvPr>
            <p:ph type="body" sz="quarter" idx="40" hasCustomPrompt="1"/>
          </p:nvPr>
        </p:nvSpPr>
        <p:spPr>
          <a:xfrm>
            <a:off x="5422937"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0" name="Picture Placeholder 6">
            <a:extLst>
              <a:ext uri="{FF2B5EF4-FFF2-40B4-BE49-F238E27FC236}">
                <a16:creationId xmlns:a16="http://schemas.microsoft.com/office/drawing/2014/main" id="{DCFA9079-BB94-319C-A413-6D8E15EEAD2E}"/>
              </a:ext>
            </a:extLst>
          </p:cNvPr>
          <p:cNvSpPr>
            <a:spLocks noGrp="1"/>
          </p:cNvSpPr>
          <p:nvPr>
            <p:ph type="pic" sz="quarter" idx="41"/>
          </p:nvPr>
        </p:nvSpPr>
        <p:spPr>
          <a:xfrm>
            <a:off x="6833818" y="2600884"/>
            <a:ext cx="703631" cy="702685"/>
          </a:xfrm>
          <a:solidFill>
            <a:schemeClr val="bg1">
              <a:lumMod val="85000"/>
            </a:schemeClr>
          </a:solidFill>
        </p:spPr>
        <p:txBody>
          <a:bodyPr/>
          <a:lstStyle>
            <a:lvl1pPr marL="0" indent="0">
              <a:buNone/>
              <a:defRPr/>
            </a:lvl1pPr>
          </a:lstStyle>
          <a:p>
            <a:r>
              <a:rPr lang="en-US"/>
              <a:t>Click icon to add picture</a:t>
            </a:r>
          </a:p>
        </p:txBody>
      </p:sp>
      <p:sp>
        <p:nvSpPr>
          <p:cNvPr id="41" name="Text Placeholder 10">
            <a:extLst>
              <a:ext uri="{FF2B5EF4-FFF2-40B4-BE49-F238E27FC236}">
                <a16:creationId xmlns:a16="http://schemas.microsoft.com/office/drawing/2014/main" id="{94925F85-A2AA-F720-3745-59937409054F}"/>
              </a:ext>
            </a:extLst>
          </p:cNvPr>
          <p:cNvSpPr>
            <a:spLocks noGrp="1"/>
          </p:cNvSpPr>
          <p:nvPr>
            <p:ph type="body" sz="quarter" idx="42" hasCustomPrompt="1"/>
          </p:nvPr>
        </p:nvSpPr>
        <p:spPr>
          <a:xfrm>
            <a:off x="7594831" y="2698832"/>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2" name="Text Placeholder 10">
            <a:extLst>
              <a:ext uri="{FF2B5EF4-FFF2-40B4-BE49-F238E27FC236}">
                <a16:creationId xmlns:a16="http://schemas.microsoft.com/office/drawing/2014/main" id="{BA19A9E8-6749-F611-3A66-EF24A8AA0084}"/>
              </a:ext>
            </a:extLst>
          </p:cNvPr>
          <p:cNvSpPr>
            <a:spLocks noGrp="1"/>
          </p:cNvSpPr>
          <p:nvPr>
            <p:ph type="body" sz="quarter" idx="43" hasCustomPrompt="1"/>
          </p:nvPr>
        </p:nvSpPr>
        <p:spPr>
          <a:xfrm>
            <a:off x="7594831" y="2889333"/>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4" name="Picture Placeholder 6">
            <a:extLst>
              <a:ext uri="{FF2B5EF4-FFF2-40B4-BE49-F238E27FC236}">
                <a16:creationId xmlns:a16="http://schemas.microsoft.com/office/drawing/2014/main" id="{4F4355E3-EC8E-5C40-BF7E-21130271D4CF}"/>
              </a:ext>
            </a:extLst>
          </p:cNvPr>
          <p:cNvSpPr>
            <a:spLocks noGrp="1"/>
          </p:cNvSpPr>
          <p:nvPr>
            <p:ph type="pic" sz="quarter" idx="44"/>
          </p:nvPr>
        </p:nvSpPr>
        <p:spPr>
          <a:xfrm>
            <a:off x="2490031" y="1604440"/>
            <a:ext cx="703631" cy="702685"/>
          </a:xfrm>
          <a:solidFill>
            <a:schemeClr val="bg1">
              <a:lumMod val="85000"/>
            </a:schemeClr>
          </a:solidFill>
        </p:spPr>
        <p:txBody>
          <a:bodyPr/>
          <a:lstStyle>
            <a:lvl1pPr marL="0" indent="0">
              <a:buNone/>
              <a:defRPr/>
            </a:lvl1pPr>
          </a:lstStyle>
          <a:p>
            <a:r>
              <a:rPr lang="en-US"/>
              <a:t>Click icon to add picture</a:t>
            </a:r>
          </a:p>
        </p:txBody>
      </p:sp>
      <p:sp>
        <p:nvSpPr>
          <p:cNvPr id="45" name="Text Placeholder 10">
            <a:extLst>
              <a:ext uri="{FF2B5EF4-FFF2-40B4-BE49-F238E27FC236}">
                <a16:creationId xmlns:a16="http://schemas.microsoft.com/office/drawing/2014/main" id="{B899B7C8-075B-A7DA-BC67-2BE408DFE9DC}"/>
              </a:ext>
            </a:extLst>
          </p:cNvPr>
          <p:cNvSpPr>
            <a:spLocks noGrp="1"/>
          </p:cNvSpPr>
          <p:nvPr>
            <p:ph type="body" sz="quarter" idx="45" hasCustomPrompt="1"/>
          </p:nvPr>
        </p:nvSpPr>
        <p:spPr>
          <a:xfrm>
            <a:off x="3251043"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46" name="Text Placeholder 10">
            <a:extLst>
              <a:ext uri="{FF2B5EF4-FFF2-40B4-BE49-F238E27FC236}">
                <a16:creationId xmlns:a16="http://schemas.microsoft.com/office/drawing/2014/main" id="{64237FA6-A072-9159-A24D-79BBBDF4E064}"/>
              </a:ext>
            </a:extLst>
          </p:cNvPr>
          <p:cNvSpPr>
            <a:spLocks noGrp="1"/>
          </p:cNvSpPr>
          <p:nvPr>
            <p:ph type="body" sz="quarter" idx="46" hasCustomPrompt="1"/>
          </p:nvPr>
        </p:nvSpPr>
        <p:spPr>
          <a:xfrm>
            <a:off x="3251043"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8" name="Picture Placeholder 6">
            <a:extLst>
              <a:ext uri="{FF2B5EF4-FFF2-40B4-BE49-F238E27FC236}">
                <a16:creationId xmlns:a16="http://schemas.microsoft.com/office/drawing/2014/main" id="{BABB45AB-EF52-4504-652B-34551886BBAF}"/>
              </a:ext>
            </a:extLst>
          </p:cNvPr>
          <p:cNvSpPr>
            <a:spLocks noGrp="1"/>
          </p:cNvSpPr>
          <p:nvPr>
            <p:ph type="pic" sz="quarter" idx="47"/>
          </p:nvPr>
        </p:nvSpPr>
        <p:spPr>
          <a:xfrm>
            <a:off x="4661925" y="1604440"/>
            <a:ext cx="703631" cy="702685"/>
          </a:xfrm>
          <a:solidFill>
            <a:schemeClr val="bg1">
              <a:lumMod val="85000"/>
            </a:schemeClr>
          </a:solidFill>
        </p:spPr>
        <p:txBody>
          <a:bodyPr/>
          <a:lstStyle>
            <a:lvl1pPr marL="0" indent="0">
              <a:buNone/>
              <a:defRPr/>
            </a:lvl1pPr>
          </a:lstStyle>
          <a:p>
            <a:r>
              <a:rPr lang="en-US"/>
              <a:t>Click icon to add picture</a:t>
            </a:r>
          </a:p>
        </p:txBody>
      </p:sp>
      <p:sp>
        <p:nvSpPr>
          <p:cNvPr id="49" name="Text Placeholder 10">
            <a:extLst>
              <a:ext uri="{FF2B5EF4-FFF2-40B4-BE49-F238E27FC236}">
                <a16:creationId xmlns:a16="http://schemas.microsoft.com/office/drawing/2014/main" id="{739A6FDB-63BA-5D83-CAF0-EAB994855796}"/>
              </a:ext>
            </a:extLst>
          </p:cNvPr>
          <p:cNvSpPr>
            <a:spLocks noGrp="1"/>
          </p:cNvSpPr>
          <p:nvPr>
            <p:ph type="body" sz="quarter" idx="48" hasCustomPrompt="1"/>
          </p:nvPr>
        </p:nvSpPr>
        <p:spPr>
          <a:xfrm>
            <a:off x="5422937" y="1702389"/>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0" name="Text Placeholder 10">
            <a:extLst>
              <a:ext uri="{FF2B5EF4-FFF2-40B4-BE49-F238E27FC236}">
                <a16:creationId xmlns:a16="http://schemas.microsoft.com/office/drawing/2014/main" id="{3CC40181-25B6-D371-6EDE-263324525C5B}"/>
              </a:ext>
            </a:extLst>
          </p:cNvPr>
          <p:cNvSpPr>
            <a:spLocks noGrp="1"/>
          </p:cNvSpPr>
          <p:nvPr>
            <p:ph type="body" sz="quarter" idx="49" hasCustomPrompt="1"/>
          </p:nvPr>
        </p:nvSpPr>
        <p:spPr>
          <a:xfrm>
            <a:off x="5422937" y="1892890"/>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52" name="Picture Placeholder 6">
            <a:extLst>
              <a:ext uri="{FF2B5EF4-FFF2-40B4-BE49-F238E27FC236}">
                <a16:creationId xmlns:a16="http://schemas.microsoft.com/office/drawing/2014/main" id="{AECC4A25-8EE4-5F71-7039-B9D6B4729098}"/>
              </a:ext>
            </a:extLst>
          </p:cNvPr>
          <p:cNvSpPr>
            <a:spLocks noGrp="1"/>
          </p:cNvSpPr>
          <p:nvPr>
            <p:ph type="pic" sz="quarter" idx="50"/>
          </p:nvPr>
        </p:nvSpPr>
        <p:spPr>
          <a:xfrm>
            <a:off x="3537974" y="574394"/>
            <a:ext cx="703631" cy="702685"/>
          </a:xfrm>
          <a:solidFill>
            <a:schemeClr val="bg1">
              <a:lumMod val="85000"/>
            </a:schemeClr>
          </a:solidFill>
        </p:spPr>
        <p:txBody>
          <a:bodyPr/>
          <a:lstStyle>
            <a:lvl1pPr marL="0" indent="0">
              <a:buNone/>
              <a:defRPr/>
            </a:lvl1pPr>
          </a:lstStyle>
          <a:p>
            <a:r>
              <a:rPr lang="en-US"/>
              <a:t>Click icon to add picture</a:t>
            </a:r>
          </a:p>
        </p:txBody>
      </p:sp>
      <p:sp>
        <p:nvSpPr>
          <p:cNvPr id="53" name="Text Placeholder 10">
            <a:extLst>
              <a:ext uri="{FF2B5EF4-FFF2-40B4-BE49-F238E27FC236}">
                <a16:creationId xmlns:a16="http://schemas.microsoft.com/office/drawing/2014/main" id="{D886AF52-6F03-B5B1-ABE1-123DB0094CF7}"/>
              </a:ext>
            </a:extLst>
          </p:cNvPr>
          <p:cNvSpPr>
            <a:spLocks noGrp="1"/>
          </p:cNvSpPr>
          <p:nvPr>
            <p:ph type="body" sz="quarter" idx="51" hasCustomPrompt="1"/>
          </p:nvPr>
        </p:nvSpPr>
        <p:spPr>
          <a:xfrm>
            <a:off x="4298987" y="672343"/>
            <a:ext cx="1151646" cy="235858"/>
          </a:xfrm>
        </p:spPr>
        <p:txBody>
          <a:bodyPr>
            <a:noAutofit/>
          </a:bodyPr>
          <a:lstStyle>
            <a:lvl1pPr marL="0" indent="0">
              <a:buNone/>
              <a:defRPr sz="938" b="1" i="0">
                <a:latin typeface="Arial Narrow" panose="020B0604020202020204" pitchFamily="34" charset="0"/>
                <a:cs typeface="Arial Narrow" panose="020B0604020202020204" pitchFamily="34" charset="0"/>
              </a:defRPr>
            </a:lvl1pPr>
          </a:lstStyle>
          <a:p>
            <a:pPr lvl="0"/>
            <a:r>
              <a:rPr lang="en-US"/>
              <a:t>Name</a:t>
            </a:r>
          </a:p>
        </p:txBody>
      </p:sp>
      <p:sp>
        <p:nvSpPr>
          <p:cNvPr id="54" name="Text Placeholder 10">
            <a:extLst>
              <a:ext uri="{FF2B5EF4-FFF2-40B4-BE49-F238E27FC236}">
                <a16:creationId xmlns:a16="http://schemas.microsoft.com/office/drawing/2014/main" id="{63C473C1-8B3A-5C7A-E473-B0F5F267A5D8}"/>
              </a:ext>
            </a:extLst>
          </p:cNvPr>
          <p:cNvSpPr>
            <a:spLocks noGrp="1"/>
          </p:cNvSpPr>
          <p:nvPr>
            <p:ph type="body" sz="quarter" idx="52" hasCustomPrompt="1"/>
          </p:nvPr>
        </p:nvSpPr>
        <p:spPr>
          <a:xfrm>
            <a:off x="4298987" y="862844"/>
            <a:ext cx="1151646" cy="367393"/>
          </a:xfrm>
        </p:spPr>
        <p:txBody>
          <a:bodyPr>
            <a:noAutofit/>
          </a:bodyPr>
          <a:lstStyle>
            <a:lvl1pPr marL="0" indent="0">
              <a:buNone/>
              <a:defRPr sz="813" b="0" i="0">
                <a:latin typeface="Arial Narrow" panose="020B0604020202020204" pitchFamily="34" charset="0"/>
                <a:cs typeface="Arial Narrow" panose="020B0604020202020204" pitchFamily="34" charset="0"/>
              </a:defRPr>
            </a:lvl1pPr>
          </a:lstStyle>
          <a:p>
            <a:pPr lvl="0"/>
            <a:r>
              <a:rPr lang="en-US"/>
              <a:t>Title</a:t>
            </a:r>
          </a:p>
        </p:txBody>
      </p:sp>
      <p:sp>
        <p:nvSpPr>
          <p:cNvPr id="4" name="Slide Number Placeholder 5">
            <a:extLst>
              <a:ext uri="{FF2B5EF4-FFF2-40B4-BE49-F238E27FC236}">
                <a16:creationId xmlns:a16="http://schemas.microsoft.com/office/drawing/2014/main" id="{2B0155BC-BDA8-C818-E00A-BE1E32EAF0B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86507390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3_Title/Closing Slide Patter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4AAEE0-7563-43D8-2EA6-0EF66AD33038}"/>
              </a:ext>
            </a:extLst>
          </p:cNvPr>
          <p:cNvSpPr/>
          <p:nvPr/>
        </p:nvSpPr>
        <p:spPr>
          <a:xfrm>
            <a:off x="0" y="0"/>
            <a:ext cx="9144000" cy="4519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schemeClr val="tx2"/>
              </a:solidFill>
            </a:endParaRPr>
          </a:p>
        </p:txBody>
      </p:sp>
      <p:pic>
        <p:nvPicPr>
          <p:cNvPr id="7" name="Picture 6" descr="A green and white squares&#10;&#10;Description automatically generated">
            <a:extLst>
              <a:ext uri="{FF2B5EF4-FFF2-40B4-BE49-F238E27FC236}">
                <a16:creationId xmlns:a16="http://schemas.microsoft.com/office/drawing/2014/main" id="{F20F85B9-FEB9-E836-6DAC-242661FDEEA6}"/>
              </a:ext>
            </a:extLst>
          </p:cNvPr>
          <p:cNvPicPr>
            <a:picLocks noChangeAspect="1"/>
          </p:cNvPicPr>
          <p:nvPr/>
        </p:nvPicPr>
        <p:blipFill>
          <a:blip r:embed="rId2"/>
          <a:stretch>
            <a:fillRect/>
          </a:stretch>
        </p:blipFill>
        <p:spPr>
          <a:xfrm>
            <a:off x="5759534" y="0"/>
            <a:ext cx="3384466" cy="4518846"/>
          </a:xfrm>
          <a:prstGeom prst="rect">
            <a:avLst/>
          </a:prstGeom>
        </p:spPr>
      </p:pic>
      <p:sp>
        <p:nvSpPr>
          <p:cNvPr id="12" name="Title 1">
            <a:extLst>
              <a:ext uri="{FF2B5EF4-FFF2-40B4-BE49-F238E27FC236}">
                <a16:creationId xmlns:a16="http://schemas.microsoft.com/office/drawing/2014/main" id="{C8D37EB2-5223-EE12-23A2-A024E2AF66D5}"/>
              </a:ext>
            </a:extLst>
          </p:cNvPr>
          <p:cNvSpPr>
            <a:spLocks noGrp="1"/>
          </p:cNvSpPr>
          <p:nvPr>
            <p:ph type="title" hasCustomPrompt="1"/>
          </p:nvPr>
        </p:nvSpPr>
        <p:spPr>
          <a:xfrm>
            <a:off x="427361" y="824147"/>
            <a:ext cx="3979784" cy="797773"/>
          </a:xfrm>
        </p:spPr>
        <p:txBody>
          <a:bodyPr lIns="91440">
            <a:noAutofit/>
          </a:bodyPr>
          <a:lstStyle>
            <a:lvl1pPr algn="l" defTabSz="914400" rtl="0" eaLnBrk="1" latinLnBrk="0" hangingPunct="1">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sp>
        <p:nvSpPr>
          <p:cNvPr id="13" name="Text Placeholder 13">
            <a:extLst>
              <a:ext uri="{FF2B5EF4-FFF2-40B4-BE49-F238E27FC236}">
                <a16:creationId xmlns:a16="http://schemas.microsoft.com/office/drawing/2014/main" id="{5C72A97E-78EF-DAED-456A-D9CCEC8F651C}"/>
              </a:ext>
            </a:extLst>
          </p:cNvPr>
          <p:cNvSpPr>
            <a:spLocks noGrp="1"/>
          </p:cNvSpPr>
          <p:nvPr>
            <p:ph type="body" sz="quarter" idx="12" hasCustomPrompt="1"/>
          </p:nvPr>
        </p:nvSpPr>
        <p:spPr>
          <a:xfrm>
            <a:off x="427361" y="1847364"/>
            <a:ext cx="3979784" cy="568963"/>
          </a:xfrm>
        </p:spPr>
        <p:txBody>
          <a:bodyPr>
            <a:noAutofit/>
          </a:bodyPr>
          <a:lstStyle>
            <a:lvl1pPr marL="0" indent="0">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6E904E0F-9C02-56BE-7DF9-ADE6E1C29A61}"/>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7510081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3_Co-branded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F5FC2D6-258E-2A4C-99EE-17BDF6F362B5}"/>
              </a:ext>
            </a:extLst>
          </p:cNvPr>
          <p:cNvSpPr/>
          <p:nvPr/>
        </p:nvSpPr>
        <p:spPr bwMode="auto">
          <a:xfrm>
            <a:off x="-11356" y="0"/>
            <a:ext cx="9143988" cy="5143500"/>
          </a:xfrm>
          <a:prstGeom prst="rect">
            <a:avLst/>
          </a:prstGeom>
          <a:solidFill>
            <a:schemeClr val="accent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pic>
        <p:nvPicPr>
          <p:cNvPr id="7" name="Picture 6">
            <a:extLst>
              <a:ext uri="{FF2B5EF4-FFF2-40B4-BE49-F238E27FC236}">
                <a16:creationId xmlns:a16="http://schemas.microsoft.com/office/drawing/2014/main" id="{6DC6D24F-3F63-5BDF-85A3-4AE929F7544C}"/>
              </a:ext>
            </a:extLst>
          </p:cNvPr>
          <p:cNvPicPr>
            <a:picLocks noChangeAspect="1"/>
          </p:cNvPicPr>
          <p:nvPr/>
        </p:nvPicPr>
        <p:blipFill>
          <a:blip r:embed="rId2"/>
          <a:srcRect/>
          <a:stretch/>
        </p:blipFill>
        <p:spPr>
          <a:xfrm>
            <a:off x="-11355" y="1421950"/>
            <a:ext cx="9143988" cy="2293879"/>
          </a:xfrm>
          <a:prstGeom prst="rect">
            <a:avLst/>
          </a:prstGeom>
        </p:spPr>
      </p:pic>
      <p:sp>
        <p:nvSpPr>
          <p:cNvPr id="4" name="TextBox 3">
            <a:extLst>
              <a:ext uri="{FF2B5EF4-FFF2-40B4-BE49-F238E27FC236}">
                <a16:creationId xmlns:a16="http://schemas.microsoft.com/office/drawing/2014/main" id="{44D9FEA5-9836-9524-A302-D1D4F2E9659B}"/>
              </a:ext>
            </a:extLst>
          </p:cNvPr>
          <p:cNvSpPr txBox="1"/>
          <p:nvPr/>
        </p:nvSpPr>
        <p:spPr>
          <a:xfrm>
            <a:off x="4572001" y="3939291"/>
            <a:ext cx="4572006" cy="265457"/>
          </a:xfrm>
          <a:prstGeom prst="rect">
            <a:avLst/>
          </a:prstGeom>
          <a:noFill/>
        </p:spPr>
        <p:txBody>
          <a:bodyPr wrap="square">
            <a:spAutoFit/>
          </a:bodyPr>
          <a:lstStyle/>
          <a:p>
            <a:r>
              <a:rPr lang="en-US" sz="1125">
                <a:solidFill>
                  <a:schemeClr val="bg1"/>
                </a:solidFill>
              </a:rPr>
              <a:t>NI is now part of Emerson.</a:t>
            </a:r>
          </a:p>
        </p:txBody>
      </p:sp>
      <p:sp>
        <p:nvSpPr>
          <p:cNvPr id="6" name="Slide Number Placeholder 5">
            <a:extLst>
              <a:ext uri="{FF2B5EF4-FFF2-40B4-BE49-F238E27FC236}">
                <a16:creationId xmlns:a16="http://schemas.microsoft.com/office/drawing/2014/main" id="{60450ED1-DB5B-ABCC-5F7C-40C47AA2A744}"/>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92834227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3_Co-branded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CF378-F0E6-5034-6CF6-ECC88E4B67B9}"/>
              </a:ext>
            </a:extLst>
          </p:cNvPr>
          <p:cNvSpPr/>
          <p:nvPr/>
        </p:nvSpPr>
        <p:spPr bwMode="auto">
          <a:xfrm>
            <a:off x="-11356" y="0"/>
            <a:ext cx="9143988" cy="51435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13" name="TextBox 12">
            <a:extLst>
              <a:ext uri="{FF2B5EF4-FFF2-40B4-BE49-F238E27FC236}">
                <a16:creationId xmlns:a16="http://schemas.microsoft.com/office/drawing/2014/main" id="{71BDEE70-751A-F683-49D1-3563D21315EA}"/>
              </a:ext>
            </a:extLst>
          </p:cNvPr>
          <p:cNvSpPr txBox="1"/>
          <p:nvPr/>
        </p:nvSpPr>
        <p:spPr>
          <a:xfrm>
            <a:off x="4572001" y="3939291"/>
            <a:ext cx="4572006" cy="265457"/>
          </a:xfrm>
          <a:prstGeom prst="rect">
            <a:avLst/>
          </a:prstGeom>
          <a:noFill/>
        </p:spPr>
        <p:txBody>
          <a:bodyPr wrap="square">
            <a:spAutoFit/>
          </a:bodyPr>
          <a:lstStyle/>
          <a:p>
            <a:r>
              <a:rPr lang="en-US" sz="1125">
                <a:solidFill>
                  <a:schemeClr val="bg2">
                    <a:lumMod val="10000"/>
                  </a:schemeClr>
                </a:solidFill>
              </a:rPr>
              <a:t>NI is now part of Emerson.</a:t>
            </a:r>
          </a:p>
        </p:txBody>
      </p:sp>
      <p:sp>
        <p:nvSpPr>
          <p:cNvPr id="11" name="Slide Number Placeholder 5">
            <a:extLst>
              <a:ext uri="{FF2B5EF4-FFF2-40B4-BE49-F238E27FC236}">
                <a16:creationId xmlns:a16="http://schemas.microsoft.com/office/drawing/2014/main" id="{CE24624E-DE7B-5966-1304-9A8148C8847D}"/>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pic>
        <p:nvPicPr>
          <p:cNvPr id="12" name="Picture 11">
            <a:extLst>
              <a:ext uri="{FF2B5EF4-FFF2-40B4-BE49-F238E27FC236}">
                <a16:creationId xmlns:a16="http://schemas.microsoft.com/office/drawing/2014/main" id="{935A4D87-FB75-092D-ED6F-D87BA620E884}"/>
              </a:ext>
            </a:extLst>
          </p:cNvPr>
          <p:cNvPicPr>
            <a:picLocks noChangeAspect="1"/>
          </p:cNvPicPr>
          <p:nvPr/>
        </p:nvPicPr>
        <p:blipFill>
          <a:blip r:embed="rId2"/>
          <a:srcRect/>
          <a:stretch/>
        </p:blipFill>
        <p:spPr>
          <a:xfrm>
            <a:off x="-11355" y="1421950"/>
            <a:ext cx="9143988" cy="2293879"/>
          </a:xfrm>
          <a:prstGeom prst="rect">
            <a:avLst/>
          </a:prstGeom>
        </p:spPr>
      </p:pic>
    </p:spTree>
    <p:extLst>
      <p:ext uri="{BB962C8B-B14F-4D97-AF65-F5344CB8AC3E}">
        <p14:creationId xmlns:p14="http://schemas.microsoft.com/office/powerpoint/2010/main" val="2241964891"/>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p:cSld name="6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31685146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p:cSld name="7_Breaker_Green">
    <p:spTree>
      <p:nvGrpSpPr>
        <p:cNvPr id="1" name=""/>
        <p:cNvGrpSpPr/>
        <p:nvPr/>
      </p:nvGrpSpPr>
      <p:grpSpPr>
        <a:xfrm>
          <a:off x="0" y="0"/>
          <a:ext cx="0" cy="0"/>
          <a:chOff x="0" y="0"/>
          <a:chExt cx="0" cy="0"/>
        </a:xfrm>
      </p:grpSpPr>
      <p:sp>
        <p:nvSpPr>
          <p:cNvPr id="6" name="Rectangle 5"/>
          <p:cNvSpPr/>
          <p:nvPr/>
        </p:nvSpPr>
        <p:spPr>
          <a:xfrm>
            <a:off x="0" y="0"/>
            <a:ext cx="9144000" cy="4519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7" name="Straight Connector 6"/>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kern="1200" cap="none" baseline="0" dirty="0">
                <a:solidFill>
                  <a:schemeClr val="bg1"/>
                </a:solidFill>
                <a:latin typeface="+mj-lt"/>
                <a:ea typeface="Arial" panose="020B0604020202020204" pitchFamily="34" charset="0"/>
                <a:cs typeface="Arial" panose="020B0604020202020204" pitchFamily="34" charset="0"/>
              </a:defRPr>
            </a:lvl1pPr>
          </a:lstStyle>
          <a:p>
            <a:r>
              <a:rPr lang="en-US"/>
              <a:t>Click To Edit Master Title</a:t>
            </a:r>
          </a:p>
        </p:txBody>
      </p:sp>
      <p:pic>
        <p:nvPicPr>
          <p:cNvPr id="2" name="Picture 1">
            <a:extLst>
              <a:ext uri="{FF2B5EF4-FFF2-40B4-BE49-F238E27FC236}">
                <a16:creationId xmlns:a16="http://schemas.microsoft.com/office/drawing/2014/main" id="{C8B786E8-C0D1-6610-0652-288C064910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4" name="Text Placeholder 13">
            <a:extLst>
              <a:ext uri="{FF2B5EF4-FFF2-40B4-BE49-F238E27FC236}">
                <a16:creationId xmlns:a16="http://schemas.microsoft.com/office/drawing/2014/main" id="{F3C98B94-5C52-E620-69BA-360353B1975D}"/>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3" name="Slide Number Placeholder 5">
            <a:extLst>
              <a:ext uri="{FF2B5EF4-FFF2-40B4-BE49-F238E27FC236}">
                <a16:creationId xmlns:a16="http://schemas.microsoft.com/office/drawing/2014/main" id="{D39D28D5-A065-9D4B-08E3-E8427328E435}"/>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60743513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p:cSld name="3_Breaker_Blue ">
    <p:spTree>
      <p:nvGrpSpPr>
        <p:cNvPr id="1" name=""/>
        <p:cNvGrpSpPr/>
        <p:nvPr/>
      </p:nvGrpSpPr>
      <p:grpSpPr>
        <a:xfrm>
          <a:off x="0" y="0"/>
          <a:ext cx="0" cy="0"/>
          <a:chOff x="0" y="0"/>
          <a:chExt cx="0" cy="0"/>
        </a:xfrm>
      </p:grpSpPr>
      <p:sp>
        <p:nvSpPr>
          <p:cNvPr id="9" name="Rectangle 8"/>
          <p:cNvSpPr/>
          <p:nvPr/>
        </p:nvSpPr>
        <p:spPr>
          <a:xfrm>
            <a:off x="0" y="0"/>
            <a:ext cx="9144000" cy="451941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cxnSp>
        <p:nvCxnSpPr>
          <p:cNvPr id="10" name="Straight Connector 9"/>
          <p:cNvCxnSpPr/>
          <p:nvPr/>
        </p:nvCxnSpPr>
        <p:spPr>
          <a:xfrm flipH="1">
            <a:off x="5341937" y="2311724"/>
            <a:ext cx="38020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5341937" y="956388"/>
            <a:ext cx="3487539" cy="1281809"/>
          </a:xfrm>
        </p:spPr>
        <p:txBody>
          <a:bodyPr>
            <a:noAutofit/>
          </a:bodyPr>
          <a:lstStyle>
            <a:lvl1pPr algn="l" defTabSz="914400" rtl="0" eaLnBrk="1" latinLnBrk="0" hangingPunct="1">
              <a:lnSpc>
                <a:spcPct val="85000"/>
              </a:lnSpc>
              <a:spcBef>
                <a:spcPct val="0"/>
              </a:spcBef>
              <a:buNone/>
              <a:defRPr lang="en-US" sz="2500" b="0" i="0" kern="1200" cap="none" baseline="0" dirty="0">
                <a:solidFill>
                  <a:schemeClr val="bg1"/>
                </a:solidFill>
                <a:latin typeface="+mj-lt"/>
                <a:ea typeface="Times" pitchFamily="2" charset="0"/>
                <a:cs typeface="Arial Black" panose="020B0604020202020204" pitchFamily="34" charset="0"/>
              </a:defRPr>
            </a:lvl1pPr>
          </a:lstStyle>
          <a:p>
            <a:r>
              <a:rPr lang="en-US"/>
              <a:t>Click To Edit Master Title</a:t>
            </a:r>
          </a:p>
        </p:txBody>
      </p:sp>
      <p:pic>
        <p:nvPicPr>
          <p:cNvPr id="3" name="Picture 2">
            <a:extLst>
              <a:ext uri="{FF2B5EF4-FFF2-40B4-BE49-F238E27FC236}">
                <a16:creationId xmlns:a16="http://schemas.microsoft.com/office/drawing/2014/main" id="{9612F83A-DB6F-F511-2661-4228658F732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5" name="Text Placeholder 13">
            <a:extLst>
              <a:ext uri="{FF2B5EF4-FFF2-40B4-BE49-F238E27FC236}">
                <a16:creationId xmlns:a16="http://schemas.microsoft.com/office/drawing/2014/main" id="{BD5C8983-9837-9124-4B5B-8C9E6E1E3545}"/>
              </a:ext>
            </a:extLst>
          </p:cNvPr>
          <p:cNvSpPr>
            <a:spLocks noGrp="1"/>
          </p:cNvSpPr>
          <p:nvPr>
            <p:ph type="body" sz="quarter" idx="12" hasCustomPrompt="1"/>
          </p:nvPr>
        </p:nvSpPr>
        <p:spPr>
          <a:xfrm>
            <a:off x="5341937" y="2473101"/>
            <a:ext cx="3487539" cy="568963"/>
          </a:xfrm>
        </p:spPr>
        <p:txBody>
          <a:bodyPr>
            <a:noAutofit/>
          </a:bodyPr>
          <a:lstStyle>
            <a:lvl1pPr marL="0" indent="0" algn="l">
              <a:buNone/>
              <a:defRPr sz="15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sp>
        <p:nvSpPr>
          <p:cNvPr id="4" name="Slide Number Placeholder 5">
            <a:extLst>
              <a:ext uri="{FF2B5EF4-FFF2-40B4-BE49-F238E27FC236}">
                <a16:creationId xmlns:a16="http://schemas.microsoft.com/office/drawing/2014/main" id="{657B30E0-B710-C5EF-4F55-0FD6FC853D3A}"/>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4179071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3_Agenda/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4" name="object 2">
            <a:extLst>
              <a:ext uri="{FF2B5EF4-FFF2-40B4-BE49-F238E27FC236}">
                <a16:creationId xmlns:a16="http://schemas.microsoft.com/office/drawing/2014/main" id="{29CB7604-41D7-C52B-91F1-8825BBA54CC8}"/>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15" name="Text Placeholder 14">
            <a:extLst>
              <a:ext uri="{FF2B5EF4-FFF2-40B4-BE49-F238E27FC236}">
                <a16:creationId xmlns:a16="http://schemas.microsoft.com/office/drawing/2014/main" id="{CA7C2C21-21DC-C1D3-2FC5-B4D312E26308}"/>
              </a:ext>
            </a:extLst>
          </p:cNvPr>
          <p:cNvSpPr>
            <a:spLocks noGrp="1"/>
          </p:cNvSpPr>
          <p:nvPr>
            <p:ph type="body" sz="quarter" idx="19" hasCustomPrompt="1"/>
          </p:nvPr>
        </p:nvSpPr>
        <p:spPr>
          <a:xfrm>
            <a:off x="314524" y="1273018"/>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1</a:t>
            </a:r>
          </a:p>
        </p:txBody>
      </p:sp>
      <p:sp>
        <p:nvSpPr>
          <p:cNvPr id="16" name="Text Placeholder 14">
            <a:extLst>
              <a:ext uri="{FF2B5EF4-FFF2-40B4-BE49-F238E27FC236}">
                <a16:creationId xmlns:a16="http://schemas.microsoft.com/office/drawing/2014/main" id="{D67C484B-16A7-DDBF-14F2-86FF1A28434E}"/>
              </a:ext>
            </a:extLst>
          </p:cNvPr>
          <p:cNvSpPr>
            <a:spLocks noGrp="1"/>
          </p:cNvSpPr>
          <p:nvPr>
            <p:ph type="body" sz="quarter" idx="20" hasCustomPrompt="1"/>
          </p:nvPr>
        </p:nvSpPr>
        <p:spPr>
          <a:xfrm>
            <a:off x="314524" y="1818622"/>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2</a:t>
            </a:r>
          </a:p>
        </p:txBody>
      </p:sp>
      <p:sp>
        <p:nvSpPr>
          <p:cNvPr id="17" name="Text Placeholder 14">
            <a:extLst>
              <a:ext uri="{FF2B5EF4-FFF2-40B4-BE49-F238E27FC236}">
                <a16:creationId xmlns:a16="http://schemas.microsoft.com/office/drawing/2014/main" id="{A7991BED-ABDA-00E6-FA19-59ECC9513C72}"/>
              </a:ext>
            </a:extLst>
          </p:cNvPr>
          <p:cNvSpPr>
            <a:spLocks noGrp="1"/>
          </p:cNvSpPr>
          <p:nvPr>
            <p:ph type="body" sz="quarter" idx="21" hasCustomPrompt="1"/>
          </p:nvPr>
        </p:nvSpPr>
        <p:spPr>
          <a:xfrm>
            <a:off x="314523" y="236422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3</a:t>
            </a:r>
          </a:p>
        </p:txBody>
      </p:sp>
      <p:sp>
        <p:nvSpPr>
          <p:cNvPr id="18" name="Text Placeholder 14">
            <a:extLst>
              <a:ext uri="{FF2B5EF4-FFF2-40B4-BE49-F238E27FC236}">
                <a16:creationId xmlns:a16="http://schemas.microsoft.com/office/drawing/2014/main" id="{EB9D5586-12D0-0617-0E83-18566F5F3D3D}"/>
              </a:ext>
            </a:extLst>
          </p:cNvPr>
          <p:cNvSpPr>
            <a:spLocks noGrp="1"/>
          </p:cNvSpPr>
          <p:nvPr>
            <p:ph type="body" sz="quarter" idx="22" hasCustomPrompt="1"/>
          </p:nvPr>
        </p:nvSpPr>
        <p:spPr>
          <a:xfrm>
            <a:off x="314523" y="2909830"/>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4</a:t>
            </a:r>
          </a:p>
        </p:txBody>
      </p:sp>
      <p:sp>
        <p:nvSpPr>
          <p:cNvPr id="19" name="Text Placeholder 14">
            <a:extLst>
              <a:ext uri="{FF2B5EF4-FFF2-40B4-BE49-F238E27FC236}">
                <a16:creationId xmlns:a16="http://schemas.microsoft.com/office/drawing/2014/main" id="{CF0DDFD5-43B7-F702-6963-ED560A9829AC}"/>
              </a:ext>
            </a:extLst>
          </p:cNvPr>
          <p:cNvSpPr>
            <a:spLocks noGrp="1"/>
          </p:cNvSpPr>
          <p:nvPr>
            <p:ph type="body" sz="quarter" idx="23" hasCustomPrompt="1"/>
          </p:nvPr>
        </p:nvSpPr>
        <p:spPr>
          <a:xfrm>
            <a:off x="314523" y="3455433"/>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5</a:t>
            </a:r>
          </a:p>
        </p:txBody>
      </p:sp>
      <p:sp>
        <p:nvSpPr>
          <p:cNvPr id="20" name="Text Placeholder 14">
            <a:extLst>
              <a:ext uri="{FF2B5EF4-FFF2-40B4-BE49-F238E27FC236}">
                <a16:creationId xmlns:a16="http://schemas.microsoft.com/office/drawing/2014/main" id="{80CEF86B-120C-0941-9E60-043E44E67644}"/>
              </a:ext>
            </a:extLst>
          </p:cNvPr>
          <p:cNvSpPr>
            <a:spLocks noGrp="1"/>
          </p:cNvSpPr>
          <p:nvPr>
            <p:ph type="body" sz="quarter" idx="24" hasCustomPrompt="1"/>
          </p:nvPr>
        </p:nvSpPr>
        <p:spPr>
          <a:xfrm>
            <a:off x="314523" y="4001036"/>
            <a:ext cx="1555011" cy="318492"/>
          </a:xfrm>
        </p:spPr>
        <p:txBody>
          <a:bodyPr/>
          <a:lstStyle>
            <a:lvl1pPr marL="0" indent="0" algn="r">
              <a:buNone/>
              <a:defRPr b="1">
                <a:latin typeface="Arial" panose="020B0604020202020204" pitchFamily="34" charset="0"/>
                <a:cs typeface="Arial" panose="020B0604020202020204" pitchFamily="34" charset="0"/>
              </a:defRPr>
            </a:lvl1pPr>
          </a:lstStyle>
          <a:p>
            <a:pPr lvl="0"/>
            <a:r>
              <a:rPr lang="en-US"/>
              <a:t>Group 6</a:t>
            </a:r>
          </a:p>
        </p:txBody>
      </p:sp>
      <p:sp>
        <p:nvSpPr>
          <p:cNvPr id="21" name="Text Placeholder 14">
            <a:extLst>
              <a:ext uri="{FF2B5EF4-FFF2-40B4-BE49-F238E27FC236}">
                <a16:creationId xmlns:a16="http://schemas.microsoft.com/office/drawing/2014/main" id="{BE026C21-57F3-D6D8-15BF-C37F4D4FE587}"/>
              </a:ext>
            </a:extLst>
          </p:cNvPr>
          <p:cNvSpPr>
            <a:spLocks noGrp="1"/>
          </p:cNvSpPr>
          <p:nvPr>
            <p:ph type="body" sz="quarter" idx="25" hasCustomPrompt="1"/>
          </p:nvPr>
        </p:nvSpPr>
        <p:spPr>
          <a:xfrm>
            <a:off x="2184058" y="1273018"/>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2" name="Text Placeholder 14">
            <a:extLst>
              <a:ext uri="{FF2B5EF4-FFF2-40B4-BE49-F238E27FC236}">
                <a16:creationId xmlns:a16="http://schemas.microsoft.com/office/drawing/2014/main" id="{76A126D3-BDF5-3AEE-1652-826946CF5D50}"/>
              </a:ext>
            </a:extLst>
          </p:cNvPr>
          <p:cNvSpPr>
            <a:spLocks noGrp="1"/>
          </p:cNvSpPr>
          <p:nvPr>
            <p:ph type="body" sz="quarter" idx="26" hasCustomPrompt="1"/>
          </p:nvPr>
        </p:nvSpPr>
        <p:spPr>
          <a:xfrm>
            <a:off x="2184058" y="1818622"/>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3" name="Text Placeholder 14">
            <a:extLst>
              <a:ext uri="{FF2B5EF4-FFF2-40B4-BE49-F238E27FC236}">
                <a16:creationId xmlns:a16="http://schemas.microsoft.com/office/drawing/2014/main" id="{BBFF508D-A562-2556-E822-0712912C76D1}"/>
              </a:ext>
            </a:extLst>
          </p:cNvPr>
          <p:cNvSpPr>
            <a:spLocks noGrp="1"/>
          </p:cNvSpPr>
          <p:nvPr>
            <p:ph type="body" sz="quarter" idx="27" hasCustomPrompt="1"/>
          </p:nvPr>
        </p:nvSpPr>
        <p:spPr>
          <a:xfrm>
            <a:off x="2184057" y="236422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4" name="Text Placeholder 14">
            <a:extLst>
              <a:ext uri="{FF2B5EF4-FFF2-40B4-BE49-F238E27FC236}">
                <a16:creationId xmlns:a16="http://schemas.microsoft.com/office/drawing/2014/main" id="{9A7B486F-B636-3264-024E-F220C2E86F2D}"/>
              </a:ext>
            </a:extLst>
          </p:cNvPr>
          <p:cNvSpPr>
            <a:spLocks noGrp="1"/>
          </p:cNvSpPr>
          <p:nvPr>
            <p:ph type="body" sz="quarter" idx="28" hasCustomPrompt="1"/>
          </p:nvPr>
        </p:nvSpPr>
        <p:spPr>
          <a:xfrm>
            <a:off x="2184057" y="2909830"/>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5" name="Text Placeholder 14">
            <a:extLst>
              <a:ext uri="{FF2B5EF4-FFF2-40B4-BE49-F238E27FC236}">
                <a16:creationId xmlns:a16="http://schemas.microsoft.com/office/drawing/2014/main" id="{A85B539F-6478-15FE-15B6-DF8BF6110456}"/>
              </a:ext>
            </a:extLst>
          </p:cNvPr>
          <p:cNvSpPr>
            <a:spLocks noGrp="1"/>
          </p:cNvSpPr>
          <p:nvPr>
            <p:ph type="body" sz="quarter" idx="29" hasCustomPrompt="1"/>
          </p:nvPr>
        </p:nvSpPr>
        <p:spPr>
          <a:xfrm>
            <a:off x="2184057" y="3455433"/>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26" name="Text Placeholder 14">
            <a:extLst>
              <a:ext uri="{FF2B5EF4-FFF2-40B4-BE49-F238E27FC236}">
                <a16:creationId xmlns:a16="http://schemas.microsoft.com/office/drawing/2014/main" id="{58F8F0E5-9313-5F1C-EA96-805FDEBFAAEB}"/>
              </a:ext>
            </a:extLst>
          </p:cNvPr>
          <p:cNvSpPr>
            <a:spLocks noGrp="1"/>
          </p:cNvSpPr>
          <p:nvPr>
            <p:ph type="body" sz="quarter" idx="30" hasCustomPrompt="1"/>
          </p:nvPr>
        </p:nvSpPr>
        <p:spPr>
          <a:xfrm>
            <a:off x="2184057" y="4001036"/>
            <a:ext cx="6645419" cy="318492"/>
          </a:xfrm>
        </p:spPr>
        <p:txBody>
          <a:bodyPr/>
          <a:lstStyle>
            <a:lvl1pPr marL="0" indent="0" algn="l">
              <a:buNone/>
              <a:defRPr b="0">
                <a:latin typeface="Arial" panose="020B0604020202020204" pitchFamily="34" charset="0"/>
                <a:cs typeface="Arial" panose="020B0604020202020204" pitchFamily="34" charset="0"/>
              </a:defRPr>
            </a:lvl1pPr>
            <a:lvl2pPr algn="l">
              <a:defRPr/>
            </a:lvl2pPr>
            <a:lvl3pPr algn="l">
              <a:defRPr/>
            </a:lvl3pPr>
            <a:lvl4pPr algn="l">
              <a:defRPr/>
            </a:lvl4pPr>
            <a:lvl5pPr algn="l">
              <a:defRPr/>
            </a:lvl5pPr>
          </a:lstStyle>
          <a:p>
            <a:pPr lvl="0"/>
            <a:r>
              <a:rPr lang="en-US"/>
              <a:t>Title</a:t>
            </a:r>
          </a:p>
        </p:txBody>
      </p:sp>
      <p:sp>
        <p:nvSpPr>
          <p:cNvPr id="3" name="Slide Number Placeholder 5">
            <a:extLst>
              <a:ext uri="{FF2B5EF4-FFF2-40B4-BE49-F238E27FC236}">
                <a16:creationId xmlns:a16="http://schemas.microsoft.com/office/drawing/2014/main" id="{B56C1EBB-5DA5-BF02-BDC5-AA34C350313E}"/>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512863676"/>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3_Plain Content Slide">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3" y="1658065"/>
            <a:ext cx="8514954" cy="2633442"/>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8514953" cy="373063"/>
          </a:xfrm>
        </p:spPr>
        <p:txBody>
          <a:bodyPr/>
          <a:lstStyle>
            <a:lvl1pPr marL="0" indent="0">
              <a:buNone/>
              <a:defRPr sz="1750"/>
            </a:lvl1pPr>
          </a:lstStyle>
          <a:p>
            <a:pPr lvl="0"/>
            <a:r>
              <a:rPr lang="en-US"/>
              <a:t>Click to edit Master text styles</a:t>
            </a:r>
          </a:p>
        </p:txBody>
      </p:sp>
      <p:sp>
        <p:nvSpPr>
          <p:cNvPr id="4" name="Slide Number Placeholder 5">
            <a:extLst>
              <a:ext uri="{FF2B5EF4-FFF2-40B4-BE49-F238E27FC236}">
                <a16:creationId xmlns:a16="http://schemas.microsoft.com/office/drawing/2014/main" id="{F2C4C05A-3048-8787-2847-1F300FCF889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323761727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3_2-block Content Slide 1">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1A7477AD-DFD3-6E09-ADB5-2626AFF82BB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p:txBody>
          <a:bodyPr lIns="91440">
            <a:noAutofit/>
          </a:bodyPr>
          <a:lstStyle>
            <a:lvl1pPr>
              <a:defRPr sz="1875"/>
            </a:lvl1pPr>
          </a:lstStyle>
          <a:p>
            <a:r>
              <a:rPr lang="en-US"/>
              <a:t>Click To Edit Slide Title</a:t>
            </a:r>
          </a:p>
        </p:txBody>
      </p:sp>
      <p:sp>
        <p:nvSpPr>
          <p:cNvPr id="3" name="Content Placeholder 2"/>
          <p:cNvSpPr>
            <a:spLocks noGrp="1"/>
          </p:cNvSpPr>
          <p:nvPr>
            <p:ph idx="1"/>
          </p:nvPr>
        </p:nvSpPr>
        <p:spPr>
          <a:xfrm>
            <a:off x="314524"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8E0690B-A650-10E2-4533-EBACCFF1E0E0}"/>
              </a:ext>
            </a:extLst>
          </p:cNvPr>
          <p:cNvSpPr>
            <a:spLocks noGrp="1"/>
          </p:cNvSpPr>
          <p:nvPr>
            <p:ph type="body" sz="quarter" idx="10"/>
          </p:nvPr>
        </p:nvSpPr>
        <p:spPr>
          <a:xfrm>
            <a:off x="314524" y="1225394"/>
            <a:ext cx="4166368" cy="373063"/>
          </a:xfrm>
        </p:spPr>
        <p:txBody>
          <a:bodyPr/>
          <a:lstStyle>
            <a:lvl1pPr marL="0" indent="0">
              <a:buNone/>
              <a:defRPr sz="175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57FC8DC0-6478-538D-D5BB-1C7A5196457F}"/>
              </a:ext>
            </a:extLst>
          </p:cNvPr>
          <p:cNvSpPr>
            <a:spLocks noGrp="1"/>
          </p:cNvSpPr>
          <p:nvPr>
            <p:ph idx="11"/>
          </p:nvPr>
        </p:nvSpPr>
        <p:spPr>
          <a:xfrm>
            <a:off x="4663108" y="1658065"/>
            <a:ext cx="4166368" cy="2633442"/>
          </a:xfrm>
        </p:spPr>
        <p:txBody>
          <a:bodyPr>
            <a:noAutofit/>
          </a:bodyPr>
          <a:lstStyle>
            <a:lvl1pPr marL="0" indent="0">
              <a:buNone/>
              <a:defRPr sz="1125"/>
            </a:lvl1pPr>
            <a:lvl2pPr marL="212328" indent="0">
              <a:buNone/>
              <a:defRPr sz="1125"/>
            </a:lvl2pPr>
            <a:lvl3pPr marL="430609" indent="0">
              <a:buNone/>
              <a:defRPr sz="1125"/>
            </a:lvl3pPr>
            <a:lvl4pPr marL="610195" indent="0">
              <a:buNone/>
              <a:defRPr sz="1125"/>
            </a:lvl4pPr>
            <a:lvl5pPr marL="821531" indent="0">
              <a:buNone/>
              <a:defRPr sz="112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a:extLst>
              <a:ext uri="{FF2B5EF4-FFF2-40B4-BE49-F238E27FC236}">
                <a16:creationId xmlns:a16="http://schemas.microsoft.com/office/drawing/2014/main" id="{582A5401-52A2-8570-1E7F-12F6CAFEBEA5}"/>
              </a:ext>
            </a:extLst>
          </p:cNvPr>
          <p:cNvSpPr>
            <a:spLocks noGrp="1"/>
          </p:cNvSpPr>
          <p:nvPr>
            <p:ph type="body" sz="quarter" idx="12"/>
          </p:nvPr>
        </p:nvSpPr>
        <p:spPr>
          <a:xfrm>
            <a:off x="4663108" y="1225394"/>
            <a:ext cx="4166368" cy="373063"/>
          </a:xfrm>
        </p:spPr>
        <p:txBody>
          <a:bodyPr/>
          <a:lstStyle>
            <a:lvl1pPr marL="0" indent="0">
              <a:buNone/>
              <a:defRPr sz="1750"/>
            </a:lvl1pPr>
          </a:lstStyle>
          <a:p>
            <a:pPr lvl="0"/>
            <a:r>
              <a:rPr lang="en-US"/>
              <a:t>Click to edit Master text styles</a:t>
            </a:r>
          </a:p>
          <a:p>
            <a:pPr lvl="1"/>
            <a:r>
              <a:rPr lang="en-US"/>
              <a:t>Second level</a:t>
            </a:r>
          </a:p>
        </p:txBody>
      </p:sp>
      <p:sp>
        <p:nvSpPr>
          <p:cNvPr id="4" name="Slide Number Placeholder 5">
            <a:extLst>
              <a:ext uri="{FF2B5EF4-FFF2-40B4-BE49-F238E27FC236}">
                <a16:creationId xmlns:a16="http://schemas.microsoft.com/office/drawing/2014/main" id="{86B23157-C7C5-A8CF-164C-6F71BC03A26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832046156"/>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6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t>Click icon to add picture</a:t>
            </a:r>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4339822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7_Single Block with Image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396025" y="704500"/>
            <a:ext cx="3429000" cy="636199"/>
          </a:xfrm>
        </p:spPr>
        <p:txBody>
          <a:bodyPr>
            <a:noAutofit/>
          </a:bodyPr>
          <a:lstStyle>
            <a:lvl1pPr>
              <a:defRPr sz="1750">
                <a:solidFill>
                  <a:schemeClr val="bg2">
                    <a:lumMod val="10000"/>
                  </a:schemeClr>
                </a:solidFill>
                <a:latin typeface="Arial" panose="020B0604020202020204" pitchFamily="34" charset="0"/>
                <a:cs typeface="Arial" panose="020B0604020202020204" pitchFamily="34" charset="0"/>
              </a:defRPr>
            </a:lvl1pPr>
          </a:lstStyle>
          <a:p>
            <a:r>
              <a:rPr lang="en-US"/>
              <a:t>Click To Edit Slide Subtitle</a:t>
            </a:r>
          </a:p>
        </p:txBody>
      </p:sp>
      <p:sp>
        <p:nvSpPr>
          <p:cNvPr id="3" name="Content Placeholder 2"/>
          <p:cNvSpPr>
            <a:spLocks noGrp="1"/>
          </p:cNvSpPr>
          <p:nvPr>
            <p:ph idx="1"/>
          </p:nvPr>
        </p:nvSpPr>
        <p:spPr>
          <a:xfrm>
            <a:off x="5396025" y="1440899"/>
            <a:ext cx="3479971" cy="2772543"/>
          </a:xfrm>
        </p:spPr>
        <p:txBody>
          <a:bodyPr>
            <a:noAutofit/>
          </a:bodyPr>
          <a:lstStyle>
            <a:lvl1pPr marL="0" indent="0">
              <a:buNone/>
              <a:defRPr sz="1063"/>
            </a:lvl1pPr>
            <a:lvl2pPr marL="212328" indent="0">
              <a:buNone/>
              <a:defRPr sz="1063"/>
            </a:lvl2pPr>
            <a:lvl3pPr marL="430609" indent="0">
              <a:buNone/>
              <a:defRPr sz="1063"/>
            </a:lvl3pPr>
            <a:lvl4pPr marL="610195" indent="0">
              <a:buNone/>
              <a:defRPr sz="1063"/>
            </a:lvl4pPr>
            <a:lvl5pPr marL="821531" indent="0">
              <a:buNone/>
              <a:defRPr sz="106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5F5E3664-151B-7A7F-4F7C-2A507E6478CD}"/>
              </a:ext>
            </a:extLst>
          </p:cNvPr>
          <p:cNvSpPr>
            <a:spLocks noGrp="1"/>
          </p:cNvSpPr>
          <p:nvPr>
            <p:ph type="pic" sz="quarter" idx="20"/>
          </p:nvPr>
        </p:nvSpPr>
        <p:spPr>
          <a:xfrm>
            <a:off x="3071811" y="0"/>
            <a:ext cx="2111376" cy="5143500"/>
          </a:xfrm>
          <a:solidFill>
            <a:schemeClr val="bg1">
              <a:lumMod val="85000"/>
            </a:schemeClr>
          </a:solidFill>
        </p:spPr>
        <p:txBody>
          <a:bodyPr/>
          <a:lstStyle>
            <a:lvl1pPr>
              <a:defRPr/>
            </a:lvl1pPr>
          </a:lstStyle>
          <a:p>
            <a:r>
              <a:rPr lang="en-US"/>
              <a:t>Click icon to add picture</a:t>
            </a:r>
          </a:p>
        </p:txBody>
      </p:sp>
      <p:sp>
        <p:nvSpPr>
          <p:cNvPr id="7" name="Rectangle 6">
            <a:extLst>
              <a:ext uri="{FF2B5EF4-FFF2-40B4-BE49-F238E27FC236}">
                <a16:creationId xmlns:a16="http://schemas.microsoft.com/office/drawing/2014/main" id="{B2CEC826-D1F7-EA99-352F-49B6565DAE2C}"/>
              </a:ext>
            </a:extLst>
          </p:cNvPr>
          <p:cNvSpPr/>
          <p:nvPr/>
        </p:nvSpPr>
        <p:spPr>
          <a:xfrm>
            <a:off x="0" y="0"/>
            <a:ext cx="3071811"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9" name="Text Placeholder 9">
            <a:extLst>
              <a:ext uri="{FF2B5EF4-FFF2-40B4-BE49-F238E27FC236}">
                <a16:creationId xmlns:a16="http://schemas.microsoft.com/office/drawing/2014/main" id="{00F2A52D-6982-1DF0-3FA0-210C5B9B838B}"/>
              </a:ext>
            </a:extLst>
          </p:cNvPr>
          <p:cNvSpPr>
            <a:spLocks noGrp="1"/>
          </p:cNvSpPr>
          <p:nvPr>
            <p:ph type="body" sz="quarter" idx="19" hasCustomPrompt="1"/>
          </p:nvPr>
        </p:nvSpPr>
        <p:spPr>
          <a:xfrm>
            <a:off x="239118" y="1564287"/>
            <a:ext cx="2212578" cy="1362273"/>
          </a:xfrm>
        </p:spPr>
        <p:txBody>
          <a:bodyPr/>
          <a:lstStyle>
            <a:lvl1pPr marL="0" indent="0">
              <a:buNone/>
              <a:defRPr sz="1875">
                <a:solidFill>
                  <a:schemeClr val="bg1"/>
                </a:solidFill>
                <a:latin typeface="+mj-lt"/>
              </a:defRPr>
            </a:lvl1pPr>
            <a:lvl2pPr>
              <a:defRPr sz="2500">
                <a:solidFill>
                  <a:schemeClr val="bg1"/>
                </a:solidFill>
                <a:latin typeface="+mj-lt"/>
              </a:defRPr>
            </a:lvl2pPr>
            <a:lvl3pPr>
              <a:defRPr sz="2500">
                <a:solidFill>
                  <a:schemeClr val="bg1"/>
                </a:solidFill>
                <a:latin typeface="+mj-lt"/>
              </a:defRPr>
            </a:lvl3pPr>
            <a:lvl4pPr>
              <a:defRPr sz="2500">
                <a:solidFill>
                  <a:schemeClr val="bg1"/>
                </a:solidFill>
                <a:latin typeface="+mj-lt"/>
              </a:defRPr>
            </a:lvl4pPr>
            <a:lvl5pPr>
              <a:defRPr>
                <a:latin typeface="+mj-lt"/>
              </a:defRPr>
            </a:lvl5pPr>
          </a:lstStyle>
          <a:p>
            <a:pPr lvl="0"/>
            <a:r>
              <a:rPr lang="en-US"/>
              <a:t>Click To Edit Slide Title</a:t>
            </a:r>
          </a:p>
        </p:txBody>
      </p:sp>
      <p:sp>
        <p:nvSpPr>
          <p:cNvPr id="4" name="Slide Number Placeholder 5">
            <a:extLst>
              <a:ext uri="{FF2B5EF4-FFF2-40B4-BE49-F238E27FC236}">
                <a16:creationId xmlns:a16="http://schemas.microsoft.com/office/drawing/2014/main" id="{7C6F681F-0D2D-8334-C08A-5E22FD0B78B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349959848"/>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12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657034538"/>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13_2 Column With Subheads ">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999656743"/>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14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3692804"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4837816" y="1436688"/>
            <a:ext cx="3980747" cy="476250"/>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6" y="2019260"/>
            <a:ext cx="3692806"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2019260"/>
            <a:ext cx="3980745"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27824767"/>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15_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21" name="Content Placeholder 16"/>
          <p:cNvSpPr>
            <a:spLocks noGrp="1"/>
          </p:cNvSpPr>
          <p:nvPr>
            <p:ph sz="quarter" idx="17"/>
          </p:nvPr>
        </p:nvSpPr>
        <p:spPr>
          <a:xfrm>
            <a:off x="553756" y="1436688"/>
            <a:ext cx="3692806"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4837816" y="1436688"/>
            <a:ext cx="3980745" cy="2500313"/>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11842E2-D7BE-65D5-63F4-9548CA8AE0C1}"/>
              </a:ext>
            </a:extLst>
          </p:cNvPr>
          <p:cNvCxnSpPr>
            <a:cxnSpLocks/>
          </p:cNvCxnSpPr>
          <p:nvPr/>
        </p:nvCxnSpPr>
        <p:spPr bwMode="auto">
          <a:xfrm>
            <a:off x="45720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6" name="Slide Number Placeholder 5">
            <a:extLst>
              <a:ext uri="{FF2B5EF4-FFF2-40B4-BE49-F238E27FC236}">
                <a16:creationId xmlns:a16="http://schemas.microsoft.com/office/drawing/2014/main" id="{578FD829-7BA5-3C6D-763D-59772F850633}"/>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424443756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3_3 Column With Subheads 2">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553757" y="1436688"/>
            <a:ext cx="2357181"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0" name="Text Placeholder 13"/>
          <p:cNvSpPr>
            <a:spLocks noGrp="1"/>
          </p:cNvSpPr>
          <p:nvPr>
            <p:ph type="body" sz="quarter" idx="16" hasCustomPrompt="1"/>
          </p:nvPr>
        </p:nvSpPr>
        <p:spPr>
          <a:xfrm>
            <a:off x="3390717" y="1436688"/>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21" name="Content Placeholder 16"/>
          <p:cNvSpPr>
            <a:spLocks noGrp="1"/>
          </p:cNvSpPr>
          <p:nvPr>
            <p:ph sz="quarter" idx="17"/>
          </p:nvPr>
        </p:nvSpPr>
        <p:spPr>
          <a:xfrm>
            <a:off x="553757" y="2019260"/>
            <a:ext cx="2357181"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3390717" y="2019260"/>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3866"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67BB201C-481A-0938-9DB5-D0C110A33E15}"/>
              </a:ext>
            </a:extLst>
          </p:cNvPr>
          <p:cNvCxnSpPr>
            <a:cxnSpLocks/>
          </p:cNvCxnSpPr>
          <p:nvPr/>
        </p:nvCxnSpPr>
        <p:spPr bwMode="auto">
          <a:xfrm>
            <a:off x="3150827"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cxnSp>
        <p:nvCxnSpPr>
          <p:cNvPr id="8" name="Straight Connector 7">
            <a:extLst>
              <a:ext uri="{FF2B5EF4-FFF2-40B4-BE49-F238E27FC236}">
                <a16:creationId xmlns:a16="http://schemas.microsoft.com/office/drawing/2014/main" id="{95429DB8-28BE-3F8C-CCED-A9CFC8697C81}"/>
              </a:ext>
            </a:extLst>
          </p:cNvPr>
          <p:cNvCxnSpPr>
            <a:cxnSpLocks/>
          </p:cNvCxnSpPr>
          <p:nvPr/>
        </p:nvCxnSpPr>
        <p:spPr bwMode="auto">
          <a:xfrm>
            <a:off x="5990700" y="1436687"/>
            <a:ext cx="0" cy="250031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Text Placeholder 13">
            <a:extLst>
              <a:ext uri="{FF2B5EF4-FFF2-40B4-BE49-F238E27FC236}">
                <a16:creationId xmlns:a16="http://schemas.microsoft.com/office/drawing/2014/main" id="{7F7AAA09-1185-7F6B-0EB9-01E5747EB070}"/>
              </a:ext>
            </a:extLst>
          </p:cNvPr>
          <p:cNvSpPr>
            <a:spLocks noGrp="1"/>
          </p:cNvSpPr>
          <p:nvPr>
            <p:ph type="body" sz="quarter" idx="20" hasCustomPrompt="1"/>
          </p:nvPr>
        </p:nvSpPr>
        <p:spPr>
          <a:xfrm>
            <a:off x="6230589" y="1437979"/>
            <a:ext cx="2357182"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11" name="Content Placeholder 16">
            <a:extLst>
              <a:ext uri="{FF2B5EF4-FFF2-40B4-BE49-F238E27FC236}">
                <a16:creationId xmlns:a16="http://schemas.microsoft.com/office/drawing/2014/main" id="{514F11C7-C221-F797-F5B3-84BD44C358BD}"/>
              </a:ext>
            </a:extLst>
          </p:cNvPr>
          <p:cNvSpPr>
            <a:spLocks noGrp="1"/>
          </p:cNvSpPr>
          <p:nvPr>
            <p:ph sz="quarter" idx="21"/>
          </p:nvPr>
        </p:nvSpPr>
        <p:spPr>
          <a:xfrm>
            <a:off x="6230589" y="2019259"/>
            <a:ext cx="2357179" cy="1917741"/>
          </a:xfrm>
        </p:spPr>
        <p:txBody>
          <a:bodyPr>
            <a:noAutofit/>
          </a:bodyPr>
          <a:lstStyle>
            <a:lvl1pPr marL="0" indent="0">
              <a:buNone/>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30B3B5F0-7DA3-0644-2322-57C95423A7B9}"/>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169333897"/>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6_Quote w/headshot">
    <p:spTree>
      <p:nvGrpSpPr>
        <p:cNvPr id="1" name=""/>
        <p:cNvGrpSpPr/>
        <p:nvPr/>
      </p:nvGrpSpPr>
      <p:grpSpPr>
        <a:xfrm>
          <a:off x="0" y="0"/>
          <a:ext cx="0" cy="0"/>
          <a:chOff x="0" y="0"/>
          <a:chExt cx="0" cy="0"/>
        </a:xfrm>
      </p:grpSpPr>
      <p:sp>
        <p:nvSpPr>
          <p:cNvPr id="21" name="Content Placeholder 16"/>
          <p:cNvSpPr>
            <a:spLocks noGrp="1"/>
          </p:cNvSpPr>
          <p:nvPr>
            <p:ph sz="quarter" idx="17"/>
          </p:nvPr>
        </p:nvSpPr>
        <p:spPr>
          <a:xfrm>
            <a:off x="3594698" y="1625203"/>
            <a:ext cx="5234760" cy="1945920"/>
          </a:xfrm>
        </p:spPr>
        <p:txBody>
          <a:bodyPr>
            <a:noAutofit/>
          </a:bodyPr>
          <a:lstStyle>
            <a:lvl1pPr marL="0" indent="0">
              <a:lnSpc>
                <a:spcPct val="150000"/>
              </a:lnSpc>
              <a:buNone/>
              <a:defRPr sz="1250"/>
            </a:lvl1pPr>
            <a:lvl2pPr marL="212328" indent="0">
              <a:lnSpc>
                <a:spcPct val="150000"/>
              </a:lnSpc>
              <a:buNone/>
              <a:defRPr sz="1250"/>
            </a:lvl2pPr>
            <a:lvl3pPr marL="430609" indent="0">
              <a:lnSpc>
                <a:spcPct val="150000"/>
              </a:lnSpc>
              <a:buNone/>
              <a:defRPr sz="1250"/>
            </a:lvl3pPr>
            <a:lvl4pPr marL="610195" indent="0">
              <a:lnSpc>
                <a:spcPct val="150000"/>
              </a:lnSpc>
              <a:buNone/>
              <a:defRPr sz="1250"/>
            </a:lvl4pPr>
            <a:lvl5pPr marL="821531" indent="0">
              <a:lnSpc>
                <a:spcPct val="150000"/>
              </a:lnSpc>
              <a:buNone/>
              <a:defRPr sz="12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435946" y="1214438"/>
            <a:ext cx="0" cy="3046493"/>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3594697" y="3637303"/>
            <a:ext cx="2870399" cy="228132"/>
          </a:xfrm>
        </p:spPr>
        <p:txBody>
          <a:bodyPr anchor="b">
            <a:noAutofit/>
          </a:bodyPr>
          <a:lstStyle>
            <a:lvl1pPr marL="0" indent="0" algn="l">
              <a:buNone/>
              <a:defRPr sz="1000" b="1" i="0">
                <a:solidFill>
                  <a:schemeClr val="tx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3594697" y="3849292"/>
            <a:ext cx="2870399" cy="467014"/>
          </a:xfrm>
        </p:spPr>
        <p:txBody>
          <a:bodyPr>
            <a:noAutofit/>
          </a:bodyPr>
          <a:lstStyle>
            <a:lvl1pPr marL="0" indent="0" algn="l">
              <a:spcBef>
                <a:spcPts val="0"/>
              </a:spcBef>
              <a:spcAft>
                <a:spcPts val="375"/>
              </a:spcAft>
              <a:buNone/>
              <a:defRPr sz="1000" b="0" i="0">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latin typeface="Arial Narrow" panose="020B0604020202020204" pitchFamily="34" charset="0"/>
                <a:cs typeface="Arial Narrow"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3435947" y="500907"/>
            <a:ext cx="5393511" cy="379114"/>
          </a:xfrm>
        </p:spPr>
        <p:txBody>
          <a:bodyPr>
            <a:noAutofit/>
          </a:bodyPr>
          <a:lstStyle>
            <a:lvl1pPr>
              <a:defRPr sz="2000">
                <a:solidFill>
                  <a:schemeClr val="tx1"/>
                </a:solidFill>
                <a:latin typeface="+mn-lt"/>
              </a:defRPr>
            </a:lvl1pPr>
          </a:lstStyle>
          <a:p>
            <a:r>
              <a:rPr lang="en-US"/>
              <a:t>Click To Edit Slide Title</a:t>
            </a:r>
          </a:p>
        </p:txBody>
      </p:sp>
      <p:sp>
        <p:nvSpPr>
          <p:cNvPr id="7" name="Picture Placeholder 6">
            <a:extLst>
              <a:ext uri="{FF2B5EF4-FFF2-40B4-BE49-F238E27FC236}">
                <a16:creationId xmlns:a16="http://schemas.microsoft.com/office/drawing/2014/main" id="{5D794A3B-B179-A62D-2C7D-5B5E0E5D6BB2}"/>
              </a:ext>
            </a:extLst>
          </p:cNvPr>
          <p:cNvSpPr>
            <a:spLocks noGrp="1"/>
          </p:cNvSpPr>
          <p:nvPr>
            <p:ph type="pic" sz="quarter" idx="14"/>
          </p:nvPr>
        </p:nvSpPr>
        <p:spPr>
          <a:xfrm>
            <a:off x="-2" y="0"/>
            <a:ext cx="3071813" cy="5143500"/>
          </a:xfrm>
          <a:solidFill>
            <a:schemeClr val="bg1">
              <a:lumMod val="85000"/>
            </a:schemeClr>
          </a:solidFill>
        </p:spPr>
        <p:txBody>
          <a:bodyPr/>
          <a:lstStyle>
            <a:lvl1pPr>
              <a:defRPr/>
            </a:lvl1pPr>
          </a:lstStyle>
          <a:p>
            <a:r>
              <a:rPr lang="en-US"/>
              <a:t>Click icon to add picture</a:t>
            </a:r>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94697" y="1214437"/>
            <a:ext cx="262924" cy="262924"/>
          </a:xfrm>
          <a:prstGeom prst="rect">
            <a:avLst/>
          </a:prstGeom>
        </p:spPr>
      </p:pic>
      <p:sp>
        <p:nvSpPr>
          <p:cNvPr id="2" name="Slide Number Placeholder 5">
            <a:extLst>
              <a:ext uri="{FF2B5EF4-FFF2-40B4-BE49-F238E27FC236}">
                <a16:creationId xmlns:a16="http://schemas.microsoft.com/office/drawing/2014/main" id="{EDF60FBE-1FA4-1819-4C58-4B5855D8911E}"/>
              </a:ext>
            </a:extLst>
          </p:cNvPr>
          <p:cNvSpPr>
            <a:spLocks noGrp="1"/>
          </p:cNvSpPr>
          <p:nvPr>
            <p:ph type="sldNum" sz="quarter" idx="4"/>
          </p:nvPr>
        </p:nvSpPr>
        <p:spPr>
          <a:xfrm>
            <a:off x="322694" y="4836925"/>
            <a:ext cx="1714500" cy="130081"/>
          </a:xfrm>
          <a:prstGeom prst="rect">
            <a:avLst/>
          </a:prstGeom>
        </p:spPr>
        <p:txBody>
          <a:bodyPr/>
          <a:lstStyle>
            <a:lvl1pPr>
              <a:defRPr sz="625">
                <a:solidFill>
                  <a:schemeClr val="bg1"/>
                </a:solidFill>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29878232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7_Quote w/headshot">
    <p:bg>
      <p:bgRef idx="1001">
        <a:schemeClr val="bg1"/>
      </p:bgRef>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D94836B-C64F-B87F-049E-8D959535578D}"/>
              </a:ext>
            </a:extLst>
          </p:cNvPr>
          <p:cNvSpPr/>
          <p:nvPr/>
        </p:nvSpPr>
        <p:spPr>
          <a:xfrm>
            <a:off x="0" y="0"/>
            <a:ext cx="9144000" cy="4519415"/>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2"/>
          </a:solidFill>
        </p:spPr>
        <p:txBody>
          <a:bodyPr wrap="square" lIns="0" tIns="0" rIns="0" bIns="0" rtlCol="0"/>
          <a:lstStyle/>
          <a:p>
            <a:endParaRPr sz="1125"/>
          </a:p>
        </p:txBody>
      </p:sp>
      <p:sp>
        <p:nvSpPr>
          <p:cNvPr id="21" name="Content Placeholder 16"/>
          <p:cNvSpPr>
            <a:spLocks noGrp="1"/>
          </p:cNvSpPr>
          <p:nvPr>
            <p:ph sz="quarter" idx="17"/>
          </p:nvPr>
        </p:nvSpPr>
        <p:spPr>
          <a:xfrm>
            <a:off x="3400894" y="1296544"/>
            <a:ext cx="5377718" cy="2961178"/>
          </a:xfrm>
        </p:spPr>
        <p:txBody>
          <a:bodyPr>
            <a:noAutofit/>
          </a:bodyPr>
          <a:lstStyle>
            <a:lvl1pPr marL="0" indent="0">
              <a:lnSpc>
                <a:spcPct val="150000"/>
              </a:lnSpc>
              <a:buNone/>
              <a:defRPr sz="1250">
                <a:solidFill>
                  <a:schemeClr val="bg1"/>
                </a:solidFill>
              </a:defRPr>
            </a:lvl1pPr>
            <a:lvl2pPr marL="212328" indent="0">
              <a:lnSpc>
                <a:spcPct val="150000"/>
              </a:lnSpc>
              <a:buNone/>
              <a:defRPr sz="1250">
                <a:solidFill>
                  <a:schemeClr val="bg1"/>
                </a:solidFill>
              </a:defRPr>
            </a:lvl2pPr>
            <a:lvl3pPr marL="430609" indent="0">
              <a:lnSpc>
                <a:spcPct val="150000"/>
              </a:lnSpc>
              <a:buNone/>
              <a:defRPr sz="1250">
                <a:solidFill>
                  <a:schemeClr val="bg1"/>
                </a:solidFill>
              </a:defRPr>
            </a:lvl3pPr>
            <a:lvl4pPr marL="610195" indent="0">
              <a:lnSpc>
                <a:spcPct val="150000"/>
              </a:lnSpc>
              <a:buNone/>
              <a:defRPr sz="1250">
                <a:solidFill>
                  <a:schemeClr val="bg1"/>
                </a:solidFill>
              </a:defRPr>
            </a:lvl4pPr>
            <a:lvl5pPr marL="821531" indent="0">
              <a:lnSpc>
                <a:spcPct val="150000"/>
              </a:lnSpc>
              <a:buNone/>
              <a:defRPr sz="12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D8B0D8F-E258-44DF-0899-A537C3490F15}"/>
              </a:ext>
            </a:extLst>
          </p:cNvPr>
          <p:cNvCxnSpPr>
            <a:cxnSpLocks/>
          </p:cNvCxnSpPr>
          <p:nvPr/>
        </p:nvCxnSpPr>
        <p:spPr bwMode="auto">
          <a:xfrm>
            <a:off x="3155349" y="557119"/>
            <a:ext cx="0" cy="3703812"/>
          </a:xfrm>
          <a:prstGeom prst="line">
            <a:avLst/>
          </a:prstGeom>
          <a:solidFill>
            <a:schemeClr val="accent1"/>
          </a:solidFill>
          <a:ln w="12700" cap="flat" cmpd="sng" algn="ctr">
            <a:solidFill>
              <a:schemeClr val="bg1"/>
            </a:solidFill>
            <a:prstDash val="solid"/>
            <a:round/>
            <a:headEnd type="none" w="med" len="med"/>
            <a:tailEnd type="none" w="med" len="med"/>
          </a:ln>
          <a:effectLst/>
        </p:spPr>
      </p:cxnSp>
      <p:sp>
        <p:nvSpPr>
          <p:cNvPr id="24" name="Text Placeholder 13">
            <a:extLst>
              <a:ext uri="{FF2B5EF4-FFF2-40B4-BE49-F238E27FC236}">
                <a16:creationId xmlns:a16="http://schemas.microsoft.com/office/drawing/2014/main" id="{D9C47752-FC8E-7273-4E3D-C0E64C8D6187}"/>
              </a:ext>
            </a:extLst>
          </p:cNvPr>
          <p:cNvSpPr>
            <a:spLocks noGrp="1"/>
          </p:cNvSpPr>
          <p:nvPr>
            <p:ph type="body" sz="quarter" idx="15" hasCustomPrompt="1"/>
          </p:nvPr>
        </p:nvSpPr>
        <p:spPr>
          <a:xfrm>
            <a:off x="400439" y="3562353"/>
            <a:ext cx="2509368" cy="228132"/>
          </a:xfrm>
        </p:spPr>
        <p:txBody>
          <a:bodyPr anchor="b">
            <a:noAutofit/>
          </a:bodyPr>
          <a:lstStyle>
            <a:lvl1pPr marL="0" indent="0" algn="l">
              <a:buNone/>
              <a:defRPr sz="1000" b="1" i="0">
                <a:solidFill>
                  <a:schemeClr val="bg1"/>
                </a:solidFill>
                <a:latin typeface="Arial Narrow" panose="020B0604020202020204" pitchFamily="34" charset="0"/>
                <a:cs typeface="Arial Narrow" panose="020B0604020202020204" pitchFamily="34" charset="0"/>
              </a:defRPr>
            </a:lvl1pPr>
          </a:lstStyle>
          <a:p>
            <a:pPr lvl="0"/>
            <a:r>
              <a:rPr lang="en-US"/>
              <a:t>Click to edit text</a:t>
            </a:r>
          </a:p>
        </p:txBody>
      </p:sp>
      <p:sp>
        <p:nvSpPr>
          <p:cNvPr id="28" name="Content Placeholder 16">
            <a:extLst>
              <a:ext uri="{FF2B5EF4-FFF2-40B4-BE49-F238E27FC236}">
                <a16:creationId xmlns:a16="http://schemas.microsoft.com/office/drawing/2014/main" id="{807962F9-1629-7C38-601F-666AEEED64CC}"/>
              </a:ext>
            </a:extLst>
          </p:cNvPr>
          <p:cNvSpPr>
            <a:spLocks noGrp="1"/>
          </p:cNvSpPr>
          <p:nvPr>
            <p:ph sz="quarter" idx="21"/>
          </p:nvPr>
        </p:nvSpPr>
        <p:spPr>
          <a:xfrm>
            <a:off x="400439" y="3774342"/>
            <a:ext cx="2509368" cy="486589"/>
          </a:xfrm>
        </p:spPr>
        <p:txBody>
          <a:bodyPr>
            <a:noAutofit/>
          </a:bodyPr>
          <a:lstStyle>
            <a:lvl1pPr marL="0"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1pPr>
            <a:lvl2pPr marL="212328"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2pPr>
            <a:lvl3pPr marL="430609"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3pPr>
            <a:lvl4pPr marL="610195"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4pPr>
            <a:lvl5pPr marL="821531" indent="0" algn="l">
              <a:spcBef>
                <a:spcPts val="0"/>
              </a:spcBef>
              <a:spcAft>
                <a:spcPts val="375"/>
              </a:spcAft>
              <a:buNone/>
              <a:defRPr sz="1000" b="0" i="0">
                <a:solidFill>
                  <a:schemeClr val="bg1"/>
                </a:solidFill>
                <a:latin typeface="Arial Narrow" panose="020B0604020202020204" pitchFamily="34" charset="0"/>
                <a:cs typeface="Arial Narrow"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B2216B4B-E4E8-23D5-7E23-FB5B3CAB8939}"/>
              </a:ext>
            </a:extLst>
          </p:cNvPr>
          <p:cNvSpPr>
            <a:spLocks noGrp="1"/>
          </p:cNvSpPr>
          <p:nvPr>
            <p:ph type="title" hasCustomPrompt="1"/>
          </p:nvPr>
        </p:nvSpPr>
        <p:spPr>
          <a:xfrm>
            <a:off x="400438" y="885778"/>
            <a:ext cx="2509364" cy="1756238"/>
          </a:xfrm>
        </p:spPr>
        <p:txBody>
          <a:bodyPr anchor="t">
            <a:noAutofit/>
          </a:bodyPr>
          <a:lstStyle>
            <a:lvl1pPr>
              <a:defRPr sz="2000">
                <a:solidFill>
                  <a:schemeClr val="bg1"/>
                </a:solidFill>
                <a:latin typeface="+mn-lt"/>
              </a:defRPr>
            </a:lvl1pPr>
          </a:lstStyle>
          <a:p>
            <a:r>
              <a:rPr lang="en-US"/>
              <a:t>Click To Edit Slide Title</a:t>
            </a:r>
          </a:p>
        </p:txBody>
      </p:sp>
      <p:pic>
        <p:nvPicPr>
          <p:cNvPr id="9" name="Picture 8" descr="A green and black half circle&#10;&#10;Description automatically generated">
            <a:extLst>
              <a:ext uri="{FF2B5EF4-FFF2-40B4-BE49-F238E27FC236}">
                <a16:creationId xmlns:a16="http://schemas.microsoft.com/office/drawing/2014/main" id="{039F9885-A89B-EB2E-F0EF-DA862080C52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0894" y="885778"/>
            <a:ext cx="262924" cy="262924"/>
          </a:xfrm>
          <a:prstGeom prst="rect">
            <a:avLst/>
          </a:prstGeom>
        </p:spPr>
      </p:pic>
      <p:sp>
        <p:nvSpPr>
          <p:cNvPr id="3" name="Slide Number Placeholder 5">
            <a:extLst>
              <a:ext uri="{FF2B5EF4-FFF2-40B4-BE49-F238E27FC236}">
                <a16:creationId xmlns:a16="http://schemas.microsoft.com/office/drawing/2014/main" id="{1B900EC3-FE66-C186-77D4-CB898A392C1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768324835"/>
      </p:ext>
    </p:extLst>
  </p:cSld>
  <p:clrMapOvr>
    <a:overrideClrMapping bg1="lt1" tx1="dk1" bg2="lt2" tx2="dk2" accent1="accent1" accent2="accent2" accent3="accent3" accent4="accent4" accent5="accent5" accent6="accent6" hlink="hlink" folHlink="folHlink"/>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3_Headshot Feature Slide">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3F7C280F-A550-5B4E-3602-72F37960F701}"/>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Click To Edit Slide Title</a:t>
            </a:r>
          </a:p>
        </p:txBody>
      </p:sp>
      <p:sp>
        <p:nvSpPr>
          <p:cNvPr id="19" name="Text Placeholder 13"/>
          <p:cNvSpPr>
            <a:spLocks noGrp="1"/>
          </p:cNvSpPr>
          <p:nvPr>
            <p:ph type="body" sz="quarter" idx="15" hasCustomPrompt="1"/>
          </p:nvPr>
        </p:nvSpPr>
        <p:spPr>
          <a:xfrm>
            <a:off x="1562804" y="1462719"/>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21" name="Content Placeholder 16"/>
          <p:cNvSpPr>
            <a:spLocks noGrp="1"/>
          </p:cNvSpPr>
          <p:nvPr>
            <p:ph sz="quarter" idx="17" hasCustomPrompt="1"/>
          </p:nvPr>
        </p:nvSpPr>
        <p:spPr>
          <a:xfrm>
            <a:off x="1562804" y="1803996"/>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7" name="Picture Placeholder 6">
            <a:extLst>
              <a:ext uri="{FF2B5EF4-FFF2-40B4-BE49-F238E27FC236}">
                <a16:creationId xmlns:a16="http://schemas.microsoft.com/office/drawing/2014/main" id="{590BE259-1380-7F27-3E64-533E1C56F5F0}"/>
              </a:ext>
            </a:extLst>
          </p:cNvPr>
          <p:cNvSpPr>
            <a:spLocks noGrp="1"/>
          </p:cNvSpPr>
          <p:nvPr>
            <p:ph type="pic" sz="quarter" idx="20"/>
          </p:nvPr>
        </p:nvSpPr>
        <p:spPr>
          <a:xfrm>
            <a:off x="314524" y="1520468"/>
            <a:ext cx="1052696" cy="1051282"/>
          </a:xfrm>
          <a:solidFill>
            <a:schemeClr val="bg1">
              <a:lumMod val="85000"/>
            </a:schemeClr>
          </a:solidFill>
        </p:spPr>
        <p:txBody>
          <a:bodyPr/>
          <a:lstStyle/>
          <a:p>
            <a:r>
              <a:rPr lang="en-US"/>
              <a:t>Click icon to add picture</a:t>
            </a:r>
          </a:p>
        </p:txBody>
      </p:sp>
      <p:sp>
        <p:nvSpPr>
          <p:cNvPr id="16" name="Text Placeholder 13">
            <a:extLst>
              <a:ext uri="{FF2B5EF4-FFF2-40B4-BE49-F238E27FC236}">
                <a16:creationId xmlns:a16="http://schemas.microsoft.com/office/drawing/2014/main" id="{6340FD9B-AE60-3404-C819-CD753CD6CA20}"/>
              </a:ext>
            </a:extLst>
          </p:cNvPr>
          <p:cNvSpPr>
            <a:spLocks noGrp="1"/>
          </p:cNvSpPr>
          <p:nvPr>
            <p:ph type="body" sz="quarter" idx="21" hasCustomPrompt="1"/>
          </p:nvPr>
        </p:nvSpPr>
        <p:spPr>
          <a:xfrm>
            <a:off x="1562804" y="2872951"/>
            <a:ext cx="7266673" cy="314702"/>
          </a:xfrm>
        </p:spPr>
        <p:txBody>
          <a:bodyPr anchor="b">
            <a:noAutofit/>
          </a:bodyPr>
          <a:lstStyle>
            <a:lvl1pPr marL="0" indent="0">
              <a:buNone/>
              <a:defRPr sz="1750" b="0">
                <a:solidFill>
                  <a:schemeClr val="tx1"/>
                </a:solidFill>
              </a:defRPr>
            </a:lvl1pPr>
          </a:lstStyle>
          <a:p>
            <a:pPr lvl="0"/>
            <a:r>
              <a:rPr lang="en-US"/>
              <a:t>Click to edit text</a:t>
            </a:r>
          </a:p>
        </p:txBody>
      </p:sp>
      <p:sp>
        <p:nvSpPr>
          <p:cNvPr id="17" name="Content Placeholder 16">
            <a:extLst>
              <a:ext uri="{FF2B5EF4-FFF2-40B4-BE49-F238E27FC236}">
                <a16:creationId xmlns:a16="http://schemas.microsoft.com/office/drawing/2014/main" id="{76DBD51D-CD95-46A6-B925-503D5128623C}"/>
              </a:ext>
            </a:extLst>
          </p:cNvPr>
          <p:cNvSpPr>
            <a:spLocks noGrp="1"/>
          </p:cNvSpPr>
          <p:nvPr>
            <p:ph sz="quarter" idx="22" hasCustomPrompt="1"/>
          </p:nvPr>
        </p:nvSpPr>
        <p:spPr>
          <a:xfrm>
            <a:off x="1562804" y="3214228"/>
            <a:ext cx="7266673" cy="854144"/>
          </a:xfrm>
        </p:spPr>
        <p:txBody>
          <a:bodyPr>
            <a:noAutofit/>
          </a:bodyPr>
          <a:lstStyle>
            <a:lvl1pPr marL="178594" indent="-178594">
              <a:buFont typeface="Arial" panose="020B0604020202020204" pitchFamily="34" charset="0"/>
              <a:buChar char="•"/>
              <a:defRPr sz="1000"/>
            </a:lvl1pPr>
            <a:lvl2pPr marL="212328" indent="0">
              <a:buNone/>
              <a:defRPr sz="1000"/>
            </a:lvl2pPr>
            <a:lvl3pPr marL="430609" indent="0">
              <a:buNone/>
              <a:defRPr sz="1000"/>
            </a:lvl3pPr>
            <a:lvl4pPr marL="610195" indent="0">
              <a:buNone/>
              <a:defRPr sz="1000"/>
            </a:lvl4pPr>
            <a:lvl5pPr marL="821531" indent="0">
              <a:buNone/>
              <a:defRPr sz="1000"/>
            </a:lvl5pPr>
          </a:lstStyle>
          <a:p>
            <a:pPr lvl="0"/>
            <a:r>
              <a:rPr lang="en-US"/>
              <a:t>Click to edit text</a:t>
            </a:r>
          </a:p>
        </p:txBody>
      </p:sp>
      <p:sp>
        <p:nvSpPr>
          <p:cNvPr id="18" name="Picture Placeholder 6">
            <a:extLst>
              <a:ext uri="{FF2B5EF4-FFF2-40B4-BE49-F238E27FC236}">
                <a16:creationId xmlns:a16="http://schemas.microsoft.com/office/drawing/2014/main" id="{B4D58A6A-B651-A158-704E-ED16D440AEC5}"/>
              </a:ext>
            </a:extLst>
          </p:cNvPr>
          <p:cNvSpPr>
            <a:spLocks noGrp="1"/>
          </p:cNvSpPr>
          <p:nvPr>
            <p:ph type="pic" sz="quarter" idx="23"/>
          </p:nvPr>
        </p:nvSpPr>
        <p:spPr>
          <a:xfrm>
            <a:off x="314524" y="2930701"/>
            <a:ext cx="1052696" cy="1051282"/>
          </a:xfrm>
          <a:solidFill>
            <a:schemeClr val="bg1">
              <a:lumMod val="85000"/>
            </a:schemeClr>
          </a:solidFill>
        </p:spPr>
        <p:txBody>
          <a:bodyPr/>
          <a:lstStyle/>
          <a:p>
            <a:r>
              <a:rPr lang="en-US"/>
              <a:t>Click icon to add picture</a:t>
            </a:r>
          </a:p>
        </p:txBody>
      </p:sp>
      <p:sp>
        <p:nvSpPr>
          <p:cNvPr id="4" name="Slide Number Placeholder 5">
            <a:extLst>
              <a:ext uri="{FF2B5EF4-FFF2-40B4-BE49-F238E27FC236}">
                <a16:creationId xmlns:a16="http://schemas.microsoft.com/office/drawing/2014/main" id="{AB2B1C0E-D76E-924F-D78D-DA11B6B65438}"/>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353044143"/>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3_Chart With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4" name="object 2">
            <a:extLst>
              <a:ext uri="{FF2B5EF4-FFF2-40B4-BE49-F238E27FC236}">
                <a16:creationId xmlns:a16="http://schemas.microsoft.com/office/drawing/2014/main" id="{3EEB7A42-5110-13AD-1E86-1C14D8EA0C4A}"/>
              </a:ext>
            </a:extLst>
          </p:cNvPr>
          <p:cNvSpPr/>
          <p:nvPr/>
        </p:nvSpPr>
        <p:spPr>
          <a:xfrm>
            <a:off x="6066731" y="1071562"/>
            <a:ext cx="3077269"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bg2">
              <a:lumMod val="90000"/>
            </a:schemeClr>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3" y="1170323"/>
            <a:ext cx="5446196"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5446196" cy="2394406"/>
          </a:xfrm>
        </p:spPr>
        <p:txBody>
          <a:bodyPr/>
          <a:lstStyle>
            <a:lvl1pPr>
              <a:defRPr/>
            </a:lvl1pPr>
          </a:lstStyle>
          <a:p>
            <a:r>
              <a:rPr lang="en-US"/>
              <a:t>Click icon to add chart</a:t>
            </a:r>
          </a:p>
        </p:txBody>
      </p:sp>
      <p:sp>
        <p:nvSpPr>
          <p:cNvPr id="7" name="Text Placeholder 13">
            <a:extLst>
              <a:ext uri="{FF2B5EF4-FFF2-40B4-BE49-F238E27FC236}">
                <a16:creationId xmlns:a16="http://schemas.microsoft.com/office/drawing/2014/main" id="{1BB87E08-F5B2-1C85-04B0-1A4D63D6F725}"/>
              </a:ext>
            </a:extLst>
          </p:cNvPr>
          <p:cNvSpPr>
            <a:spLocks noGrp="1"/>
          </p:cNvSpPr>
          <p:nvPr>
            <p:ph type="body" sz="quarter" idx="20" hasCustomPrompt="1"/>
          </p:nvPr>
        </p:nvSpPr>
        <p:spPr>
          <a:xfrm>
            <a:off x="6230589" y="1246474"/>
            <a:ext cx="2598888" cy="476250"/>
          </a:xfrm>
        </p:spPr>
        <p:txBody>
          <a:bodyPr anchor="b">
            <a:noAutofit/>
          </a:bodyPr>
          <a:lstStyle>
            <a:lvl1pPr marL="0" indent="0">
              <a:lnSpc>
                <a:spcPct val="85000"/>
              </a:lnSpc>
              <a:buNone/>
              <a:defRPr sz="1625" b="0">
                <a:solidFill>
                  <a:schemeClr val="tx1"/>
                </a:solidFill>
              </a:defRPr>
            </a:lvl1pPr>
          </a:lstStyle>
          <a:p>
            <a:pPr lvl="0"/>
            <a:r>
              <a:rPr lang="en-US"/>
              <a:t>Click to edit text</a:t>
            </a:r>
          </a:p>
        </p:txBody>
      </p:sp>
      <p:sp>
        <p:nvSpPr>
          <p:cNvPr id="8" name="Content Placeholder 16">
            <a:extLst>
              <a:ext uri="{FF2B5EF4-FFF2-40B4-BE49-F238E27FC236}">
                <a16:creationId xmlns:a16="http://schemas.microsoft.com/office/drawing/2014/main" id="{DFCB2DF8-8D4A-D112-A1F9-55A56C739C93}"/>
              </a:ext>
            </a:extLst>
          </p:cNvPr>
          <p:cNvSpPr>
            <a:spLocks noGrp="1"/>
          </p:cNvSpPr>
          <p:nvPr>
            <p:ph sz="quarter" idx="21"/>
          </p:nvPr>
        </p:nvSpPr>
        <p:spPr>
          <a:xfrm>
            <a:off x="6230589" y="1903274"/>
            <a:ext cx="2598888" cy="2394406"/>
          </a:xfrm>
        </p:spPr>
        <p:txBody>
          <a:bodyPr>
            <a:no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CD8C89FE-E5DA-B993-1428-B78D5CC400E7}"/>
              </a:ext>
            </a:extLst>
          </p:cNvPr>
          <p:cNvCxnSpPr>
            <a:cxnSpLocks/>
          </p:cNvCxnSpPr>
          <p:nvPr/>
        </p:nvCxnSpPr>
        <p:spPr bwMode="auto">
          <a:xfrm>
            <a:off x="6230589" y="1812864"/>
            <a:ext cx="2598888" cy="0"/>
          </a:xfrm>
          <a:prstGeom prst="line">
            <a:avLst/>
          </a:prstGeom>
          <a:solidFill>
            <a:schemeClr val="accent1"/>
          </a:solidFill>
          <a:ln w="12700" cap="flat" cmpd="sng" algn="ctr">
            <a:solidFill>
              <a:schemeClr val="bg2">
                <a:lumMod val="50000"/>
              </a:schemeClr>
            </a:solidFill>
            <a:prstDash val="solid"/>
            <a:round/>
            <a:headEnd type="none" w="med" len="med"/>
            <a:tailEnd type="none" w="med" len="med"/>
          </a:ln>
          <a:effectLst/>
        </p:spPr>
      </p:cxnSp>
      <p:sp>
        <p:nvSpPr>
          <p:cNvPr id="10" name="Slide Number Placeholder 5">
            <a:extLst>
              <a:ext uri="{FF2B5EF4-FFF2-40B4-BE49-F238E27FC236}">
                <a16:creationId xmlns:a16="http://schemas.microsoft.com/office/drawing/2014/main" id="{5F135AD9-D450-D550-8CBA-5F0400B4E944}"/>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409313721"/>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3_Chart without callout">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89C5C778-F4C0-C7CF-C813-C9C3A87D8E4E}"/>
              </a:ext>
            </a:extLst>
          </p:cNvPr>
          <p:cNvSpPr/>
          <p:nvPr/>
        </p:nvSpPr>
        <p:spPr>
          <a:xfrm>
            <a:off x="0" y="1071562"/>
            <a:ext cx="9144000" cy="344785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sz="1125"/>
          </a:p>
        </p:txBody>
      </p:sp>
      <p:sp>
        <p:nvSpPr>
          <p:cNvPr id="2" name="Title 1"/>
          <p:cNvSpPr>
            <a:spLocks noGrp="1"/>
          </p:cNvSpPr>
          <p:nvPr>
            <p:ph type="title" hasCustomPrompt="1"/>
          </p:nvPr>
        </p:nvSpPr>
        <p:spPr>
          <a:xfrm>
            <a:off x="314524" y="205978"/>
            <a:ext cx="8514953" cy="635219"/>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314524" y="1170323"/>
            <a:ext cx="8514953" cy="476250"/>
          </a:xfrm>
        </p:spPr>
        <p:txBody>
          <a:bodyPr anchor="b">
            <a:noAutofit/>
          </a:bodyPr>
          <a:lstStyle>
            <a:lvl1pPr marL="0" indent="0">
              <a:buNone/>
              <a:defRPr sz="1750" b="0">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314524" y="1903274"/>
            <a:ext cx="8514953" cy="2394406"/>
          </a:xfrm>
        </p:spPr>
        <p:txBody>
          <a:bodyPr/>
          <a:lstStyle>
            <a:lvl1pPr>
              <a:defRPr/>
            </a:lvl1pPr>
          </a:lstStyle>
          <a:p>
            <a:r>
              <a:rPr lang="en-US"/>
              <a:t>Click icon to add chart</a:t>
            </a:r>
          </a:p>
        </p:txBody>
      </p:sp>
      <p:sp>
        <p:nvSpPr>
          <p:cNvPr id="4" name="Slide Number Placeholder 5">
            <a:extLst>
              <a:ext uri="{FF2B5EF4-FFF2-40B4-BE49-F238E27FC236}">
                <a16:creationId xmlns:a16="http://schemas.microsoft.com/office/drawing/2014/main" id="{2651C850-897C-E949-B6AA-E058B3A7F606}"/>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261751275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3_LAST LAYOUT OF TEMPLA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1B9540-768B-ACCF-01EE-CF2685BD13DD}"/>
              </a:ext>
            </a:extLst>
          </p:cNvPr>
          <p:cNvSpPr/>
          <p:nvPr/>
        </p:nvSpPr>
        <p:spPr bwMode="auto">
          <a:xfrm>
            <a:off x="0" y="0"/>
            <a:ext cx="9144000" cy="4646544"/>
          </a:xfrm>
          <a:prstGeom prst="rect">
            <a:avLst/>
          </a:prstGeom>
          <a:solidFill>
            <a:srgbClr val="C00000"/>
          </a:solidFill>
          <a:ln w="9525">
            <a:noFill/>
            <a:round/>
            <a:headEnd/>
            <a:tailEnd/>
          </a:ln>
          <a:effectLst/>
        </p:spPr>
        <p:txBody>
          <a:bodyPr wrap="square" rtlCol="0" anchor="ctr"/>
          <a:lstStyle/>
          <a:p>
            <a:pPr algn="ctr" eaLnBrk="0" fontAlgn="base" hangingPunct="0">
              <a:spcBef>
                <a:spcPct val="0"/>
              </a:spcBef>
              <a:spcAft>
                <a:spcPct val="0"/>
              </a:spcAft>
            </a:pPr>
            <a:endParaRPr lang="en-US" sz="1125" b="1">
              <a:solidFill>
                <a:srgbClr val="FFFFFF"/>
              </a:solidFill>
            </a:endParaRPr>
          </a:p>
        </p:txBody>
      </p:sp>
      <p:sp>
        <p:nvSpPr>
          <p:cNvPr id="2" name="Rectangle 1"/>
          <p:cNvSpPr/>
          <p:nvPr/>
        </p:nvSpPr>
        <p:spPr>
          <a:xfrm>
            <a:off x="338235" y="676094"/>
            <a:ext cx="8467530" cy="3554819"/>
          </a:xfrm>
          <a:prstGeom prst="rect">
            <a:avLst/>
          </a:prstGeom>
        </p:spPr>
        <p:txBody>
          <a:bodyPr wrap="square">
            <a:spAutoFit/>
          </a:bodyPr>
          <a:lstStyle/>
          <a:p>
            <a:pPr lvl="0" algn="ctr"/>
            <a:r>
              <a:rPr lang="en-US" sz="4500">
                <a:solidFill>
                  <a:schemeClr val="bg1"/>
                </a:solidFill>
                <a:latin typeface="+mj-lt"/>
                <a:ea typeface="Noto Sans" panose="020B0502040504020204" pitchFamily="34" charset="0"/>
                <a:cs typeface="Arial" panose="020B0604020202020204" pitchFamily="34" charset="0"/>
              </a:rPr>
              <a:t>Last</a:t>
            </a:r>
            <a:r>
              <a:rPr lang="en-US" sz="4500" baseline="0">
                <a:solidFill>
                  <a:schemeClr val="bg1"/>
                </a:solidFill>
                <a:latin typeface="+mj-lt"/>
                <a:ea typeface="Noto Sans" panose="020B0502040504020204" pitchFamily="34" charset="0"/>
                <a:cs typeface="Arial" panose="020B0604020202020204" pitchFamily="34" charset="0"/>
              </a:rPr>
              <a:t> Layout </a:t>
            </a:r>
            <a:r>
              <a:rPr lang="en-US" sz="4500">
                <a:solidFill>
                  <a:schemeClr val="bg1"/>
                </a:solidFill>
                <a:latin typeface="+mj-lt"/>
                <a:ea typeface="Noto Sans" panose="020B0502040504020204" pitchFamily="34" charset="0"/>
                <a:cs typeface="Arial" panose="020B0604020202020204" pitchFamily="34" charset="0"/>
              </a:rPr>
              <a:t>of Template</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br>
            <a:r>
              <a:rPr lang="en-US" sz="4500">
                <a:solidFill>
                  <a:schemeClr val="bg1"/>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4125">
              <a:solidFill>
                <a:schemeClr val="bg1"/>
              </a:solidFill>
              <a:latin typeface="Arial" panose="020B0604020202020204" pitchFamily="34" charset="0"/>
              <a:ea typeface="Noto Sans" panose="020B0502040504020204" pitchFamily="34" charset="0"/>
              <a:cs typeface="Arial" panose="020B0604020202020204" pitchFamily="34" charset="0"/>
            </a:endParaRPr>
          </a:p>
        </p:txBody>
      </p:sp>
    </p:spTree>
    <p:extLst>
      <p:ext uri="{BB962C8B-B14F-4D97-AF65-F5344CB8AC3E}">
        <p14:creationId xmlns:p14="http://schemas.microsoft.com/office/powerpoint/2010/main" val="2474237731"/>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cSld name="4_Plain Content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523" y="1225395"/>
            <a:ext cx="8514954" cy="3279807"/>
          </a:xfrm>
        </p:spPr>
        <p:txBody>
          <a:bodyPr>
            <a:no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lIns="91440">
            <a:noAutofit/>
          </a:bodyPr>
          <a:lstStyle>
            <a:lvl1pPr>
              <a:defRPr sz="2500"/>
            </a:lvl1pPr>
          </a:lstStyle>
          <a:p>
            <a:r>
              <a:rPr lang="en-US"/>
              <a:t>Click To Edit Slide Title</a:t>
            </a:r>
          </a:p>
        </p:txBody>
      </p:sp>
      <p:sp>
        <p:nvSpPr>
          <p:cNvPr id="4" name="Slide Number Placeholder 5">
            <a:extLst>
              <a:ext uri="{FF2B5EF4-FFF2-40B4-BE49-F238E27FC236}">
                <a16:creationId xmlns:a16="http://schemas.microsoft.com/office/drawing/2014/main" id="{C15D3A71-7794-FE21-D1CE-74B73F6431D2}"/>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144142549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cSld name="1_Content 1 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8F585-5101-8C47-BBE7-82D71209AF6B}"/>
              </a:ext>
            </a:extLst>
          </p:cNvPr>
          <p:cNvSpPr>
            <a:spLocks noGrp="1"/>
          </p:cNvSpPr>
          <p:nvPr>
            <p:ph type="title" hasCustomPrompt="1"/>
          </p:nvPr>
        </p:nvSpPr>
        <p:spPr>
          <a:xfrm>
            <a:off x="739379" y="521420"/>
            <a:ext cx="8158478" cy="443198"/>
          </a:xfrm>
        </p:spPr>
        <p:txBody>
          <a:bodyPr lIns="0" rIns="0"/>
          <a:lstStyle/>
          <a:p>
            <a:r>
              <a:rPr lang="en-US"/>
              <a:t>Slide Title</a:t>
            </a:r>
          </a:p>
        </p:txBody>
      </p:sp>
      <p:pic>
        <p:nvPicPr>
          <p:cNvPr id="4" name="Image">
            <a:extLst>
              <a:ext uri="{FF2B5EF4-FFF2-40B4-BE49-F238E27FC236}">
                <a16:creationId xmlns:a16="http://schemas.microsoft.com/office/drawing/2014/main" id="{30352262-1CDD-1243-9F07-434709A2FAC7}"/>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246460" y="244078"/>
            <a:ext cx="246459" cy="164924"/>
          </a:xfrm>
          <a:prstGeom prst="rect">
            <a:avLst/>
          </a:prstGeom>
          <a:ln w="12700">
            <a:miter lim="400000"/>
          </a:ln>
          <a:effectLst/>
        </p:spPr>
      </p:pic>
      <p:sp>
        <p:nvSpPr>
          <p:cNvPr id="10" name="Content Placeholder 9">
            <a:extLst>
              <a:ext uri="{FF2B5EF4-FFF2-40B4-BE49-F238E27FC236}">
                <a16:creationId xmlns:a16="http://schemas.microsoft.com/office/drawing/2014/main" id="{32347679-7AB8-114A-AB6E-C761C8D41B95}"/>
              </a:ext>
            </a:extLst>
          </p:cNvPr>
          <p:cNvSpPr>
            <a:spLocks noGrp="1"/>
          </p:cNvSpPr>
          <p:nvPr>
            <p:ph sz="quarter" idx="10"/>
          </p:nvPr>
        </p:nvSpPr>
        <p:spPr>
          <a:xfrm>
            <a:off x="739378" y="1046772"/>
            <a:ext cx="8158162" cy="3851363"/>
          </a:xfr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97606D22-175E-BF40-8DFD-DEA5AE8FA4D8}"/>
              </a:ext>
            </a:extLst>
          </p:cNvPr>
          <p:cNvSpPr/>
          <p:nvPr/>
        </p:nvSpPr>
        <p:spPr>
          <a:xfrm>
            <a:off x="207036" y="4775598"/>
            <a:ext cx="323454" cy="138499"/>
          </a:xfrm>
          <a:prstGeom prst="rect">
            <a:avLst/>
          </a:prstGeom>
        </p:spPr>
        <p:txBody>
          <a:bodyPr wrap="square" lIns="0" tIns="0" rIns="0" bIns="0" anchor="b">
            <a:spAutoFit/>
          </a:bodyPr>
          <a:lstStyle/>
          <a:p>
            <a:pPr lvl="0"/>
            <a:r>
              <a:rPr lang="en-US" sz="900" spc="-20" baseline="0">
                <a:solidFill>
                  <a:schemeClr val="tx1"/>
                </a:solidFill>
              </a:rPr>
              <a:t>ni.com</a:t>
            </a:r>
          </a:p>
        </p:txBody>
      </p:sp>
      <p:pic>
        <p:nvPicPr>
          <p:cNvPr id="8" name="Picture 7">
            <a:extLst>
              <a:ext uri="{FF2B5EF4-FFF2-40B4-BE49-F238E27FC236}">
                <a16:creationId xmlns:a16="http://schemas.microsoft.com/office/drawing/2014/main" id="{41238CCC-8785-8C45-9A10-C1E3943853AC}"/>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l="84653" t="1098"/>
          <a:stretch/>
        </p:blipFill>
        <p:spPr>
          <a:xfrm rot="10800000">
            <a:off x="-1" y="0"/>
            <a:ext cx="114301" cy="5143494"/>
          </a:xfrm>
          <a:prstGeom prst="rect">
            <a:avLst/>
          </a:prstGeom>
        </p:spPr>
      </p:pic>
    </p:spTree>
    <p:extLst>
      <p:ext uri="{BB962C8B-B14F-4D97-AF65-F5344CB8AC3E}">
        <p14:creationId xmlns:p14="http://schemas.microsoft.com/office/powerpoint/2010/main" val="381260642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9_Plain Content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314523" y="1225395"/>
            <a:ext cx="8514954" cy="3279807"/>
          </a:xfrm>
        </p:spPr>
        <p:txBody>
          <a:bodyPr>
            <a:noAutofit/>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lIns="91440">
            <a:noAutofit/>
          </a:bodyPr>
          <a:lstStyle>
            <a:lvl1pPr>
              <a:defRPr sz="2500"/>
            </a:lvl1pPr>
          </a:lstStyle>
          <a:p>
            <a:r>
              <a:rPr lang="en-US"/>
              <a:t>Click To Edit Slide Title</a:t>
            </a:r>
          </a:p>
        </p:txBody>
      </p:sp>
      <p:sp>
        <p:nvSpPr>
          <p:cNvPr id="4" name="Slide Number Placeholder 5">
            <a:extLst>
              <a:ext uri="{FF2B5EF4-FFF2-40B4-BE49-F238E27FC236}">
                <a16:creationId xmlns:a16="http://schemas.microsoft.com/office/drawing/2014/main" id="{C15D3A71-7794-FE21-D1CE-74B73F6431D2}"/>
              </a:ext>
            </a:extLst>
          </p:cNvPr>
          <p:cNvSpPr>
            <a:spLocks noGrp="1"/>
          </p:cNvSpPr>
          <p:nvPr>
            <p:ph type="sldNum" sz="quarter" idx="4"/>
          </p:nvPr>
        </p:nvSpPr>
        <p:spPr>
          <a:xfrm>
            <a:off x="322694" y="4836926"/>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spTree>
    <p:extLst>
      <p:ext uri="{BB962C8B-B14F-4D97-AF65-F5344CB8AC3E}">
        <p14:creationId xmlns:p14="http://schemas.microsoft.com/office/powerpoint/2010/main" val="4223824372"/>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Cover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5840FFF-DD96-CD41-9535-061F84724A04}"/>
              </a:ext>
            </a:extLst>
          </p:cNvPr>
          <p:cNvSpPr/>
          <p:nvPr userDrawn="1"/>
        </p:nvSpPr>
        <p:spPr>
          <a:xfrm>
            <a:off x="0" y="0"/>
            <a:ext cx="9144000" cy="5143500"/>
          </a:xfrm>
          <a:prstGeom prst="rect">
            <a:avLst/>
          </a:prstGeom>
          <a:solidFill>
            <a:srgbClr val="00B777"/>
          </a:solidFill>
          <a:ln w="127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endParaRPr lang="en-US" sz="1600" err="1">
              <a:solidFill>
                <a:schemeClr val="bg2">
                  <a:lumMod val="25000"/>
                </a:schemeClr>
              </a:solidFill>
            </a:endParaRPr>
          </a:p>
        </p:txBody>
      </p:sp>
      <p:pic>
        <p:nvPicPr>
          <p:cNvPr id="10" name="Image">
            <a:extLst>
              <a:ext uri="{FF2B5EF4-FFF2-40B4-BE49-F238E27FC236}">
                <a16:creationId xmlns:a16="http://schemas.microsoft.com/office/drawing/2014/main" id="{7E1DDE6A-90EE-CE48-B093-206401E78CBE}"/>
              </a:ext>
            </a:extLst>
          </p:cNvPr>
          <p:cNvPicPr>
            <a:picLocks noChangeAspect="1"/>
          </p:cNvPicPr>
          <p:nvPr userDrawn="1"/>
        </p:nvPicPr>
        <p:blipFill>
          <a:blip r:embed="rId2"/>
          <a:srcRect/>
          <a:stretch/>
        </p:blipFill>
        <p:spPr>
          <a:xfrm>
            <a:off x="246990" y="250462"/>
            <a:ext cx="489607" cy="327632"/>
          </a:xfrm>
          <a:prstGeom prst="rect">
            <a:avLst/>
          </a:prstGeom>
          <a:ln w="12700">
            <a:miter lim="400000"/>
          </a:ln>
        </p:spPr>
      </p:pic>
      <p:cxnSp>
        <p:nvCxnSpPr>
          <p:cNvPr id="12" name="Straight Connector 11">
            <a:extLst>
              <a:ext uri="{FF2B5EF4-FFF2-40B4-BE49-F238E27FC236}">
                <a16:creationId xmlns:a16="http://schemas.microsoft.com/office/drawing/2014/main" id="{B536EDF4-DDBD-BB4C-A8E6-A0BC84894B55}"/>
              </a:ext>
            </a:extLst>
          </p:cNvPr>
          <p:cNvCxnSpPr/>
          <p:nvPr userDrawn="1"/>
        </p:nvCxnSpPr>
        <p:spPr>
          <a:xfrm flipV="1">
            <a:off x="8642350"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0296676-C70D-E54F-B809-B61D0D69A8E2}"/>
              </a:ext>
            </a:extLst>
          </p:cNvPr>
          <p:cNvCxnSpPr/>
          <p:nvPr userDrawn="1"/>
        </p:nvCxnSpPr>
        <p:spPr>
          <a:xfrm flipV="1">
            <a:off x="1773238" y="0"/>
            <a:ext cx="0" cy="5143500"/>
          </a:xfrm>
          <a:prstGeom prst="line">
            <a:avLst/>
          </a:prstGeom>
          <a:ln w="12700">
            <a:solidFill>
              <a:schemeClr val="bg2">
                <a:lumMod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E4CF929-14FF-2B49-986E-D24BA0701800}"/>
              </a:ext>
            </a:extLst>
          </p:cNvPr>
          <p:cNvSpPr>
            <a:spLocks noGrp="1"/>
          </p:cNvSpPr>
          <p:nvPr>
            <p:ph type="body" sz="quarter" idx="14" hasCustomPrompt="1"/>
          </p:nvPr>
        </p:nvSpPr>
        <p:spPr>
          <a:xfrm>
            <a:off x="2035175" y="2202418"/>
            <a:ext cx="6362700" cy="369332"/>
          </a:xfrm>
          <a:prstGeom prst="rect">
            <a:avLst/>
          </a:prstGeom>
        </p:spPr>
        <p:txBody>
          <a:bodyPr wrap="square" lIns="0" rIns="0" anchor="t">
            <a:noAutofit/>
          </a:bodyPr>
          <a:lstStyle>
            <a:lvl1pPr marL="0" indent="0">
              <a:buFont typeface="Arial" panose="020B0604020202020204" pitchFamily="34" charset="0"/>
              <a:buNone/>
              <a:defRPr lang="en-US" sz="1800" b="0" i="0" kern="1200" baseline="0" dirty="0">
                <a:solidFill>
                  <a:schemeClr val="tx1"/>
                </a:solidFill>
                <a:latin typeface="+mn-lt"/>
                <a:ea typeface="Arial" charset="0"/>
                <a:cs typeface="Arial" charset="0"/>
              </a:defRPr>
            </a:lvl1pPr>
          </a:lstStyle>
          <a:p>
            <a:pPr lvl="0"/>
            <a:r>
              <a:rPr lang="en-US" noProof="0"/>
              <a:t>Subhead</a:t>
            </a:r>
          </a:p>
        </p:txBody>
      </p:sp>
      <p:sp>
        <p:nvSpPr>
          <p:cNvPr id="7" name="Title Placeholder 1">
            <a:extLst>
              <a:ext uri="{FF2B5EF4-FFF2-40B4-BE49-F238E27FC236}">
                <a16:creationId xmlns:a16="http://schemas.microsoft.com/office/drawing/2014/main" id="{0585BE4E-10D4-D04D-B978-DE7B990B826A}"/>
              </a:ext>
            </a:extLst>
          </p:cNvPr>
          <p:cNvSpPr>
            <a:spLocks noGrp="1"/>
          </p:cNvSpPr>
          <p:nvPr>
            <p:ph type="title" hasCustomPrompt="1"/>
          </p:nvPr>
        </p:nvSpPr>
        <p:spPr>
          <a:xfrm>
            <a:off x="2043170" y="1020049"/>
            <a:ext cx="6355274" cy="997196"/>
          </a:xfrm>
          <a:prstGeom prst="rect">
            <a:avLst/>
          </a:prstGeom>
        </p:spPr>
        <p:txBody>
          <a:bodyPr vert="horz" wrap="square" lIns="0" tIns="0" rIns="0" bIns="0" rtlCol="0" anchor="t">
            <a:noAutofit/>
          </a:bodyPr>
          <a:lstStyle>
            <a:lvl1pPr>
              <a:defRPr sz="3600">
                <a:solidFill>
                  <a:schemeClr val="tx1"/>
                </a:solidFill>
              </a:defRPr>
            </a:lvl1pPr>
          </a:lstStyle>
          <a:p>
            <a:r>
              <a:rPr lang="en-US"/>
              <a:t>Presentation Title</a:t>
            </a:r>
            <a:br>
              <a:rPr lang="en-US"/>
            </a:br>
            <a:r>
              <a:rPr lang="en-US"/>
              <a:t>Presentation Title</a:t>
            </a:r>
          </a:p>
        </p:txBody>
      </p:sp>
      <p:sp>
        <p:nvSpPr>
          <p:cNvPr id="13" name="Rectangle 12">
            <a:extLst>
              <a:ext uri="{FF2B5EF4-FFF2-40B4-BE49-F238E27FC236}">
                <a16:creationId xmlns:a16="http://schemas.microsoft.com/office/drawing/2014/main" id="{15B930DE-DBFB-A84F-B61F-6BF579E13D9F}"/>
              </a:ext>
            </a:extLst>
          </p:cNvPr>
          <p:cNvSpPr/>
          <p:nvPr userDrawn="1"/>
        </p:nvSpPr>
        <p:spPr>
          <a:xfrm>
            <a:off x="246990" y="4667627"/>
            <a:ext cx="978557" cy="276999"/>
          </a:xfrm>
          <a:prstGeom prst="rect">
            <a:avLst/>
          </a:prstGeom>
        </p:spPr>
        <p:txBody>
          <a:bodyPr wrap="none" lIns="0" tIns="0" rIns="0" bIns="0" anchor="b">
            <a:noAutofit/>
          </a:bodyPr>
          <a:lstStyle/>
          <a:p>
            <a:pPr lvl="0"/>
            <a:r>
              <a:rPr lang="en-US" sz="1000" spc="-20" baseline="0">
                <a:solidFill>
                  <a:schemeClr val="bg1"/>
                </a:solidFill>
              </a:rPr>
              <a:t>ni.com</a:t>
            </a:r>
          </a:p>
        </p:txBody>
      </p:sp>
      <p:sp>
        <p:nvSpPr>
          <p:cNvPr id="16" name="Text Placeholder 2">
            <a:extLst>
              <a:ext uri="{FF2B5EF4-FFF2-40B4-BE49-F238E27FC236}">
                <a16:creationId xmlns:a16="http://schemas.microsoft.com/office/drawing/2014/main" id="{7764C512-F49B-A940-990A-98C924617D21}"/>
              </a:ext>
            </a:extLst>
          </p:cNvPr>
          <p:cNvSpPr>
            <a:spLocks noGrp="1"/>
          </p:cNvSpPr>
          <p:nvPr>
            <p:ph type="body" sz="quarter" idx="15" hasCustomPrompt="1"/>
          </p:nvPr>
        </p:nvSpPr>
        <p:spPr>
          <a:xfrm>
            <a:off x="2043169" y="3422512"/>
            <a:ext cx="6362693" cy="307777"/>
          </a:xfrm>
          <a:prstGeom prst="rect">
            <a:avLst/>
          </a:prstGeom>
        </p:spPr>
        <p:txBody>
          <a:bodyPr wrap="square" lIns="0" rIns="0" anchor="t">
            <a:noAutofit/>
          </a:bodyPr>
          <a:lstStyle>
            <a:lvl1pPr marL="0" indent="0">
              <a:buFont typeface="Arial" panose="020B0604020202020204" pitchFamily="34" charset="0"/>
              <a:buNone/>
              <a:defRPr lang="en-US" sz="1400" b="0" i="0" kern="1200" spc="-40" baseline="0" dirty="0">
                <a:solidFill>
                  <a:schemeClr val="tx1"/>
                </a:solidFill>
                <a:latin typeface="Consolas" panose="020B0609020204030204" pitchFamily="49" charset="0"/>
                <a:ea typeface="Arial" charset="0"/>
                <a:cs typeface="Arial" charset="0"/>
              </a:defRPr>
            </a:lvl1pPr>
          </a:lstStyle>
          <a:p>
            <a:pPr lvl="0"/>
            <a:r>
              <a:rPr lang="en-US"/>
              <a:t>Speaker Name</a:t>
            </a:r>
          </a:p>
        </p:txBody>
      </p:sp>
      <p:sp>
        <p:nvSpPr>
          <p:cNvPr id="17" name="Text Placeholder 2">
            <a:extLst>
              <a:ext uri="{FF2B5EF4-FFF2-40B4-BE49-F238E27FC236}">
                <a16:creationId xmlns:a16="http://schemas.microsoft.com/office/drawing/2014/main" id="{BD660CF1-76A2-2D47-8E68-BDF20FA493E6}"/>
              </a:ext>
            </a:extLst>
          </p:cNvPr>
          <p:cNvSpPr>
            <a:spLocks noGrp="1"/>
          </p:cNvSpPr>
          <p:nvPr>
            <p:ph type="body" sz="quarter" idx="16" hasCustomPrompt="1"/>
          </p:nvPr>
        </p:nvSpPr>
        <p:spPr>
          <a:xfrm>
            <a:off x="2043169" y="3757999"/>
            <a:ext cx="6362693" cy="276999"/>
          </a:xfrm>
          <a:prstGeom prst="rect">
            <a:avLst/>
          </a:prstGeom>
        </p:spPr>
        <p:txBody>
          <a:bodyPr wrap="square" lIns="0" rIns="0" anchor="t">
            <a:noAutofit/>
          </a:bodyPr>
          <a:lstStyle>
            <a:lvl1pPr>
              <a:defRPr lang="en-US" sz="1200" spc="-40" dirty="0">
                <a:solidFill>
                  <a:schemeClr val="tx1"/>
                </a:solidFill>
                <a:latin typeface="Consolas" panose="020B0609020204030204" pitchFamily="49" charset="0"/>
              </a:defRPr>
            </a:lvl1pPr>
          </a:lstStyle>
          <a:p>
            <a:pPr lvl="0">
              <a:buFont typeface="Arial" panose="020B0604020202020204" pitchFamily="34" charset="0"/>
            </a:pPr>
            <a:r>
              <a:rPr lang="en-US"/>
              <a:t>Title</a:t>
            </a:r>
          </a:p>
        </p:txBody>
      </p:sp>
      <p:sp>
        <p:nvSpPr>
          <p:cNvPr id="11" name="Rectangle 10">
            <a:extLst>
              <a:ext uri="{FF2B5EF4-FFF2-40B4-BE49-F238E27FC236}">
                <a16:creationId xmlns:a16="http://schemas.microsoft.com/office/drawing/2014/main" id="{CD9D7B3D-7C1B-4A6A-9B09-6E1ECBECB7D7}"/>
              </a:ext>
            </a:extLst>
          </p:cNvPr>
          <p:cNvSpPr/>
          <p:nvPr userDrawn="1"/>
        </p:nvSpPr>
        <p:spPr>
          <a:xfrm>
            <a:off x="2025650" y="4913022"/>
            <a:ext cx="1527175" cy="242886"/>
          </a:xfrm>
          <a:prstGeom prst="rect">
            <a:avLst/>
          </a:prstGeom>
        </p:spPr>
        <p:txBody>
          <a:bodyPr wrap="none" lIns="0" tIns="0" rIns="0" bIns="0" anchor="ctr">
            <a:noAutofit/>
          </a:bodyPr>
          <a:lstStyle/>
          <a:p>
            <a:pPr algn="l"/>
            <a:r>
              <a:rPr lang="en-US" sz="800">
                <a:solidFill>
                  <a:schemeClr val="bg1"/>
                </a:solidFill>
                <a:latin typeface="Consolas" panose="020B0609020204030204" pitchFamily="49" charset="0"/>
                <a:cs typeface="Consolas" panose="020B0609020204030204" pitchFamily="49" charset="0"/>
              </a:rPr>
              <a:t>NI CUSTOMER CONFIDENTIAL</a:t>
            </a:r>
          </a:p>
        </p:txBody>
      </p:sp>
    </p:spTree>
    <p:extLst>
      <p:ext uri="{BB962C8B-B14F-4D97-AF65-F5344CB8AC3E}">
        <p14:creationId xmlns:p14="http://schemas.microsoft.com/office/powerpoint/2010/main" val="19960794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theme" Target="../theme/theme2.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8"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 Type="http://schemas.openxmlformats.org/officeDocument/2006/relationships/slideLayout" Target="../slideLayouts/slideLayout68.xml"/><Relationship Id="rId21" Type="http://schemas.openxmlformats.org/officeDocument/2006/relationships/slideLayout" Target="../slideLayouts/slideLayout86.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theme" Target="../theme/theme3.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8" Type="http://schemas.openxmlformats.org/officeDocument/2006/relationships/slideLayout" Target="../slideLayouts/slideLayout7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123.xml"/><Relationship Id="rId117" Type="http://schemas.openxmlformats.org/officeDocument/2006/relationships/slideLayout" Target="../slideLayouts/slideLayout214.xml"/><Relationship Id="rId21" Type="http://schemas.openxmlformats.org/officeDocument/2006/relationships/slideLayout" Target="../slideLayouts/slideLayout118.xml"/><Relationship Id="rId42" Type="http://schemas.openxmlformats.org/officeDocument/2006/relationships/slideLayout" Target="../slideLayouts/slideLayout139.xml"/><Relationship Id="rId47" Type="http://schemas.openxmlformats.org/officeDocument/2006/relationships/slideLayout" Target="../slideLayouts/slideLayout144.xml"/><Relationship Id="rId63" Type="http://schemas.openxmlformats.org/officeDocument/2006/relationships/slideLayout" Target="../slideLayouts/slideLayout160.xml"/><Relationship Id="rId68" Type="http://schemas.openxmlformats.org/officeDocument/2006/relationships/slideLayout" Target="../slideLayouts/slideLayout165.xml"/><Relationship Id="rId84" Type="http://schemas.openxmlformats.org/officeDocument/2006/relationships/slideLayout" Target="../slideLayouts/slideLayout181.xml"/><Relationship Id="rId89" Type="http://schemas.openxmlformats.org/officeDocument/2006/relationships/slideLayout" Target="../slideLayouts/slideLayout186.xml"/><Relationship Id="rId112" Type="http://schemas.openxmlformats.org/officeDocument/2006/relationships/slideLayout" Target="../slideLayouts/slideLayout209.xml"/><Relationship Id="rId16" Type="http://schemas.openxmlformats.org/officeDocument/2006/relationships/slideLayout" Target="../slideLayouts/slideLayout113.xml"/><Relationship Id="rId107" Type="http://schemas.openxmlformats.org/officeDocument/2006/relationships/slideLayout" Target="../slideLayouts/slideLayout204.xml"/><Relationship Id="rId11" Type="http://schemas.openxmlformats.org/officeDocument/2006/relationships/slideLayout" Target="../slideLayouts/slideLayout108.xml"/><Relationship Id="rId32" Type="http://schemas.openxmlformats.org/officeDocument/2006/relationships/slideLayout" Target="../slideLayouts/slideLayout129.xml"/><Relationship Id="rId37" Type="http://schemas.openxmlformats.org/officeDocument/2006/relationships/slideLayout" Target="../slideLayouts/slideLayout134.xml"/><Relationship Id="rId53" Type="http://schemas.openxmlformats.org/officeDocument/2006/relationships/slideLayout" Target="../slideLayouts/slideLayout150.xml"/><Relationship Id="rId58" Type="http://schemas.openxmlformats.org/officeDocument/2006/relationships/slideLayout" Target="../slideLayouts/slideLayout155.xml"/><Relationship Id="rId74" Type="http://schemas.openxmlformats.org/officeDocument/2006/relationships/slideLayout" Target="../slideLayouts/slideLayout171.xml"/><Relationship Id="rId79" Type="http://schemas.openxmlformats.org/officeDocument/2006/relationships/slideLayout" Target="../slideLayouts/slideLayout176.xml"/><Relationship Id="rId102" Type="http://schemas.openxmlformats.org/officeDocument/2006/relationships/slideLayout" Target="../slideLayouts/slideLayout199.xml"/><Relationship Id="rId5" Type="http://schemas.openxmlformats.org/officeDocument/2006/relationships/slideLayout" Target="../slideLayouts/slideLayout102.xml"/><Relationship Id="rId90" Type="http://schemas.openxmlformats.org/officeDocument/2006/relationships/slideLayout" Target="../slideLayouts/slideLayout187.xml"/><Relationship Id="rId95" Type="http://schemas.openxmlformats.org/officeDocument/2006/relationships/slideLayout" Target="../slideLayouts/slideLayout192.xml"/><Relationship Id="rId22" Type="http://schemas.openxmlformats.org/officeDocument/2006/relationships/slideLayout" Target="../slideLayouts/slideLayout119.xml"/><Relationship Id="rId27" Type="http://schemas.openxmlformats.org/officeDocument/2006/relationships/slideLayout" Target="../slideLayouts/slideLayout124.xml"/><Relationship Id="rId43" Type="http://schemas.openxmlformats.org/officeDocument/2006/relationships/slideLayout" Target="../slideLayouts/slideLayout140.xml"/><Relationship Id="rId48" Type="http://schemas.openxmlformats.org/officeDocument/2006/relationships/slideLayout" Target="../slideLayouts/slideLayout145.xml"/><Relationship Id="rId64" Type="http://schemas.openxmlformats.org/officeDocument/2006/relationships/slideLayout" Target="../slideLayouts/slideLayout161.xml"/><Relationship Id="rId69" Type="http://schemas.openxmlformats.org/officeDocument/2006/relationships/slideLayout" Target="../slideLayouts/slideLayout166.xml"/><Relationship Id="rId113" Type="http://schemas.openxmlformats.org/officeDocument/2006/relationships/slideLayout" Target="../slideLayouts/slideLayout210.xml"/><Relationship Id="rId118" Type="http://schemas.openxmlformats.org/officeDocument/2006/relationships/slideLayout" Target="../slideLayouts/slideLayout215.xml"/><Relationship Id="rId80" Type="http://schemas.openxmlformats.org/officeDocument/2006/relationships/slideLayout" Target="../slideLayouts/slideLayout177.xml"/><Relationship Id="rId85" Type="http://schemas.openxmlformats.org/officeDocument/2006/relationships/slideLayout" Target="../slideLayouts/slideLayout182.xml"/><Relationship Id="rId12" Type="http://schemas.openxmlformats.org/officeDocument/2006/relationships/slideLayout" Target="../slideLayouts/slideLayout109.xml"/><Relationship Id="rId17" Type="http://schemas.openxmlformats.org/officeDocument/2006/relationships/slideLayout" Target="../slideLayouts/slideLayout114.xml"/><Relationship Id="rId33" Type="http://schemas.openxmlformats.org/officeDocument/2006/relationships/slideLayout" Target="../slideLayouts/slideLayout130.xml"/><Relationship Id="rId38" Type="http://schemas.openxmlformats.org/officeDocument/2006/relationships/slideLayout" Target="../slideLayouts/slideLayout135.xml"/><Relationship Id="rId59" Type="http://schemas.openxmlformats.org/officeDocument/2006/relationships/slideLayout" Target="../slideLayouts/slideLayout156.xml"/><Relationship Id="rId103" Type="http://schemas.openxmlformats.org/officeDocument/2006/relationships/slideLayout" Target="../slideLayouts/slideLayout200.xml"/><Relationship Id="rId108" Type="http://schemas.openxmlformats.org/officeDocument/2006/relationships/slideLayout" Target="../slideLayouts/slideLayout205.xml"/><Relationship Id="rId54" Type="http://schemas.openxmlformats.org/officeDocument/2006/relationships/slideLayout" Target="../slideLayouts/slideLayout151.xml"/><Relationship Id="rId70" Type="http://schemas.openxmlformats.org/officeDocument/2006/relationships/slideLayout" Target="../slideLayouts/slideLayout167.xml"/><Relationship Id="rId75" Type="http://schemas.openxmlformats.org/officeDocument/2006/relationships/slideLayout" Target="../slideLayouts/slideLayout172.xml"/><Relationship Id="rId91" Type="http://schemas.openxmlformats.org/officeDocument/2006/relationships/slideLayout" Target="../slideLayouts/slideLayout188.xml"/><Relationship Id="rId96" Type="http://schemas.openxmlformats.org/officeDocument/2006/relationships/slideLayout" Target="../slideLayouts/slideLayout193.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23" Type="http://schemas.openxmlformats.org/officeDocument/2006/relationships/slideLayout" Target="../slideLayouts/slideLayout120.xml"/><Relationship Id="rId28" Type="http://schemas.openxmlformats.org/officeDocument/2006/relationships/slideLayout" Target="../slideLayouts/slideLayout125.xml"/><Relationship Id="rId49" Type="http://schemas.openxmlformats.org/officeDocument/2006/relationships/slideLayout" Target="../slideLayouts/slideLayout146.xml"/><Relationship Id="rId114" Type="http://schemas.openxmlformats.org/officeDocument/2006/relationships/slideLayout" Target="../slideLayouts/slideLayout211.xml"/><Relationship Id="rId119" Type="http://schemas.openxmlformats.org/officeDocument/2006/relationships/slideLayout" Target="../slideLayouts/slideLayout216.xml"/><Relationship Id="rId44" Type="http://schemas.openxmlformats.org/officeDocument/2006/relationships/slideLayout" Target="../slideLayouts/slideLayout141.xml"/><Relationship Id="rId60" Type="http://schemas.openxmlformats.org/officeDocument/2006/relationships/slideLayout" Target="../slideLayouts/slideLayout157.xml"/><Relationship Id="rId65" Type="http://schemas.openxmlformats.org/officeDocument/2006/relationships/slideLayout" Target="../slideLayouts/slideLayout162.xml"/><Relationship Id="rId81" Type="http://schemas.openxmlformats.org/officeDocument/2006/relationships/slideLayout" Target="../slideLayouts/slideLayout178.xml"/><Relationship Id="rId86" Type="http://schemas.openxmlformats.org/officeDocument/2006/relationships/slideLayout" Target="../slideLayouts/slideLayout183.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3" Type="http://schemas.openxmlformats.org/officeDocument/2006/relationships/slideLayout" Target="../slideLayouts/slideLayout110.xml"/><Relationship Id="rId18" Type="http://schemas.openxmlformats.org/officeDocument/2006/relationships/slideLayout" Target="../slideLayouts/slideLayout115.xml"/><Relationship Id="rId39" Type="http://schemas.openxmlformats.org/officeDocument/2006/relationships/slideLayout" Target="../slideLayouts/slideLayout136.xml"/><Relationship Id="rId109" Type="http://schemas.openxmlformats.org/officeDocument/2006/relationships/slideLayout" Target="../slideLayouts/slideLayout206.xml"/><Relationship Id="rId34" Type="http://schemas.openxmlformats.org/officeDocument/2006/relationships/slideLayout" Target="../slideLayouts/slideLayout131.xml"/><Relationship Id="rId50" Type="http://schemas.openxmlformats.org/officeDocument/2006/relationships/slideLayout" Target="../slideLayouts/slideLayout147.xml"/><Relationship Id="rId55" Type="http://schemas.openxmlformats.org/officeDocument/2006/relationships/slideLayout" Target="../slideLayouts/slideLayout152.xml"/><Relationship Id="rId76" Type="http://schemas.openxmlformats.org/officeDocument/2006/relationships/slideLayout" Target="../slideLayouts/slideLayout173.xml"/><Relationship Id="rId97" Type="http://schemas.openxmlformats.org/officeDocument/2006/relationships/slideLayout" Target="../slideLayouts/slideLayout194.xml"/><Relationship Id="rId104" Type="http://schemas.openxmlformats.org/officeDocument/2006/relationships/slideLayout" Target="../slideLayouts/slideLayout201.xml"/><Relationship Id="rId120" Type="http://schemas.openxmlformats.org/officeDocument/2006/relationships/slideLayout" Target="../slideLayouts/slideLayout217.xml"/><Relationship Id="rId7" Type="http://schemas.openxmlformats.org/officeDocument/2006/relationships/slideLayout" Target="../slideLayouts/slideLayout104.xml"/><Relationship Id="rId71" Type="http://schemas.openxmlformats.org/officeDocument/2006/relationships/slideLayout" Target="../slideLayouts/slideLayout168.xml"/><Relationship Id="rId92" Type="http://schemas.openxmlformats.org/officeDocument/2006/relationships/slideLayout" Target="../slideLayouts/slideLayout189.xml"/><Relationship Id="rId2" Type="http://schemas.openxmlformats.org/officeDocument/2006/relationships/slideLayout" Target="../slideLayouts/slideLayout99.xml"/><Relationship Id="rId29" Type="http://schemas.openxmlformats.org/officeDocument/2006/relationships/slideLayout" Target="../slideLayouts/slideLayout126.xml"/><Relationship Id="rId24" Type="http://schemas.openxmlformats.org/officeDocument/2006/relationships/slideLayout" Target="../slideLayouts/slideLayout121.xml"/><Relationship Id="rId40" Type="http://schemas.openxmlformats.org/officeDocument/2006/relationships/slideLayout" Target="../slideLayouts/slideLayout137.xml"/><Relationship Id="rId45" Type="http://schemas.openxmlformats.org/officeDocument/2006/relationships/slideLayout" Target="../slideLayouts/slideLayout142.xml"/><Relationship Id="rId66" Type="http://schemas.openxmlformats.org/officeDocument/2006/relationships/slideLayout" Target="../slideLayouts/slideLayout163.xml"/><Relationship Id="rId87" Type="http://schemas.openxmlformats.org/officeDocument/2006/relationships/slideLayout" Target="../slideLayouts/slideLayout184.xml"/><Relationship Id="rId110" Type="http://schemas.openxmlformats.org/officeDocument/2006/relationships/slideLayout" Target="../slideLayouts/slideLayout207.xml"/><Relationship Id="rId115" Type="http://schemas.openxmlformats.org/officeDocument/2006/relationships/slideLayout" Target="../slideLayouts/slideLayout212.xml"/><Relationship Id="rId61" Type="http://schemas.openxmlformats.org/officeDocument/2006/relationships/slideLayout" Target="../slideLayouts/slideLayout158.xml"/><Relationship Id="rId82" Type="http://schemas.openxmlformats.org/officeDocument/2006/relationships/slideLayout" Target="../slideLayouts/slideLayout179.xml"/><Relationship Id="rId19" Type="http://schemas.openxmlformats.org/officeDocument/2006/relationships/slideLayout" Target="../slideLayouts/slideLayout116.xml"/><Relationship Id="rId14" Type="http://schemas.openxmlformats.org/officeDocument/2006/relationships/slideLayout" Target="../slideLayouts/slideLayout111.xml"/><Relationship Id="rId30" Type="http://schemas.openxmlformats.org/officeDocument/2006/relationships/slideLayout" Target="../slideLayouts/slideLayout127.xml"/><Relationship Id="rId35" Type="http://schemas.openxmlformats.org/officeDocument/2006/relationships/slideLayout" Target="../slideLayouts/slideLayout132.xml"/><Relationship Id="rId56" Type="http://schemas.openxmlformats.org/officeDocument/2006/relationships/slideLayout" Target="../slideLayouts/slideLayout153.xml"/><Relationship Id="rId77" Type="http://schemas.openxmlformats.org/officeDocument/2006/relationships/slideLayout" Target="../slideLayouts/slideLayout174.xml"/><Relationship Id="rId100" Type="http://schemas.openxmlformats.org/officeDocument/2006/relationships/slideLayout" Target="../slideLayouts/slideLayout197.xml"/><Relationship Id="rId105" Type="http://schemas.openxmlformats.org/officeDocument/2006/relationships/slideLayout" Target="../slideLayouts/slideLayout202.xml"/><Relationship Id="rId8" Type="http://schemas.openxmlformats.org/officeDocument/2006/relationships/slideLayout" Target="../slideLayouts/slideLayout105.xml"/><Relationship Id="rId51" Type="http://schemas.openxmlformats.org/officeDocument/2006/relationships/slideLayout" Target="../slideLayouts/slideLayout148.xml"/><Relationship Id="rId72" Type="http://schemas.openxmlformats.org/officeDocument/2006/relationships/slideLayout" Target="../slideLayouts/slideLayout169.xml"/><Relationship Id="rId93" Type="http://schemas.openxmlformats.org/officeDocument/2006/relationships/slideLayout" Target="../slideLayouts/slideLayout190.xml"/><Relationship Id="rId98" Type="http://schemas.openxmlformats.org/officeDocument/2006/relationships/slideLayout" Target="../slideLayouts/slideLayout195.xml"/><Relationship Id="rId121" Type="http://schemas.openxmlformats.org/officeDocument/2006/relationships/theme" Target="../theme/theme4.xml"/><Relationship Id="rId3" Type="http://schemas.openxmlformats.org/officeDocument/2006/relationships/slideLayout" Target="../slideLayouts/slideLayout100.xml"/><Relationship Id="rId25" Type="http://schemas.openxmlformats.org/officeDocument/2006/relationships/slideLayout" Target="../slideLayouts/slideLayout122.xml"/><Relationship Id="rId46" Type="http://schemas.openxmlformats.org/officeDocument/2006/relationships/slideLayout" Target="../slideLayouts/slideLayout143.xml"/><Relationship Id="rId67" Type="http://schemas.openxmlformats.org/officeDocument/2006/relationships/slideLayout" Target="../slideLayouts/slideLayout164.xml"/><Relationship Id="rId116" Type="http://schemas.openxmlformats.org/officeDocument/2006/relationships/slideLayout" Target="../slideLayouts/slideLayout213.xml"/><Relationship Id="rId20" Type="http://schemas.openxmlformats.org/officeDocument/2006/relationships/slideLayout" Target="../slideLayouts/slideLayout117.xml"/><Relationship Id="rId41" Type="http://schemas.openxmlformats.org/officeDocument/2006/relationships/slideLayout" Target="../slideLayouts/slideLayout138.xml"/><Relationship Id="rId62" Type="http://schemas.openxmlformats.org/officeDocument/2006/relationships/slideLayout" Target="../slideLayouts/slideLayout159.xml"/><Relationship Id="rId83" Type="http://schemas.openxmlformats.org/officeDocument/2006/relationships/slideLayout" Target="../slideLayouts/slideLayout180.xml"/><Relationship Id="rId88" Type="http://schemas.openxmlformats.org/officeDocument/2006/relationships/slideLayout" Target="../slideLayouts/slideLayout185.xml"/><Relationship Id="rId111" Type="http://schemas.openxmlformats.org/officeDocument/2006/relationships/slideLayout" Target="../slideLayouts/slideLayout208.xml"/><Relationship Id="rId15" Type="http://schemas.openxmlformats.org/officeDocument/2006/relationships/slideLayout" Target="../slideLayouts/slideLayout112.xml"/><Relationship Id="rId36" Type="http://schemas.openxmlformats.org/officeDocument/2006/relationships/slideLayout" Target="../slideLayouts/slideLayout133.xml"/><Relationship Id="rId57" Type="http://schemas.openxmlformats.org/officeDocument/2006/relationships/slideLayout" Target="../slideLayouts/slideLayout154.xml"/><Relationship Id="rId106" Type="http://schemas.openxmlformats.org/officeDocument/2006/relationships/slideLayout" Target="../slideLayouts/slideLayout203.xml"/><Relationship Id="rId10" Type="http://schemas.openxmlformats.org/officeDocument/2006/relationships/slideLayout" Target="../slideLayouts/slideLayout107.xml"/><Relationship Id="rId31" Type="http://schemas.openxmlformats.org/officeDocument/2006/relationships/slideLayout" Target="../slideLayouts/slideLayout128.xml"/><Relationship Id="rId52" Type="http://schemas.openxmlformats.org/officeDocument/2006/relationships/slideLayout" Target="../slideLayouts/slideLayout149.xml"/><Relationship Id="rId73" Type="http://schemas.openxmlformats.org/officeDocument/2006/relationships/slideLayout" Target="../slideLayouts/slideLayout170.xml"/><Relationship Id="rId78" Type="http://schemas.openxmlformats.org/officeDocument/2006/relationships/slideLayout" Target="../slideLayouts/slideLayout175.xml"/><Relationship Id="rId94" Type="http://schemas.openxmlformats.org/officeDocument/2006/relationships/slideLayout" Target="../slideLayouts/slideLayout191.xml"/><Relationship Id="rId99" Type="http://schemas.openxmlformats.org/officeDocument/2006/relationships/slideLayout" Target="../slideLayouts/slideLayout196.xml"/><Relationship Id="rId101" Type="http://schemas.openxmlformats.org/officeDocument/2006/relationships/slideLayout" Target="../slideLayouts/slideLayout198.xml"/><Relationship Id="rId122" Type="http://schemas.openxmlformats.org/officeDocument/2006/relationships/image" Target="../media/image1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D6ADAA-74E2-7564-8523-DD00C83BC336}"/>
              </a:ext>
            </a:extLst>
          </p:cNvPr>
          <p:cNvSpPr txBox="1"/>
          <p:nvPr>
            <p:extLst>
              <p:ext uri="{1162E1C5-73C7-4A58-AE30-91384D911F3F}">
                <p184:classification xmlns:p184="http://schemas.microsoft.com/office/powerpoint/2018/4/main" val="ftr"/>
              </p:ext>
            </p:extLst>
          </p:nvPr>
        </p:nvSpPr>
        <p:spPr>
          <a:xfrm>
            <a:off x="7621588" y="4991100"/>
            <a:ext cx="1550987"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 NI CONFIDENTIAL</a:t>
            </a:r>
          </a:p>
        </p:txBody>
      </p:sp>
    </p:spTree>
    <p:extLst>
      <p:ext uri="{BB962C8B-B14F-4D97-AF65-F5344CB8AC3E}">
        <p14:creationId xmlns:p14="http://schemas.microsoft.com/office/powerpoint/2010/main" val="2948836296"/>
      </p:ext>
    </p:extLst>
  </p:cSld>
  <p:clrMap bg1="lt1" tx1="dk1" bg2="lt2" tx2="dk2" accent1="accent1" accent2="accent2" accent3="accent3" accent4="accent4" accent5="accent5" accent6="accent6" hlink="hlink" folHlink="folHlink"/>
  <p:sldLayoutIdLst>
    <p:sldLayoutId id="2147484344" r:id="rId1"/>
    <p:sldLayoutId id="2147484480" r:id="rId2"/>
    <p:sldLayoutId id="2147484482" r:id="rId3"/>
    <p:sldLayoutId id="2147484057" r:id="rId4"/>
    <p:sldLayoutId id="2147484384" r:id="rId5"/>
    <p:sldLayoutId id="2147484163" r:id="rId6"/>
    <p:sldLayoutId id="2147484348" r:id="rId7"/>
    <p:sldLayoutId id="2147484350" r:id="rId8"/>
    <p:sldLayoutId id="2147484442" r:id="rId9"/>
    <p:sldLayoutId id="2147484351" r:id="rId10"/>
    <p:sldLayoutId id="2147484122" r:id="rId11"/>
    <p:sldLayoutId id="2147484349" r:id="rId12"/>
    <p:sldLayoutId id="2147484247" r:id="rId13"/>
    <p:sldLayoutId id="2147484139" r:id="rId14"/>
    <p:sldLayoutId id="2147484352" r:id="rId15"/>
    <p:sldLayoutId id="2147484353" r:id="rId16"/>
    <p:sldLayoutId id="2147484354" r:id="rId17"/>
    <p:sldLayoutId id="2147484355" r:id="rId18"/>
    <p:sldLayoutId id="2147484440" r:id="rId19"/>
    <p:sldLayoutId id="2147484441" r:id="rId20"/>
    <p:sldLayoutId id="2147484040" r:id="rId21"/>
    <p:sldLayoutId id="2147484041" r:id="rId22"/>
    <p:sldLayoutId id="2147484042" r:id="rId23"/>
    <p:sldLayoutId id="2147484562" r:id="rId24"/>
    <p:sldLayoutId id="2147484559" r:id="rId25"/>
    <p:sldLayoutId id="2147484560" r:id="rId26"/>
    <p:sldLayoutId id="2147484561" r:id="rId27"/>
    <p:sldLayoutId id="2147484566" r:id="rId28"/>
    <p:sldLayoutId id="2147484380" r:id="rId29"/>
    <p:sldLayoutId id="2147484381" r:id="rId30"/>
    <p:sldLayoutId id="2147484382" r:id="rId31"/>
    <p:sldLayoutId id="2147484410" r:id="rId32"/>
    <p:sldLayoutId id="2147484565" r:id="rId33"/>
  </p:sldLayoutIdLst>
  <p:txStyles>
    <p:titleStyle>
      <a:lvl1pPr algn="l" defTabSz="914400" rtl="0" eaLnBrk="1" latinLnBrk="0" hangingPunct="1">
        <a:lnSpc>
          <a:spcPct val="90000"/>
        </a:lnSpc>
        <a:spcBef>
          <a:spcPct val="0"/>
        </a:spcBef>
        <a:buNone/>
        <a:defRPr sz="2400" b="0" i="0" kern="1000" spc="0" baseline="0">
          <a:solidFill>
            <a:schemeClr val="tx2"/>
          </a:solidFill>
          <a:latin typeface="+mj-lt"/>
          <a:ea typeface="Arial" charset="0"/>
          <a:cs typeface="Arial" charset="0"/>
        </a:defRPr>
      </a:lvl1pPr>
    </p:titleStyle>
    <p:body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lang="en-US" sz="1800" b="0" i="0" kern="1200" baseline="0" dirty="0" smtClean="0">
          <a:solidFill>
            <a:schemeClr val="tx1"/>
          </a:solidFill>
          <a:latin typeface="+mn-lt"/>
          <a:ea typeface="Arial" charset="0"/>
          <a:cs typeface="Arial" charset="0"/>
        </a:defRPr>
      </a:lvl1pPr>
      <a:lvl2pPr marL="274320" indent="0" algn="l" defTabSz="914400" rtl="0" eaLnBrk="1" latinLnBrk="0" hangingPunct="1">
        <a:lnSpc>
          <a:spcPct val="90000"/>
        </a:lnSpc>
        <a:spcBef>
          <a:spcPts val="500"/>
        </a:spcBef>
        <a:buClr>
          <a:schemeClr val="bg2">
            <a:lumMod val="50000"/>
          </a:schemeClr>
        </a:buClr>
        <a:buSzPct val="70000"/>
        <a:buFont typeface="Wingdings" charset="2"/>
        <a:buNone/>
        <a:defRPr lang="en-US" sz="1600" b="0" i="0" kern="1200" baseline="0" dirty="0" smtClean="0">
          <a:solidFill>
            <a:schemeClr val="tx1"/>
          </a:solidFill>
          <a:latin typeface="+mn-lt"/>
          <a:ea typeface="+mn-ea"/>
          <a:cs typeface="Univers LT Std 45 Light"/>
        </a:defRPr>
      </a:lvl2pPr>
      <a:lvl3pPr marL="548640" indent="0" algn="l" defTabSz="914400" rtl="0" eaLnBrk="1" latinLnBrk="0" hangingPunct="1">
        <a:lnSpc>
          <a:spcPct val="90000"/>
        </a:lnSpc>
        <a:spcBef>
          <a:spcPts val="500"/>
        </a:spcBef>
        <a:buClr>
          <a:schemeClr val="bg2">
            <a:lumMod val="50000"/>
          </a:schemeClr>
        </a:buClr>
        <a:buSzPct val="70000"/>
        <a:buFont typeface="Wingdings" charset="2"/>
        <a:buNone/>
        <a:defRPr lang="en-US" sz="1400" b="0" i="0" kern="1200" baseline="0" dirty="0" smtClean="0">
          <a:solidFill>
            <a:schemeClr val="tx1"/>
          </a:solidFill>
          <a:latin typeface="+mn-lt"/>
          <a:ea typeface="+mn-ea"/>
          <a:cs typeface="Univers LT Std 45 Light"/>
        </a:defRPr>
      </a:lvl3pPr>
      <a:lvl4pPr marL="731520" indent="0" algn="l" defTabSz="914400" rtl="0" eaLnBrk="1" latinLnBrk="0" hangingPunct="1">
        <a:lnSpc>
          <a:spcPct val="90000"/>
        </a:lnSpc>
        <a:spcBef>
          <a:spcPts val="500"/>
        </a:spcBef>
        <a:buClr>
          <a:schemeClr val="bg2">
            <a:lumMod val="50000"/>
          </a:schemeClr>
        </a:buClr>
        <a:buSzPct val="70000"/>
        <a:buFont typeface="Wingdings" charset="2"/>
        <a:buNone/>
        <a:defRPr lang="en-US" sz="1200" b="0" i="0" kern="1200" baseline="0" dirty="0" smtClean="0">
          <a:solidFill>
            <a:schemeClr val="tx1"/>
          </a:solidFill>
          <a:latin typeface="+mn-lt"/>
          <a:ea typeface="+mn-ea"/>
          <a:cs typeface="Univers LT Std 45 Light"/>
        </a:defRPr>
      </a:lvl4pPr>
      <a:lvl5pPr marL="1828800" indent="0" algn="l" defTabSz="914400" rtl="0" eaLnBrk="1" latinLnBrk="0" hangingPunct="1">
        <a:lnSpc>
          <a:spcPct val="90000"/>
        </a:lnSpc>
        <a:spcBef>
          <a:spcPts val="500"/>
        </a:spcBef>
        <a:buFont typeface="Arial"/>
        <a:buNone/>
        <a:defRPr sz="1600" b="0" i="0" kern="1200" baseline="0">
          <a:solidFill>
            <a:schemeClr val="bg2">
              <a:lumMod val="25000"/>
            </a:schemeClr>
          </a:solidFill>
          <a:latin typeface="Helvetica Neue Light" charset="0"/>
          <a:ea typeface="Helvetica Neue Light" charset="0"/>
          <a:cs typeface="Helvetica Neue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54">
          <p15:clr>
            <a:srgbClr val="F26B43"/>
          </p15:clr>
        </p15:guide>
        <p15:guide id="3" pos="3516">
          <p15:clr>
            <a:srgbClr val="F26B43"/>
          </p15:clr>
        </p15:guide>
        <p15:guide id="4" orient="horz">
          <p15:clr>
            <a:srgbClr val="F26B43"/>
          </p15:clr>
        </p15:guide>
        <p15:guide id="5" orient="horz" pos="158">
          <p15:clr>
            <a:srgbClr val="F26B43"/>
          </p15:clr>
        </p15:guide>
        <p15:guide id="6" orient="horz" pos="2216">
          <p15:clr>
            <a:srgbClr val="F26B43"/>
          </p15:clr>
        </p15:guide>
        <p15:guide id="7" orient="horz" pos="3087">
          <p15:clr>
            <a:srgbClr val="F26B43"/>
          </p15:clr>
        </p15:guide>
        <p15:guide id="8" orient="horz" pos="3240">
          <p15:clr>
            <a:srgbClr val="F26B43"/>
          </p15:clr>
        </p15:guide>
        <p15:guide id="10" pos="3360">
          <p15:clr>
            <a:srgbClr val="F26B43"/>
          </p15:clr>
        </p15:guide>
        <p15:guide id="12" pos="4476">
          <p15:clr>
            <a:srgbClr val="F26B43"/>
          </p15:clr>
        </p15:guide>
        <p15:guide id="13" pos="5600">
          <p15:clr>
            <a:srgbClr val="F26B43"/>
          </p15:clr>
        </p15:guide>
        <p15:guide id="14" pos="310">
          <p15:clr>
            <a:srgbClr val="F26B43"/>
          </p15:clr>
        </p15:guide>
        <p15:guide id="15" pos="1120">
          <p15:clr>
            <a:srgbClr val="F26B43"/>
          </p15:clr>
        </p15:guide>
        <p15:guide id="16" pos="1276">
          <p15:clr>
            <a:srgbClr val="F26B43"/>
          </p15:clr>
        </p15:guide>
        <p15:guide id="17" pos="2392">
          <p15:clr>
            <a:srgbClr val="F26B43"/>
          </p15:clr>
        </p15:guide>
        <p15:guide id="18" pos="5760">
          <p15:clr>
            <a:srgbClr val="F26B43"/>
          </p15:clr>
        </p15:guide>
        <p15:guide id="19" pos="2238">
          <p15:clr>
            <a:srgbClr val="F26B43"/>
          </p15:clr>
        </p15:guide>
        <p15:guide id="20" pos="4632">
          <p15:clr>
            <a:srgbClr val="F26B43"/>
          </p15:clr>
        </p15:guide>
        <p15:guide id="21" pos="5444">
          <p15:clr>
            <a:srgbClr val="F26B43"/>
          </p15:clr>
        </p15:guide>
        <p15:guide id="22" orient="horz" pos="2062">
          <p15:clr>
            <a:srgbClr val="F26B43"/>
          </p15:clr>
        </p15:guide>
        <p15:guide id="23" orient="horz" pos="1191">
          <p15:clr>
            <a:srgbClr val="F26B43"/>
          </p15:clr>
        </p15:guide>
        <p15:guide id="24" orient="horz" pos="1033">
          <p15:clr>
            <a:srgbClr val="F26B43"/>
          </p15:clr>
        </p15:guide>
        <p15:guide id="25" pos="464">
          <p15:clr>
            <a:srgbClr val="F26B43"/>
          </p15:clr>
        </p15:guide>
        <p15:guide id="26" pos="5290">
          <p15:clr>
            <a:srgbClr val="F26B43"/>
          </p15:clr>
        </p15:guide>
        <p15:guide id="27" pos="77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5D3082-46DE-A9FA-D221-01BFDCE49F80}"/>
              </a:ext>
            </a:extLst>
          </p:cNvPr>
          <p:cNvSpPr txBox="1"/>
          <p:nvPr>
            <p:extLst>
              <p:ext uri="{1162E1C5-73C7-4A58-AE30-91384D911F3F}">
                <p184:classification xmlns:p184="http://schemas.microsoft.com/office/powerpoint/2018/4/main" val="ftr"/>
              </p:ext>
            </p:extLst>
          </p:nvPr>
        </p:nvSpPr>
        <p:spPr>
          <a:xfrm>
            <a:off x="7621588" y="4991100"/>
            <a:ext cx="1550987"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 NI CONFIDENTIAL</a:t>
            </a:r>
          </a:p>
        </p:txBody>
      </p:sp>
    </p:spTree>
    <p:extLst>
      <p:ext uri="{BB962C8B-B14F-4D97-AF65-F5344CB8AC3E}">
        <p14:creationId xmlns:p14="http://schemas.microsoft.com/office/powerpoint/2010/main" val="3720212316"/>
      </p:ext>
    </p:extLst>
  </p:cSld>
  <p:clrMap bg1="lt1" tx1="dk1" bg2="lt2" tx2="dk2" accent1="accent1" accent2="accent2" accent3="accent3" accent4="accent4" accent5="accent5" accent6="accent6" hlink="hlink" folHlink="folHlink"/>
  <p:sldLayoutIdLst>
    <p:sldLayoutId id="2147484570" r:id="rId1"/>
    <p:sldLayoutId id="2147484571" r:id="rId2"/>
    <p:sldLayoutId id="2147484572" r:id="rId3"/>
    <p:sldLayoutId id="2147484573" r:id="rId4"/>
    <p:sldLayoutId id="2147484574" r:id="rId5"/>
    <p:sldLayoutId id="2147484575" r:id="rId6"/>
    <p:sldLayoutId id="2147484576" r:id="rId7"/>
    <p:sldLayoutId id="2147484577" r:id="rId8"/>
    <p:sldLayoutId id="2147484578" r:id="rId9"/>
    <p:sldLayoutId id="2147484579" r:id="rId10"/>
    <p:sldLayoutId id="2147484580" r:id="rId11"/>
    <p:sldLayoutId id="2147484581" r:id="rId12"/>
    <p:sldLayoutId id="2147484582" r:id="rId13"/>
    <p:sldLayoutId id="2147484583" r:id="rId14"/>
    <p:sldLayoutId id="2147484584" r:id="rId15"/>
    <p:sldLayoutId id="2147484585" r:id="rId16"/>
    <p:sldLayoutId id="2147484586" r:id="rId17"/>
    <p:sldLayoutId id="2147484587" r:id="rId18"/>
    <p:sldLayoutId id="2147484588" r:id="rId19"/>
    <p:sldLayoutId id="2147484589" r:id="rId20"/>
    <p:sldLayoutId id="2147484590" r:id="rId21"/>
    <p:sldLayoutId id="2147484591" r:id="rId22"/>
    <p:sldLayoutId id="2147484592" r:id="rId23"/>
    <p:sldLayoutId id="2147484593" r:id="rId24"/>
    <p:sldLayoutId id="2147484594" r:id="rId25"/>
    <p:sldLayoutId id="2147484595" r:id="rId26"/>
    <p:sldLayoutId id="2147484596" r:id="rId27"/>
    <p:sldLayoutId id="2147484597" r:id="rId28"/>
    <p:sldLayoutId id="2147484598" r:id="rId29"/>
    <p:sldLayoutId id="2147484599" r:id="rId30"/>
    <p:sldLayoutId id="2147484600" r:id="rId31"/>
    <p:sldLayoutId id="2147484601" r:id="rId32"/>
  </p:sldLayoutIdLst>
  <p:txStyles>
    <p:titleStyle>
      <a:lvl1pPr algn="l" defTabSz="914400" rtl="0" eaLnBrk="1" latinLnBrk="0" hangingPunct="1">
        <a:lnSpc>
          <a:spcPct val="90000"/>
        </a:lnSpc>
        <a:spcBef>
          <a:spcPct val="0"/>
        </a:spcBef>
        <a:buNone/>
        <a:defRPr sz="2400" b="0" i="0" kern="1000" spc="0" baseline="0">
          <a:solidFill>
            <a:schemeClr val="tx2"/>
          </a:solidFill>
          <a:latin typeface="+mj-lt"/>
          <a:ea typeface="Arial" charset="0"/>
          <a:cs typeface="Arial" charset="0"/>
        </a:defRPr>
      </a:lvl1pPr>
    </p:titleStyle>
    <p:body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lang="en-US" sz="1800" b="0" i="0" kern="1200" baseline="0" dirty="0" smtClean="0">
          <a:solidFill>
            <a:schemeClr val="tx1"/>
          </a:solidFill>
          <a:latin typeface="+mn-lt"/>
          <a:ea typeface="Arial" charset="0"/>
          <a:cs typeface="Arial" charset="0"/>
        </a:defRPr>
      </a:lvl1pPr>
      <a:lvl2pPr marL="274320" indent="0" algn="l" defTabSz="914400" rtl="0" eaLnBrk="1" latinLnBrk="0" hangingPunct="1">
        <a:lnSpc>
          <a:spcPct val="90000"/>
        </a:lnSpc>
        <a:spcBef>
          <a:spcPts val="500"/>
        </a:spcBef>
        <a:buClr>
          <a:schemeClr val="bg2">
            <a:lumMod val="50000"/>
          </a:schemeClr>
        </a:buClr>
        <a:buSzPct val="70000"/>
        <a:buFont typeface="Wingdings" charset="2"/>
        <a:buNone/>
        <a:defRPr lang="en-US" sz="1600" b="0" i="0" kern="1200" baseline="0" dirty="0" smtClean="0">
          <a:solidFill>
            <a:schemeClr val="tx1"/>
          </a:solidFill>
          <a:latin typeface="+mn-lt"/>
          <a:ea typeface="+mn-ea"/>
          <a:cs typeface="Univers LT Std 45 Light"/>
        </a:defRPr>
      </a:lvl2pPr>
      <a:lvl3pPr marL="548640" indent="0" algn="l" defTabSz="914400" rtl="0" eaLnBrk="1" latinLnBrk="0" hangingPunct="1">
        <a:lnSpc>
          <a:spcPct val="90000"/>
        </a:lnSpc>
        <a:spcBef>
          <a:spcPts val="500"/>
        </a:spcBef>
        <a:buClr>
          <a:schemeClr val="bg2">
            <a:lumMod val="50000"/>
          </a:schemeClr>
        </a:buClr>
        <a:buSzPct val="70000"/>
        <a:buFont typeface="Wingdings" charset="2"/>
        <a:buNone/>
        <a:defRPr lang="en-US" sz="1400" b="0" i="0" kern="1200" baseline="0" dirty="0" smtClean="0">
          <a:solidFill>
            <a:schemeClr val="tx1"/>
          </a:solidFill>
          <a:latin typeface="+mn-lt"/>
          <a:ea typeface="+mn-ea"/>
          <a:cs typeface="Univers LT Std 45 Light"/>
        </a:defRPr>
      </a:lvl3pPr>
      <a:lvl4pPr marL="731520" indent="0" algn="l" defTabSz="914400" rtl="0" eaLnBrk="1" latinLnBrk="0" hangingPunct="1">
        <a:lnSpc>
          <a:spcPct val="90000"/>
        </a:lnSpc>
        <a:spcBef>
          <a:spcPts val="500"/>
        </a:spcBef>
        <a:buClr>
          <a:schemeClr val="bg2">
            <a:lumMod val="50000"/>
          </a:schemeClr>
        </a:buClr>
        <a:buSzPct val="70000"/>
        <a:buFont typeface="Wingdings" charset="2"/>
        <a:buNone/>
        <a:defRPr lang="en-US" sz="1200" b="0" i="0" kern="1200" baseline="0" dirty="0" smtClean="0">
          <a:solidFill>
            <a:schemeClr val="tx1"/>
          </a:solidFill>
          <a:latin typeface="+mn-lt"/>
          <a:ea typeface="+mn-ea"/>
          <a:cs typeface="Univers LT Std 45 Light"/>
        </a:defRPr>
      </a:lvl4pPr>
      <a:lvl5pPr marL="1828800" indent="0" algn="l" defTabSz="914400" rtl="0" eaLnBrk="1" latinLnBrk="0" hangingPunct="1">
        <a:lnSpc>
          <a:spcPct val="90000"/>
        </a:lnSpc>
        <a:spcBef>
          <a:spcPts val="500"/>
        </a:spcBef>
        <a:buFont typeface="Arial"/>
        <a:buNone/>
        <a:defRPr sz="1600" b="0" i="0" kern="1200" baseline="0">
          <a:solidFill>
            <a:schemeClr val="bg2">
              <a:lumMod val="25000"/>
            </a:schemeClr>
          </a:solidFill>
          <a:latin typeface="Helvetica Neue Light" charset="0"/>
          <a:ea typeface="Helvetica Neue Light" charset="0"/>
          <a:cs typeface="Helvetica Neue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54">
          <p15:clr>
            <a:srgbClr val="F26B43"/>
          </p15:clr>
        </p15:guide>
        <p15:guide id="3" pos="3516">
          <p15:clr>
            <a:srgbClr val="F26B43"/>
          </p15:clr>
        </p15:guide>
        <p15:guide id="4" orient="horz">
          <p15:clr>
            <a:srgbClr val="F26B43"/>
          </p15:clr>
        </p15:guide>
        <p15:guide id="5" orient="horz" pos="158">
          <p15:clr>
            <a:srgbClr val="F26B43"/>
          </p15:clr>
        </p15:guide>
        <p15:guide id="6" orient="horz" pos="2216">
          <p15:clr>
            <a:srgbClr val="F26B43"/>
          </p15:clr>
        </p15:guide>
        <p15:guide id="7" orient="horz" pos="3087">
          <p15:clr>
            <a:srgbClr val="F26B43"/>
          </p15:clr>
        </p15:guide>
        <p15:guide id="8" orient="horz" pos="3240">
          <p15:clr>
            <a:srgbClr val="F26B43"/>
          </p15:clr>
        </p15:guide>
        <p15:guide id="10" pos="3360">
          <p15:clr>
            <a:srgbClr val="F26B43"/>
          </p15:clr>
        </p15:guide>
        <p15:guide id="12" pos="4476">
          <p15:clr>
            <a:srgbClr val="F26B43"/>
          </p15:clr>
        </p15:guide>
        <p15:guide id="13" pos="5600">
          <p15:clr>
            <a:srgbClr val="F26B43"/>
          </p15:clr>
        </p15:guide>
        <p15:guide id="14" pos="310">
          <p15:clr>
            <a:srgbClr val="F26B43"/>
          </p15:clr>
        </p15:guide>
        <p15:guide id="15" pos="1120">
          <p15:clr>
            <a:srgbClr val="F26B43"/>
          </p15:clr>
        </p15:guide>
        <p15:guide id="16" pos="1276">
          <p15:clr>
            <a:srgbClr val="F26B43"/>
          </p15:clr>
        </p15:guide>
        <p15:guide id="17" pos="2392">
          <p15:clr>
            <a:srgbClr val="F26B43"/>
          </p15:clr>
        </p15:guide>
        <p15:guide id="18" pos="5760">
          <p15:clr>
            <a:srgbClr val="F26B43"/>
          </p15:clr>
        </p15:guide>
        <p15:guide id="19" pos="2238">
          <p15:clr>
            <a:srgbClr val="F26B43"/>
          </p15:clr>
        </p15:guide>
        <p15:guide id="20" pos="4632">
          <p15:clr>
            <a:srgbClr val="F26B43"/>
          </p15:clr>
        </p15:guide>
        <p15:guide id="21" pos="5444">
          <p15:clr>
            <a:srgbClr val="F26B43"/>
          </p15:clr>
        </p15:guide>
        <p15:guide id="22" orient="horz" pos="2062">
          <p15:clr>
            <a:srgbClr val="F26B43"/>
          </p15:clr>
        </p15:guide>
        <p15:guide id="23" orient="horz" pos="1191">
          <p15:clr>
            <a:srgbClr val="F26B43"/>
          </p15:clr>
        </p15:guide>
        <p15:guide id="24" orient="horz" pos="1033">
          <p15:clr>
            <a:srgbClr val="F26B43"/>
          </p15:clr>
        </p15:guide>
        <p15:guide id="25" pos="464">
          <p15:clr>
            <a:srgbClr val="F26B43"/>
          </p15:clr>
        </p15:guide>
        <p15:guide id="26" pos="5290">
          <p15:clr>
            <a:srgbClr val="F26B43"/>
          </p15:clr>
        </p15:guide>
        <p15:guide id="27" pos="77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8CA65E-F72C-7654-BD64-6EE2EBFFD2CB}"/>
              </a:ext>
            </a:extLst>
          </p:cNvPr>
          <p:cNvSpPr txBox="1"/>
          <p:nvPr>
            <p:extLst>
              <p:ext uri="{1162E1C5-73C7-4A58-AE30-91384D911F3F}">
                <p184:classification xmlns:p184="http://schemas.microsoft.com/office/powerpoint/2018/4/main" val="ftr"/>
              </p:ext>
            </p:extLst>
          </p:nvPr>
        </p:nvSpPr>
        <p:spPr>
          <a:xfrm>
            <a:off x="7621588" y="4991100"/>
            <a:ext cx="1550987"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 NI CONFIDENTIAL</a:t>
            </a:r>
          </a:p>
        </p:txBody>
      </p:sp>
    </p:spTree>
    <p:extLst>
      <p:ext uri="{BB962C8B-B14F-4D97-AF65-F5344CB8AC3E}">
        <p14:creationId xmlns:p14="http://schemas.microsoft.com/office/powerpoint/2010/main" val="2914300261"/>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Lst>
  <p:txStyles>
    <p:titleStyle>
      <a:lvl1pPr algn="l" defTabSz="914400" rtl="0" eaLnBrk="1" latinLnBrk="0" hangingPunct="1">
        <a:lnSpc>
          <a:spcPct val="90000"/>
        </a:lnSpc>
        <a:spcBef>
          <a:spcPct val="0"/>
        </a:spcBef>
        <a:buNone/>
        <a:defRPr sz="2400" b="0" i="0" kern="1000" spc="0" baseline="0">
          <a:solidFill>
            <a:schemeClr val="tx2"/>
          </a:solidFill>
          <a:latin typeface="+mj-lt"/>
          <a:ea typeface="Arial" charset="0"/>
          <a:cs typeface="Arial" charset="0"/>
        </a:defRPr>
      </a:lvl1pPr>
    </p:titleStyle>
    <p:bodyStyle>
      <a:lvl1pPr marL="0" marR="0" indent="0" algn="l" defTabSz="914400" rtl="0" eaLnBrk="1" fontAlgn="auto" latinLnBrk="0" hangingPunct="1">
        <a:lnSpc>
          <a:spcPct val="100000"/>
        </a:lnSpc>
        <a:spcBef>
          <a:spcPts val="400"/>
        </a:spcBef>
        <a:spcAft>
          <a:spcPts val="0"/>
        </a:spcAft>
        <a:buClr>
          <a:schemeClr val="bg2">
            <a:lumMod val="50000"/>
          </a:schemeClr>
        </a:buClr>
        <a:buSzPct val="70000"/>
        <a:buFont typeface="Wingdings" charset="2"/>
        <a:buNone/>
        <a:tabLst>
          <a:tab pos="182880" algn="l"/>
        </a:tabLst>
        <a:defRPr lang="en-US" sz="1800" b="0" i="0" kern="1200" baseline="0" dirty="0" smtClean="0">
          <a:solidFill>
            <a:schemeClr val="tx1"/>
          </a:solidFill>
          <a:latin typeface="+mn-lt"/>
          <a:ea typeface="Arial" charset="0"/>
          <a:cs typeface="Arial" charset="0"/>
        </a:defRPr>
      </a:lvl1pPr>
      <a:lvl2pPr marL="274320" indent="0" algn="l" defTabSz="914400" rtl="0" eaLnBrk="1" latinLnBrk="0" hangingPunct="1">
        <a:lnSpc>
          <a:spcPct val="90000"/>
        </a:lnSpc>
        <a:spcBef>
          <a:spcPts val="500"/>
        </a:spcBef>
        <a:buClr>
          <a:schemeClr val="bg2">
            <a:lumMod val="50000"/>
          </a:schemeClr>
        </a:buClr>
        <a:buSzPct val="70000"/>
        <a:buFont typeface="Wingdings" charset="2"/>
        <a:buNone/>
        <a:defRPr lang="en-US" sz="1600" b="0" i="0" kern="1200" baseline="0" dirty="0" smtClean="0">
          <a:solidFill>
            <a:schemeClr val="tx1"/>
          </a:solidFill>
          <a:latin typeface="+mn-lt"/>
          <a:ea typeface="+mn-ea"/>
          <a:cs typeface="Univers LT Std 45 Light"/>
        </a:defRPr>
      </a:lvl2pPr>
      <a:lvl3pPr marL="548640" indent="0" algn="l" defTabSz="914400" rtl="0" eaLnBrk="1" latinLnBrk="0" hangingPunct="1">
        <a:lnSpc>
          <a:spcPct val="90000"/>
        </a:lnSpc>
        <a:spcBef>
          <a:spcPts val="500"/>
        </a:spcBef>
        <a:buClr>
          <a:schemeClr val="bg2">
            <a:lumMod val="50000"/>
          </a:schemeClr>
        </a:buClr>
        <a:buSzPct val="70000"/>
        <a:buFont typeface="Wingdings" charset="2"/>
        <a:buNone/>
        <a:defRPr lang="en-US" sz="1400" b="0" i="0" kern="1200" baseline="0" dirty="0" smtClean="0">
          <a:solidFill>
            <a:schemeClr val="tx1"/>
          </a:solidFill>
          <a:latin typeface="+mn-lt"/>
          <a:ea typeface="+mn-ea"/>
          <a:cs typeface="Univers LT Std 45 Light"/>
        </a:defRPr>
      </a:lvl3pPr>
      <a:lvl4pPr marL="731520" indent="0" algn="l" defTabSz="914400" rtl="0" eaLnBrk="1" latinLnBrk="0" hangingPunct="1">
        <a:lnSpc>
          <a:spcPct val="90000"/>
        </a:lnSpc>
        <a:spcBef>
          <a:spcPts val="500"/>
        </a:spcBef>
        <a:buClr>
          <a:schemeClr val="bg2">
            <a:lumMod val="50000"/>
          </a:schemeClr>
        </a:buClr>
        <a:buSzPct val="70000"/>
        <a:buFont typeface="Wingdings" charset="2"/>
        <a:buNone/>
        <a:defRPr lang="en-US" sz="1200" b="0" i="0" kern="1200" baseline="0" dirty="0" smtClean="0">
          <a:solidFill>
            <a:schemeClr val="tx1"/>
          </a:solidFill>
          <a:latin typeface="+mn-lt"/>
          <a:ea typeface="+mn-ea"/>
          <a:cs typeface="Univers LT Std 45 Light"/>
        </a:defRPr>
      </a:lvl4pPr>
      <a:lvl5pPr marL="1828800" indent="0" algn="l" defTabSz="914400" rtl="0" eaLnBrk="1" latinLnBrk="0" hangingPunct="1">
        <a:lnSpc>
          <a:spcPct val="90000"/>
        </a:lnSpc>
        <a:spcBef>
          <a:spcPts val="500"/>
        </a:spcBef>
        <a:buFont typeface="Arial"/>
        <a:buNone/>
        <a:defRPr sz="1600" b="0" i="0" kern="1200" baseline="0">
          <a:solidFill>
            <a:schemeClr val="bg2">
              <a:lumMod val="25000"/>
            </a:schemeClr>
          </a:solidFill>
          <a:latin typeface="Helvetica Neue Light" charset="0"/>
          <a:ea typeface="Helvetica Neue Light" charset="0"/>
          <a:cs typeface="Helvetica Neue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54">
          <p15:clr>
            <a:srgbClr val="F26B43"/>
          </p15:clr>
        </p15:guide>
        <p15:guide id="3" pos="3516">
          <p15:clr>
            <a:srgbClr val="F26B43"/>
          </p15:clr>
        </p15:guide>
        <p15:guide id="4" orient="horz">
          <p15:clr>
            <a:srgbClr val="F26B43"/>
          </p15:clr>
        </p15:guide>
        <p15:guide id="5" orient="horz" pos="158">
          <p15:clr>
            <a:srgbClr val="F26B43"/>
          </p15:clr>
        </p15:guide>
        <p15:guide id="6" orient="horz" pos="2216">
          <p15:clr>
            <a:srgbClr val="F26B43"/>
          </p15:clr>
        </p15:guide>
        <p15:guide id="7" orient="horz" pos="3087">
          <p15:clr>
            <a:srgbClr val="F26B43"/>
          </p15:clr>
        </p15:guide>
        <p15:guide id="8" orient="horz" pos="3240">
          <p15:clr>
            <a:srgbClr val="F26B43"/>
          </p15:clr>
        </p15:guide>
        <p15:guide id="10" pos="3360">
          <p15:clr>
            <a:srgbClr val="F26B43"/>
          </p15:clr>
        </p15:guide>
        <p15:guide id="12" pos="4476">
          <p15:clr>
            <a:srgbClr val="F26B43"/>
          </p15:clr>
        </p15:guide>
        <p15:guide id="13" pos="5600">
          <p15:clr>
            <a:srgbClr val="F26B43"/>
          </p15:clr>
        </p15:guide>
        <p15:guide id="14" pos="310">
          <p15:clr>
            <a:srgbClr val="F26B43"/>
          </p15:clr>
        </p15:guide>
        <p15:guide id="15" pos="1120">
          <p15:clr>
            <a:srgbClr val="F26B43"/>
          </p15:clr>
        </p15:guide>
        <p15:guide id="16" pos="1276">
          <p15:clr>
            <a:srgbClr val="F26B43"/>
          </p15:clr>
        </p15:guide>
        <p15:guide id="17" pos="2392">
          <p15:clr>
            <a:srgbClr val="F26B43"/>
          </p15:clr>
        </p15:guide>
        <p15:guide id="18" pos="5760">
          <p15:clr>
            <a:srgbClr val="F26B43"/>
          </p15:clr>
        </p15:guide>
        <p15:guide id="19" pos="2238">
          <p15:clr>
            <a:srgbClr val="F26B43"/>
          </p15:clr>
        </p15:guide>
        <p15:guide id="20" pos="4632">
          <p15:clr>
            <a:srgbClr val="F26B43"/>
          </p15:clr>
        </p15:guide>
        <p15:guide id="21" pos="5444">
          <p15:clr>
            <a:srgbClr val="F26B43"/>
          </p15:clr>
        </p15:guide>
        <p15:guide id="22" orient="horz" pos="2062">
          <p15:clr>
            <a:srgbClr val="F26B43"/>
          </p15:clr>
        </p15:guide>
        <p15:guide id="23" orient="horz" pos="1191">
          <p15:clr>
            <a:srgbClr val="F26B43"/>
          </p15:clr>
        </p15:guide>
        <p15:guide id="24" orient="horz" pos="1033">
          <p15:clr>
            <a:srgbClr val="F26B43"/>
          </p15:clr>
        </p15:guide>
        <p15:guide id="25" pos="464">
          <p15:clr>
            <a:srgbClr val="F26B43"/>
          </p15:clr>
        </p15:guide>
        <p15:guide id="26" pos="5290">
          <p15:clr>
            <a:srgbClr val="F26B43"/>
          </p15:clr>
        </p15:guide>
        <p15:guide id="27" pos="77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4524" y="205978"/>
            <a:ext cx="8514953" cy="635219"/>
          </a:xfrm>
          <a:prstGeom prst="rect">
            <a:avLst/>
          </a:prstGeom>
        </p:spPr>
        <p:txBody>
          <a:bodyPr vert="horz" lIns="91440" tIns="73152" rIns="146304" bIns="73152" rtlCol="0" anchor="b">
            <a:noAutofit/>
          </a:bodyPr>
          <a:lstStyle/>
          <a:p>
            <a:r>
              <a:rPr lang="en-US"/>
              <a:t>Slide Title</a:t>
            </a:r>
          </a:p>
        </p:txBody>
      </p:sp>
      <p:sp>
        <p:nvSpPr>
          <p:cNvPr id="3" name="Text Placeholder 2"/>
          <p:cNvSpPr>
            <a:spLocks noGrp="1"/>
          </p:cNvSpPr>
          <p:nvPr>
            <p:ph type="body" idx="1"/>
          </p:nvPr>
        </p:nvSpPr>
        <p:spPr>
          <a:xfrm>
            <a:off x="314523" y="998141"/>
            <a:ext cx="8514954" cy="3513336"/>
          </a:xfrm>
          <a:prstGeom prst="rect">
            <a:avLst/>
          </a:prstGeom>
        </p:spPr>
        <p:txBody>
          <a:bodyPr vert="horz" lIns="91440" tIns="91440" rIns="91440" bIns="45720" rtlCol="0">
            <a:no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pic>
        <p:nvPicPr>
          <p:cNvPr id="4" name="Picture 3">
            <a:extLst>
              <a:ext uri="{FF2B5EF4-FFF2-40B4-BE49-F238E27FC236}">
                <a16:creationId xmlns:a16="http://schemas.microsoft.com/office/drawing/2014/main" id="{CA1CD1BD-900A-1A6F-2F38-79EDEEF8751C}"/>
              </a:ext>
            </a:extLst>
          </p:cNvPr>
          <p:cNvPicPr>
            <a:picLocks noChangeAspect="1"/>
          </p:cNvPicPr>
          <p:nvPr/>
        </p:nvPicPr>
        <p:blipFill>
          <a:blip r:embed="rId12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5" name="Slide Number Placeholder 5">
            <a:extLst>
              <a:ext uri="{FF2B5EF4-FFF2-40B4-BE49-F238E27FC236}">
                <a16:creationId xmlns:a16="http://schemas.microsoft.com/office/drawing/2014/main" id="{D49CA715-8D56-4F91-24BE-86E7EF4484C0}"/>
              </a:ext>
            </a:extLst>
          </p:cNvPr>
          <p:cNvSpPr>
            <a:spLocks noGrp="1"/>
          </p:cNvSpPr>
          <p:nvPr>
            <p:ph type="sldNum" sz="quarter" idx="4"/>
          </p:nvPr>
        </p:nvSpPr>
        <p:spPr>
          <a:xfrm>
            <a:off x="322694" y="4836925"/>
            <a:ext cx="1714500" cy="130081"/>
          </a:xfrm>
          <a:prstGeom prst="rect">
            <a:avLst/>
          </a:prstGeom>
        </p:spPr>
        <p:txBody>
          <a:bodyPr/>
          <a:lstStyle>
            <a:lvl1pPr>
              <a:defRPr sz="625">
                <a:latin typeface="+mn-lt"/>
              </a:defRPr>
            </a:lvl1pPr>
          </a:lstStyle>
          <a:p>
            <a:fld id="{3773602E-EC8C-F44D-BFC5-AD4583FDB290}" type="slidenum">
              <a:rPr lang="en-US" smtClean="0"/>
              <a:pPr/>
              <a:t>‹#›</a:t>
            </a:fld>
            <a:endParaRPr lang="en-US"/>
          </a:p>
        </p:txBody>
      </p:sp>
      <p:pic>
        <p:nvPicPr>
          <p:cNvPr id="6" name="Picture 5">
            <a:extLst>
              <a:ext uri="{FF2B5EF4-FFF2-40B4-BE49-F238E27FC236}">
                <a16:creationId xmlns:a16="http://schemas.microsoft.com/office/drawing/2014/main" id="{F6C4B672-1FD1-7224-E47A-C18E25AE291C}"/>
              </a:ext>
            </a:extLst>
          </p:cNvPr>
          <p:cNvPicPr>
            <a:picLocks noChangeAspect="1"/>
          </p:cNvPicPr>
          <p:nvPr/>
        </p:nvPicPr>
        <p:blipFill>
          <a:blip r:embed="rId12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pic>
        <p:nvPicPr>
          <p:cNvPr id="7" name="Picture 5">
            <a:extLst>
              <a:ext uri="{FF2B5EF4-FFF2-40B4-BE49-F238E27FC236}">
                <a16:creationId xmlns:a16="http://schemas.microsoft.com/office/drawing/2014/main" id="{161FB90D-416C-863E-1BE5-C04E1D4444A7}"/>
              </a:ext>
            </a:extLst>
          </p:cNvPr>
          <p:cNvPicPr>
            <a:picLocks noChangeAspect="1"/>
          </p:cNvPicPr>
          <p:nvPr/>
        </p:nvPicPr>
        <p:blipFill>
          <a:blip r:embed="rId12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pic>
        <p:nvPicPr>
          <p:cNvPr id="10" name="Picture 9">
            <a:extLst>
              <a:ext uri="{FF2B5EF4-FFF2-40B4-BE49-F238E27FC236}">
                <a16:creationId xmlns:a16="http://schemas.microsoft.com/office/drawing/2014/main" id="{B088A606-0B4A-1EDB-34F7-543E2C08F691}"/>
              </a:ext>
            </a:extLst>
          </p:cNvPr>
          <p:cNvPicPr>
            <a:picLocks noChangeAspect="1"/>
          </p:cNvPicPr>
          <p:nvPr/>
        </p:nvPicPr>
        <p:blipFill>
          <a:blip r:embed="rId122" cstate="screen">
            <a:extLst>
              <a:ext uri="{28A0092B-C50C-407E-A947-70E740481C1C}">
                <a14:useLocalDpi xmlns:a14="http://schemas.microsoft.com/office/drawing/2010/main"/>
              </a:ext>
            </a:extLst>
          </a:blip>
          <a:srcRect/>
          <a:stretch/>
        </p:blipFill>
        <p:spPr>
          <a:xfrm>
            <a:off x="7716087" y="4682888"/>
            <a:ext cx="1105219" cy="284118"/>
          </a:xfrm>
          <a:prstGeom prst="rect">
            <a:avLst/>
          </a:prstGeom>
        </p:spPr>
      </p:pic>
      <p:sp>
        <p:nvSpPr>
          <p:cNvPr id="9" name="TextBox 8">
            <a:extLst>
              <a:ext uri="{FF2B5EF4-FFF2-40B4-BE49-F238E27FC236}">
                <a16:creationId xmlns:a16="http://schemas.microsoft.com/office/drawing/2014/main" id="{DCF08410-CE9C-A8F0-22CA-E46CB3C50B88}"/>
              </a:ext>
            </a:extLst>
          </p:cNvPr>
          <p:cNvSpPr txBox="1"/>
          <p:nvPr>
            <p:extLst>
              <p:ext uri="{1162E1C5-73C7-4A58-AE30-91384D911F3F}">
                <p184:classification xmlns:p184="http://schemas.microsoft.com/office/powerpoint/2018/4/main" val="ftr"/>
              </p:ext>
            </p:extLst>
          </p:nvPr>
        </p:nvSpPr>
        <p:spPr>
          <a:xfrm>
            <a:off x="39687" y="5008562"/>
            <a:ext cx="969368" cy="96180"/>
          </a:xfrm>
          <a:prstGeom prst="rect">
            <a:avLst/>
          </a:prstGeom>
        </p:spPr>
        <p:txBody>
          <a:bodyPr horzOverflow="overflow" lIns="0" tIns="0" rIns="0" bIns="0">
            <a:spAutoFit/>
          </a:bodyPr>
          <a:lstStyle/>
          <a:p>
            <a:pPr algn="l"/>
            <a:r>
              <a:rPr lang="en-US" sz="625">
                <a:solidFill>
                  <a:srgbClr val="000000"/>
                </a:solidFill>
                <a:latin typeface="Calibri" panose="020F0502020204030204" pitchFamily="34" charset="0"/>
                <a:cs typeface="Calibri" panose="020F0502020204030204" pitchFamily="34" charset="0"/>
              </a:rPr>
              <a:t>INTERNAL - NI CONFIDENTIAL</a:t>
            </a:r>
          </a:p>
        </p:txBody>
      </p:sp>
    </p:spTree>
    <p:extLst>
      <p:ext uri="{BB962C8B-B14F-4D97-AF65-F5344CB8AC3E}">
        <p14:creationId xmlns:p14="http://schemas.microsoft.com/office/powerpoint/2010/main" val="1950740464"/>
      </p:ext>
    </p:extLst>
  </p:cSld>
  <p:clrMap bg1="lt1" tx1="dk1" bg2="lt2" tx2="dk2" accent1="accent1" accent2="accent2" accent3="accent3" accent4="accent4" accent5="accent5" accent6="accent6" hlink="hlink" folHlink="folHlink"/>
  <p:sldLayoutIdLst>
    <p:sldLayoutId id="2147484637" r:id="rId1"/>
    <p:sldLayoutId id="2147484638" r:id="rId2"/>
    <p:sldLayoutId id="2147484639" r:id="rId3"/>
    <p:sldLayoutId id="2147484640" r:id="rId4"/>
    <p:sldLayoutId id="2147484641" r:id="rId5"/>
    <p:sldLayoutId id="2147484642" r:id="rId6"/>
    <p:sldLayoutId id="2147484643" r:id="rId7"/>
    <p:sldLayoutId id="2147484644" r:id="rId8"/>
    <p:sldLayoutId id="2147484645" r:id="rId9"/>
    <p:sldLayoutId id="2147484646" r:id="rId10"/>
    <p:sldLayoutId id="2147484647" r:id="rId11"/>
    <p:sldLayoutId id="2147484648" r:id="rId12"/>
    <p:sldLayoutId id="2147484649" r:id="rId13"/>
    <p:sldLayoutId id="2147484650" r:id="rId14"/>
    <p:sldLayoutId id="2147484651" r:id="rId15"/>
    <p:sldLayoutId id="2147484652" r:id="rId16"/>
    <p:sldLayoutId id="2147484653" r:id="rId17"/>
    <p:sldLayoutId id="2147484654" r:id="rId18"/>
    <p:sldLayoutId id="2147484655" r:id="rId19"/>
    <p:sldLayoutId id="2147484656" r:id="rId20"/>
    <p:sldLayoutId id="2147484657" r:id="rId21"/>
    <p:sldLayoutId id="2147484658" r:id="rId22"/>
    <p:sldLayoutId id="2147484659" r:id="rId23"/>
    <p:sldLayoutId id="2147484660" r:id="rId24"/>
    <p:sldLayoutId id="2147484661" r:id="rId25"/>
    <p:sldLayoutId id="2147484662" r:id="rId26"/>
    <p:sldLayoutId id="2147484663" r:id="rId27"/>
    <p:sldLayoutId id="2147484664" r:id="rId28"/>
    <p:sldLayoutId id="2147484665" r:id="rId29"/>
    <p:sldLayoutId id="2147484666" r:id="rId30"/>
    <p:sldLayoutId id="2147484667" r:id="rId31"/>
    <p:sldLayoutId id="2147484668" r:id="rId32"/>
    <p:sldLayoutId id="2147484669" r:id="rId33"/>
    <p:sldLayoutId id="2147484670" r:id="rId34"/>
    <p:sldLayoutId id="2147484671" r:id="rId35"/>
    <p:sldLayoutId id="2147484672" r:id="rId36"/>
    <p:sldLayoutId id="2147484673" r:id="rId37"/>
    <p:sldLayoutId id="2147484674" r:id="rId38"/>
    <p:sldLayoutId id="2147484675" r:id="rId39"/>
    <p:sldLayoutId id="2147484676" r:id="rId40"/>
    <p:sldLayoutId id="2147484677" r:id="rId41"/>
    <p:sldLayoutId id="2147484678" r:id="rId42"/>
    <p:sldLayoutId id="2147484679" r:id="rId43"/>
    <p:sldLayoutId id="2147484680" r:id="rId44"/>
    <p:sldLayoutId id="2147484681" r:id="rId45"/>
    <p:sldLayoutId id="2147484682" r:id="rId46"/>
    <p:sldLayoutId id="2147484683" r:id="rId47"/>
    <p:sldLayoutId id="2147484684" r:id="rId48"/>
    <p:sldLayoutId id="2147484685" r:id="rId49"/>
    <p:sldLayoutId id="2147484686" r:id="rId50"/>
    <p:sldLayoutId id="2147484687" r:id="rId51"/>
    <p:sldLayoutId id="2147484688" r:id="rId52"/>
    <p:sldLayoutId id="2147484689" r:id="rId53"/>
    <p:sldLayoutId id="2147484690" r:id="rId54"/>
    <p:sldLayoutId id="2147484691" r:id="rId55"/>
    <p:sldLayoutId id="2147484692" r:id="rId56"/>
    <p:sldLayoutId id="2147484693" r:id="rId57"/>
    <p:sldLayoutId id="2147484694" r:id="rId58"/>
    <p:sldLayoutId id="2147484695" r:id="rId59"/>
    <p:sldLayoutId id="2147484696" r:id="rId60"/>
    <p:sldLayoutId id="2147484697" r:id="rId61"/>
    <p:sldLayoutId id="2147484698" r:id="rId62"/>
    <p:sldLayoutId id="2147484699" r:id="rId63"/>
    <p:sldLayoutId id="2147484700" r:id="rId64"/>
    <p:sldLayoutId id="2147484701" r:id="rId65"/>
    <p:sldLayoutId id="2147484702" r:id="rId66"/>
    <p:sldLayoutId id="2147484703" r:id="rId67"/>
    <p:sldLayoutId id="2147484704" r:id="rId68"/>
    <p:sldLayoutId id="2147484705" r:id="rId69"/>
    <p:sldLayoutId id="2147484706" r:id="rId70"/>
    <p:sldLayoutId id="2147484707" r:id="rId71"/>
    <p:sldLayoutId id="2147484708" r:id="rId72"/>
    <p:sldLayoutId id="2147484709" r:id="rId73"/>
    <p:sldLayoutId id="2147484710" r:id="rId74"/>
    <p:sldLayoutId id="2147484711" r:id="rId75"/>
    <p:sldLayoutId id="2147484712" r:id="rId76"/>
    <p:sldLayoutId id="2147484713" r:id="rId77"/>
    <p:sldLayoutId id="2147484714" r:id="rId78"/>
    <p:sldLayoutId id="2147484715" r:id="rId79"/>
    <p:sldLayoutId id="2147484716" r:id="rId80"/>
    <p:sldLayoutId id="2147484717" r:id="rId81"/>
    <p:sldLayoutId id="2147484718" r:id="rId82"/>
    <p:sldLayoutId id="2147484719" r:id="rId83"/>
    <p:sldLayoutId id="2147484720" r:id="rId84"/>
    <p:sldLayoutId id="2147484721" r:id="rId85"/>
    <p:sldLayoutId id="2147484722" r:id="rId86"/>
    <p:sldLayoutId id="2147484723" r:id="rId87"/>
    <p:sldLayoutId id="2147484724" r:id="rId88"/>
    <p:sldLayoutId id="2147484725" r:id="rId89"/>
    <p:sldLayoutId id="2147484726" r:id="rId90"/>
    <p:sldLayoutId id="2147484727" r:id="rId91"/>
    <p:sldLayoutId id="2147484728" r:id="rId92"/>
    <p:sldLayoutId id="2147484729" r:id="rId93"/>
    <p:sldLayoutId id="2147484730" r:id="rId94"/>
    <p:sldLayoutId id="2147484731" r:id="rId95"/>
    <p:sldLayoutId id="2147484732" r:id="rId96"/>
    <p:sldLayoutId id="2147484733" r:id="rId97"/>
    <p:sldLayoutId id="2147484734" r:id="rId98"/>
    <p:sldLayoutId id="2147484735" r:id="rId99"/>
    <p:sldLayoutId id="2147484736" r:id="rId100"/>
    <p:sldLayoutId id="2147484737" r:id="rId101"/>
    <p:sldLayoutId id="2147484738" r:id="rId102"/>
    <p:sldLayoutId id="2147484739" r:id="rId103"/>
    <p:sldLayoutId id="2147484740" r:id="rId104"/>
    <p:sldLayoutId id="2147484741" r:id="rId105"/>
    <p:sldLayoutId id="2147484742" r:id="rId106"/>
    <p:sldLayoutId id="2147484743" r:id="rId107"/>
    <p:sldLayoutId id="2147484744" r:id="rId108"/>
    <p:sldLayoutId id="2147484745" r:id="rId109"/>
    <p:sldLayoutId id="2147484746" r:id="rId110"/>
    <p:sldLayoutId id="2147484747" r:id="rId111"/>
    <p:sldLayoutId id="2147484748" r:id="rId112"/>
    <p:sldLayoutId id="2147484750" r:id="rId113"/>
    <p:sldLayoutId id="2147484751" r:id="rId114"/>
    <p:sldLayoutId id="2147484752" r:id="rId115"/>
    <p:sldLayoutId id="2147484753" r:id="rId116"/>
    <p:sldLayoutId id="2147484754" r:id="rId117"/>
    <p:sldLayoutId id="2147484755" r:id="rId118"/>
    <p:sldLayoutId id="2147484760" r:id="rId119"/>
    <p:sldLayoutId id="2147484764" r:id="rId120"/>
  </p:sldLayoutIdLst>
  <p:txStyles>
    <p:titleStyle>
      <a:lvl1pPr algn="l" defTabSz="914400" rtl="0" eaLnBrk="1" latinLnBrk="0" hangingPunct="1">
        <a:spcBef>
          <a:spcPct val="0"/>
        </a:spcBef>
        <a:buNone/>
        <a:defRPr kumimoji="1" lang="en-US" sz="1875" kern="1200" cap="none" baseline="0" dirty="0">
          <a:solidFill>
            <a:schemeClr val="accent3"/>
          </a:solidFill>
          <a:latin typeface="+mj-lt"/>
          <a:ea typeface="Times" pitchFamily="2" charset="0"/>
          <a:cs typeface="Times" pitchFamily="2" charset="0"/>
        </a:defRPr>
      </a:lvl1pPr>
    </p:titleStyle>
    <p:bodyStyle>
      <a:lvl1pPr marL="140891" indent="-140891" algn="l" defTabSz="914400" rtl="0" eaLnBrk="1" latinLnBrk="0" hangingPunct="1">
        <a:lnSpc>
          <a:spcPct val="100000"/>
        </a:lnSpc>
        <a:spcBef>
          <a:spcPts val="375"/>
        </a:spcBef>
        <a:spcAft>
          <a:spcPts val="375"/>
        </a:spcAft>
        <a:buClr>
          <a:schemeClr val="bg1">
            <a:lumMod val="50000"/>
          </a:schemeClr>
        </a:buClr>
        <a:buFont typeface="Arial" panose="020B0604020202020204" pitchFamily="34" charset="0"/>
        <a:buChar char="•"/>
        <a:tabLst>
          <a:tab pos="140891" algn="l"/>
        </a:tabLst>
        <a:defRPr kumimoji="1" sz="1000" kern="1200">
          <a:solidFill>
            <a:schemeClr val="tx1"/>
          </a:solidFill>
          <a:latin typeface="+mn-lt"/>
          <a:ea typeface="Noto Sans" panose="020B0502040504020204" pitchFamily="34" charset="0"/>
          <a:cs typeface="Arial" panose="020B0604020202020204" pitchFamily="34" charset="0"/>
        </a:defRPr>
      </a:lvl1pPr>
      <a:lvl2pPr marL="391914" indent="-179586" algn="l" defTabSz="914400" rtl="0" eaLnBrk="1" latinLnBrk="0" hangingPunct="1">
        <a:lnSpc>
          <a:spcPct val="100000"/>
        </a:lnSpc>
        <a:spcBef>
          <a:spcPts val="375"/>
        </a:spcBef>
        <a:spcAft>
          <a:spcPts val="375"/>
        </a:spcAft>
        <a:buClr>
          <a:schemeClr val="bg1">
            <a:lumMod val="50000"/>
          </a:schemeClr>
        </a:buClr>
        <a:buFont typeface="Arial" panose="020B0604020202020204" pitchFamily="34" charset="0"/>
        <a:buChar char="–"/>
        <a:defRPr kumimoji="1" sz="1000" kern="1200">
          <a:solidFill>
            <a:schemeClr val="tx1"/>
          </a:solidFill>
          <a:latin typeface="+mn-lt"/>
          <a:ea typeface="Noto Sans" panose="020B0502040504020204" pitchFamily="34" charset="0"/>
          <a:cs typeface="Arial" panose="020B0604020202020204" pitchFamily="34" charset="0"/>
        </a:defRPr>
      </a:lvl2pPr>
      <a:lvl3pPr marL="571500" indent="-140891" algn="l" defTabSz="914400" rtl="0" eaLnBrk="1" latinLnBrk="0" hangingPunct="1">
        <a:lnSpc>
          <a:spcPct val="100000"/>
        </a:lnSpc>
        <a:spcBef>
          <a:spcPts val="375"/>
        </a:spcBef>
        <a:spcAft>
          <a:spcPts val="375"/>
        </a:spcAft>
        <a:buClr>
          <a:schemeClr val="bg1">
            <a:lumMod val="50000"/>
          </a:schemeClr>
        </a:buClr>
        <a:buFont typeface="Arial" panose="020B0604020202020204" pitchFamily="34" charset="0"/>
        <a:buChar char="•"/>
        <a:defRPr kumimoji="1" sz="1000" kern="1200">
          <a:solidFill>
            <a:schemeClr val="tx1"/>
          </a:solidFill>
          <a:latin typeface="+mn-lt"/>
          <a:ea typeface="Noto Sans" panose="020B0502040504020204" pitchFamily="34" charset="0"/>
          <a:cs typeface="Arial" panose="020B0604020202020204" pitchFamily="34" charset="0"/>
        </a:defRPr>
      </a:lvl3pPr>
      <a:lvl4pPr marL="783828" indent="-173633" algn="l" defTabSz="914400" rtl="0" eaLnBrk="1" latinLnBrk="0" hangingPunct="1">
        <a:lnSpc>
          <a:spcPct val="100000"/>
        </a:lnSpc>
        <a:spcBef>
          <a:spcPts val="375"/>
        </a:spcBef>
        <a:spcAft>
          <a:spcPts val="375"/>
        </a:spcAft>
        <a:buClr>
          <a:schemeClr val="bg1">
            <a:lumMod val="50000"/>
          </a:schemeClr>
        </a:buClr>
        <a:buFont typeface="Arial" panose="020B0604020202020204" pitchFamily="34" charset="0"/>
        <a:buChar char="–"/>
        <a:defRPr kumimoji="1" sz="1000" kern="1200">
          <a:solidFill>
            <a:schemeClr val="tx1"/>
          </a:solidFill>
          <a:latin typeface="+mn-lt"/>
          <a:ea typeface="Noto Sans" panose="020B0502040504020204" pitchFamily="34" charset="0"/>
          <a:cs typeface="Arial" panose="020B0604020202020204" pitchFamily="34" charset="0"/>
        </a:defRPr>
      </a:lvl4pPr>
      <a:lvl5pPr marL="963414" indent="-141883" algn="l" defTabSz="914400" rtl="0" eaLnBrk="1" latinLnBrk="0" hangingPunct="1">
        <a:lnSpc>
          <a:spcPct val="100000"/>
        </a:lnSpc>
        <a:spcBef>
          <a:spcPts val="375"/>
        </a:spcBef>
        <a:spcAft>
          <a:spcPts val="375"/>
        </a:spcAft>
        <a:buClr>
          <a:schemeClr val="bg1">
            <a:lumMod val="50000"/>
          </a:schemeClr>
        </a:buClr>
        <a:buFont typeface="Arial" panose="020B0604020202020204" pitchFamily="34" charset="0"/>
        <a:buChar char="»"/>
        <a:defRPr kumimoji="1" sz="1000" kern="1200">
          <a:solidFill>
            <a:schemeClr val="tx1"/>
          </a:solidFill>
          <a:latin typeface="+mn-lt"/>
          <a:ea typeface="Noto Sans" panose="020B0502040504020204" pitchFamily="34" charset="0"/>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en-US"/>
      </a:defPPr>
      <a:lvl1pPr marL="0" algn="l" defTabSz="914400" rtl="0" eaLnBrk="1" latinLnBrk="0" hangingPunct="1">
        <a:defRPr kumimoji="1" sz="1813" kern="1200">
          <a:solidFill>
            <a:schemeClr val="tx1"/>
          </a:solidFill>
          <a:latin typeface="+mn-lt"/>
          <a:ea typeface="+mn-ea"/>
          <a:cs typeface="+mn-cs"/>
        </a:defRPr>
      </a:lvl1pPr>
      <a:lvl2pPr marL="457200" algn="l" defTabSz="914400" rtl="0" eaLnBrk="1" latinLnBrk="0" hangingPunct="1">
        <a:defRPr kumimoji="1" sz="1813" kern="1200">
          <a:solidFill>
            <a:schemeClr val="tx1"/>
          </a:solidFill>
          <a:latin typeface="+mn-lt"/>
          <a:ea typeface="+mn-ea"/>
          <a:cs typeface="+mn-cs"/>
        </a:defRPr>
      </a:lvl2pPr>
      <a:lvl3pPr marL="914400" algn="l" defTabSz="914400" rtl="0" eaLnBrk="1" latinLnBrk="0" hangingPunct="1">
        <a:defRPr kumimoji="1" sz="1813" kern="1200">
          <a:solidFill>
            <a:schemeClr val="tx1"/>
          </a:solidFill>
          <a:latin typeface="+mn-lt"/>
          <a:ea typeface="+mn-ea"/>
          <a:cs typeface="+mn-cs"/>
        </a:defRPr>
      </a:lvl3pPr>
      <a:lvl4pPr marL="1371600" algn="l" defTabSz="914400" rtl="0" eaLnBrk="1" latinLnBrk="0" hangingPunct="1">
        <a:defRPr kumimoji="1" sz="1813" kern="1200">
          <a:solidFill>
            <a:schemeClr val="tx1"/>
          </a:solidFill>
          <a:latin typeface="+mn-lt"/>
          <a:ea typeface="+mn-ea"/>
          <a:cs typeface="+mn-cs"/>
        </a:defRPr>
      </a:lvl4pPr>
      <a:lvl5pPr marL="1828800" algn="l" defTabSz="914400" rtl="0" eaLnBrk="1" latinLnBrk="0" hangingPunct="1">
        <a:defRPr kumimoji="1" sz="1813" kern="1200">
          <a:solidFill>
            <a:schemeClr val="tx1"/>
          </a:solidFill>
          <a:latin typeface="+mn-lt"/>
          <a:ea typeface="+mn-ea"/>
          <a:cs typeface="+mn-cs"/>
        </a:defRPr>
      </a:lvl5pPr>
      <a:lvl6pPr marL="2286000" algn="l" defTabSz="914400" rtl="0" eaLnBrk="1" latinLnBrk="0" hangingPunct="1">
        <a:defRPr kumimoji="1" sz="1813" kern="1200">
          <a:solidFill>
            <a:schemeClr val="tx1"/>
          </a:solidFill>
          <a:latin typeface="+mn-lt"/>
          <a:ea typeface="+mn-ea"/>
          <a:cs typeface="+mn-cs"/>
        </a:defRPr>
      </a:lvl6pPr>
      <a:lvl7pPr marL="2743200" algn="l" defTabSz="914400" rtl="0" eaLnBrk="1" latinLnBrk="0" hangingPunct="1">
        <a:defRPr kumimoji="1" sz="1813" kern="1200">
          <a:solidFill>
            <a:schemeClr val="tx1"/>
          </a:solidFill>
          <a:latin typeface="+mn-lt"/>
          <a:ea typeface="+mn-ea"/>
          <a:cs typeface="+mn-cs"/>
        </a:defRPr>
      </a:lvl7pPr>
      <a:lvl8pPr marL="3200400" algn="l" defTabSz="914400" rtl="0" eaLnBrk="1" latinLnBrk="0" hangingPunct="1">
        <a:defRPr kumimoji="1" sz="1813" kern="1200">
          <a:solidFill>
            <a:schemeClr val="tx1"/>
          </a:solidFill>
          <a:latin typeface="+mn-lt"/>
          <a:ea typeface="+mn-ea"/>
          <a:cs typeface="+mn-cs"/>
        </a:defRPr>
      </a:lvl8pPr>
      <a:lvl9pPr marL="3657600" algn="l" defTabSz="914400" rtl="0" eaLnBrk="1" latinLnBrk="0" hangingPunct="1">
        <a:defRPr kumimoji="1" sz="18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114.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microsoft.com/office/2018/10/relationships/comments" Target="../comments/modernComment_7FFFED95_84F7A703.xml"/><Relationship Id="rId2" Type="http://schemas.openxmlformats.org/officeDocument/2006/relationships/notesSlide" Target="../notesSlides/notesSlide2.xml"/><Relationship Id="rId1" Type="http://schemas.openxmlformats.org/officeDocument/2006/relationships/slideLayout" Target="../slideLayouts/slideLayout111.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16.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7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4.xml.rels><?xml version="1.0" encoding="UTF-8" standalone="yes"?>
<Relationships xmlns="http://schemas.openxmlformats.org/package/2006/relationships"><Relationship Id="rId3" Type="http://schemas.openxmlformats.org/officeDocument/2006/relationships/hyperlink" Target="https://nio365.sharepoint.com/:x:/r/sites/TestEngineeringProcessTEP/Shared%20Documents/Public%20Documents/Test%20Coverage/Product%20Test%20List%20for%20Template.xlsm?d=w074d1e9a85884dad9b1acedcf522123f&amp;csf=1&amp;web=1&amp;e=bt3DdX" TargetMode="External"/><Relationship Id="rId2" Type="http://schemas.openxmlformats.org/officeDocument/2006/relationships/image" Target="../media/image27.png"/><Relationship Id="rId1" Type="http://schemas.openxmlformats.org/officeDocument/2006/relationships/slideLayout" Target="../slideLayouts/slideLayout19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0.xml"/></Relationships>
</file>

<file path=ppt/slides/_rels/slide21.xml.rels><?xml version="1.0" encoding="UTF-8" standalone="yes"?>
<Relationships xmlns="http://schemas.openxmlformats.org/package/2006/relationships"><Relationship Id="rId3" Type="http://schemas.openxmlformats.org/officeDocument/2006/relationships/hyperlink" Target="https://emerson.sharepoint.com/sites/TM-RDOperations/SitePages/Capital-Equipment-Guidance%281%29.aspx" TargetMode="External"/><Relationship Id="rId2" Type="http://schemas.openxmlformats.org/officeDocument/2006/relationships/notesSlide" Target="../notesSlides/notesSlide15.xml"/><Relationship Id="rId1" Type="http://schemas.openxmlformats.org/officeDocument/2006/relationships/slideLayout" Target="../slideLayouts/slideLayout111.xml"/></Relationships>
</file>

<file path=ppt/slides/_rels/slide22.xml.rels><?xml version="1.0" encoding="UTF-8" standalone="yes"?>
<Relationships xmlns="http://schemas.openxmlformats.org/package/2006/relationships"><Relationship Id="rId3" Type="http://schemas.openxmlformats.org/officeDocument/2006/relationships/hyperlink" Target="https://emerson.sharepoint.com/sites/TM-RDOperations/SitePages/Capital-Equipment-Guidance%281%29.aspx" TargetMode="External"/><Relationship Id="rId2" Type="http://schemas.openxmlformats.org/officeDocument/2006/relationships/notesSlide" Target="../notesSlides/notesSlide16.xml"/><Relationship Id="rId1" Type="http://schemas.openxmlformats.org/officeDocument/2006/relationships/slideLayout" Target="../slideLayouts/slideLayout1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18B69D-AFFA-480A-8637-FC47A758BA2C}"/>
              </a:ext>
            </a:extLst>
          </p:cNvPr>
          <p:cNvSpPr>
            <a:spLocks noGrp="1"/>
          </p:cNvSpPr>
          <p:nvPr>
            <p:ph type="title" idx="4294967295"/>
          </p:nvPr>
        </p:nvSpPr>
        <p:spPr>
          <a:xfrm>
            <a:off x="264160" y="4034473"/>
            <a:ext cx="3979863" cy="798512"/>
          </a:xfrm>
        </p:spPr>
        <p:txBody>
          <a:bodyPr anchor="t"/>
          <a:lstStyle/>
          <a:p>
            <a:r>
              <a:rPr lang="en-US" dirty="0" err="1"/>
              <a:t>Digilent</a:t>
            </a:r>
            <a:r>
              <a:rPr lang="en-US" dirty="0"/>
              <a:t> (CRA)</a:t>
            </a:r>
            <a:br>
              <a:rPr lang="en-US" dirty="0"/>
            </a:br>
            <a:r>
              <a:rPr lang="en-US" dirty="0"/>
              <a:t>Test Solution Design Review</a:t>
            </a:r>
          </a:p>
        </p:txBody>
      </p:sp>
      <p:sp>
        <p:nvSpPr>
          <p:cNvPr id="2" name="TextBox 1">
            <a:extLst>
              <a:ext uri="{FF2B5EF4-FFF2-40B4-BE49-F238E27FC236}">
                <a16:creationId xmlns:a16="http://schemas.microsoft.com/office/drawing/2014/main" id="{BFABC2A6-3086-0690-9B72-60A6C5389D0F}"/>
              </a:ext>
            </a:extLst>
          </p:cNvPr>
          <p:cNvSpPr txBox="1"/>
          <p:nvPr/>
        </p:nvSpPr>
        <p:spPr>
          <a:xfrm>
            <a:off x="7067745" y="4930120"/>
            <a:ext cx="2078370"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800">
                <a:cs typeface="Arial"/>
              </a:rPr>
              <a:t>TSDR Template Version: 18.0</a:t>
            </a:r>
            <a:endParaRPr lang="en-US" dirty="0">
              <a:cs typeface="Arial"/>
            </a:endParaRPr>
          </a:p>
        </p:txBody>
      </p:sp>
    </p:spTree>
    <p:extLst>
      <p:ext uri="{BB962C8B-B14F-4D97-AF65-F5344CB8AC3E}">
        <p14:creationId xmlns:p14="http://schemas.microsoft.com/office/powerpoint/2010/main" val="1425845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7B48-9D15-0F08-2FD2-D15932F88A62}"/>
              </a:ext>
            </a:extLst>
          </p:cNvPr>
          <p:cNvSpPr>
            <a:spLocks noGrp="1"/>
          </p:cNvSpPr>
          <p:nvPr>
            <p:ph type="title"/>
          </p:nvPr>
        </p:nvSpPr>
        <p:spPr/>
        <p:txBody>
          <a:bodyPr/>
          <a:lstStyle/>
          <a:p>
            <a:r>
              <a:rPr lang="en-US" sz="1850">
                <a:cs typeface="Times"/>
              </a:rPr>
              <a:t>Standard CRA TSDR-Lite Invitees (Definition Exit), Approval Review</a:t>
            </a:r>
            <a:endParaRPr lang="en-US" sz="1850"/>
          </a:p>
        </p:txBody>
      </p:sp>
      <p:graphicFrame>
        <p:nvGraphicFramePr>
          <p:cNvPr id="4" name="Table 3">
            <a:extLst>
              <a:ext uri="{FF2B5EF4-FFF2-40B4-BE49-F238E27FC236}">
                <a16:creationId xmlns:a16="http://schemas.microsoft.com/office/drawing/2014/main" id="{3CA26D71-511E-8C58-B5EA-42C4E76F49E5}"/>
              </a:ext>
            </a:extLst>
          </p:cNvPr>
          <p:cNvGraphicFramePr>
            <a:graphicFrameLocks noGrp="1"/>
          </p:cNvGraphicFramePr>
          <p:nvPr/>
        </p:nvGraphicFramePr>
        <p:xfrm>
          <a:off x="400749" y="972235"/>
          <a:ext cx="6096000" cy="338672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263420641"/>
                    </a:ext>
                  </a:extLst>
                </a:gridCol>
                <a:gridCol w="2032000">
                  <a:extLst>
                    <a:ext uri="{9D8B030D-6E8A-4147-A177-3AD203B41FA5}">
                      <a16:colId xmlns:a16="http://schemas.microsoft.com/office/drawing/2014/main" val="2514796599"/>
                    </a:ext>
                  </a:extLst>
                </a:gridCol>
                <a:gridCol w="2032000">
                  <a:extLst>
                    <a:ext uri="{9D8B030D-6E8A-4147-A177-3AD203B41FA5}">
                      <a16:colId xmlns:a16="http://schemas.microsoft.com/office/drawing/2014/main" val="1324790312"/>
                    </a:ext>
                  </a:extLst>
                </a:gridCol>
              </a:tblGrid>
              <a:tr h="740048">
                <a:tc>
                  <a:txBody>
                    <a:bodyPr/>
                    <a:lstStyle/>
                    <a:p>
                      <a:r>
                        <a:rPr lang="en-US" sz="1000"/>
                        <a:t>Roles</a:t>
                      </a:r>
                      <a:endParaRPr lang="en-MY" sz="1000"/>
                    </a:p>
                  </a:txBody>
                  <a:tcPr/>
                </a:tc>
                <a:tc>
                  <a:txBody>
                    <a:bodyPr/>
                    <a:lstStyle/>
                    <a:p>
                      <a:r>
                        <a:rPr lang="en-US" sz="1000"/>
                        <a:t>Name</a:t>
                      </a:r>
                      <a:endParaRPr lang="en-MY" sz="1000"/>
                    </a:p>
                  </a:txBody>
                  <a:tcPr/>
                </a:tc>
                <a:tc>
                  <a:txBody>
                    <a:bodyPr/>
                    <a:lstStyle/>
                    <a:p>
                      <a:r>
                        <a:rPr lang="en-US" sz="1000" dirty="0"/>
                        <a:t>Approval</a:t>
                      </a:r>
                      <a:endParaRPr lang="en-MY" sz="1000" dirty="0"/>
                    </a:p>
                  </a:txBody>
                  <a:tcPr/>
                </a:tc>
                <a:extLst>
                  <a:ext uri="{0D108BD9-81ED-4DB2-BD59-A6C34878D82A}">
                    <a16:rowId xmlns:a16="http://schemas.microsoft.com/office/drawing/2014/main" val="2971105747"/>
                  </a:ext>
                </a:extLst>
              </a:tr>
              <a:tr h="370840">
                <a:tc>
                  <a:txBody>
                    <a:bodyPr/>
                    <a:lstStyle/>
                    <a:p>
                      <a:r>
                        <a:rPr lang="en-US" sz="1000" dirty="0">
                          <a:latin typeface="Consolas"/>
                          <a:ea typeface="Noto Sans"/>
                          <a:cs typeface="Arial"/>
                        </a:rPr>
                        <a:t>R&amp;D Test Engineer</a:t>
                      </a:r>
                      <a:endParaRPr lang="en-MY" sz="1000" dirty="0"/>
                    </a:p>
                  </a:txBody>
                  <a:tcPr/>
                </a:tc>
                <a:tc>
                  <a:txBody>
                    <a:bodyPr/>
                    <a:lstStyle/>
                    <a:p>
                      <a:r>
                        <a:rPr lang="en-US" sz="1000" b="1" dirty="0">
                          <a:latin typeface="Consolas"/>
                          <a:ea typeface="Noto Sans"/>
                          <a:cs typeface="Arial"/>
                        </a:rPr>
                        <a:t>Guy Kang Guan</a:t>
                      </a:r>
                      <a:endParaRPr lang="en-US" sz="1000" b="1" dirty="0">
                        <a:ea typeface="Noto Sans"/>
                        <a:cs typeface="Arial"/>
                      </a:endParaRPr>
                    </a:p>
                  </a:txBody>
                  <a:tcPr/>
                </a:tc>
                <a:tc>
                  <a:txBody>
                    <a:bodyPr/>
                    <a:lstStyle/>
                    <a:p>
                      <a:endParaRPr lang="en-MY" sz="1000" dirty="0"/>
                    </a:p>
                  </a:txBody>
                  <a:tcPr/>
                </a:tc>
                <a:extLst>
                  <a:ext uri="{0D108BD9-81ED-4DB2-BD59-A6C34878D82A}">
                    <a16:rowId xmlns:a16="http://schemas.microsoft.com/office/drawing/2014/main" val="2204564235"/>
                  </a:ext>
                </a:extLst>
              </a:tr>
              <a:tr h="370840">
                <a:tc>
                  <a:txBody>
                    <a:bodyPr/>
                    <a:lstStyle/>
                    <a:p>
                      <a:r>
                        <a:rPr lang="en-US" sz="1000">
                          <a:latin typeface="Consolas"/>
                          <a:ea typeface="Noto Sans"/>
                          <a:cs typeface="Arial"/>
                        </a:rPr>
                        <a:t>CRA R&amp;D TE Tech Lead</a:t>
                      </a:r>
                      <a:endParaRPr lang="en-MY" sz="1000"/>
                    </a:p>
                  </a:txBody>
                  <a:tcPr/>
                </a:tc>
                <a:tc>
                  <a:txBody>
                    <a:bodyPr/>
                    <a:lstStyle/>
                    <a:p>
                      <a:r>
                        <a:rPr lang="en-US" sz="1000" b="1">
                          <a:latin typeface="Consolas"/>
                          <a:ea typeface="Noto Sans"/>
                          <a:cs typeface="Arial"/>
                        </a:rPr>
                        <a:t>Phillip Conrad</a:t>
                      </a:r>
                      <a:endParaRPr lang="en-US" sz="1000" b="1">
                        <a:ea typeface="Noto Sans"/>
                        <a:cs typeface="Arial"/>
                      </a:endParaRPr>
                    </a:p>
                  </a:txBody>
                  <a:tcPr/>
                </a:tc>
                <a:tc>
                  <a:txBody>
                    <a:bodyPr/>
                    <a:lstStyle/>
                    <a:p>
                      <a:endParaRPr lang="en-MY" sz="1000"/>
                    </a:p>
                  </a:txBody>
                  <a:tcPr/>
                </a:tc>
                <a:extLst>
                  <a:ext uri="{0D108BD9-81ED-4DB2-BD59-A6C34878D82A}">
                    <a16:rowId xmlns:a16="http://schemas.microsoft.com/office/drawing/2014/main" val="355719520"/>
                  </a:ext>
                </a:extLst>
              </a:tr>
              <a:tr h="370840">
                <a:tc>
                  <a:txBody>
                    <a:bodyPr/>
                    <a:lstStyle/>
                    <a:p>
                      <a:r>
                        <a:rPr lang="en-US" sz="1000">
                          <a:latin typeface="Consolas"/>
                          <a:ea typeface="Noto Sans"/>
                          <a:cs typeface="Arial"/>
                        </a:rPr>
                        <a:t>Global Director of </a:t>
                      </a:r>
                      <a:r>
                        <a:rPr lang="en-US" sz="1000" err="1">
                          <a:latin typeface="Consolas"/>
                          <a:ea typeface="Noto Sans"/>
                          <a:cs typeface="Arial"/>
                        </a:rPr>
                        <a:t>Mfg</a:t>
                      </a:r>
                      <a:r>
                        <a:rPr lang="en-US" sz="1000">
                          <a:latin typeface="Consolas"/>
                          <a:ea typeface="Noto Sans"/>
                          <a:cs typeface="Arial"/>
                        </a:rPr>
                        <a:t> Test Engineering</a:t>
                      </a:r>
                      <a:endParaRPr lang="en-MY" sz="1000"/>
                    </a:p>
                  </a:txBody>
                  <a:tcPr/>
                </a:tc>
                <a:tc>
                  <a:txBody>
                    <a:bodyPr/>
                    <a:lstStyle/>
                    <a:p>
                      <a:r>
                        <a:rPr lang="en-US" sz="1000" b="1" err="1">
                          <a:latin typeface="Consolas"/>
                          <a:ea typeface="Noto Sans"/>
                          <a:cs typeface="Arial"/>
                        </a:rPr>
                        <a:t>Rasheel</a:t>
                      </a:r>
                      <a:r>
                        <a:rPr lang="en-US" sz="1000" b="1">
                          <a:latin typeface="Consolas"/>
                          <a:ea typeface="Noto Sans"/>
                          <a:cs typeface="Arial"/>
                        </a:rPr>
                        <a:t> Karmacharya</a:t>
                      </a:r>
                      <a:endParaRPr lang="en-MY" sz="1000"/>
                    </a:p>
                  </a:txBody>
                  <a:tcPr/>
                </a:tc>
                <a:tc>
                  <a:txBody>
                    <a:bodyPr/>
                    <a:lstStyle/>
                    <a:p>
                      <a:endParaRPr lang="en-MY" sz="1000" dirty="0"/>
                    </a:p>
                  </a:txBody>
                  <a:tcPr/>
                </a:tc>
                <a:extLst>
                  <a:ext uri="{0D108BD9-81ED-4DB2-BD59-A6C34878D82A}">
                    <a16:rowId xmlns:a16="http://schemas.microsoft.com/office/drawing/2014/main" val="1967835278"/>
                  </a:ext>
                </a:extLst>
              </a:tr>
              <a:tr h="370840">
                <a:tc>
                  <a:txBody>
                    <a:bodyPr/>
                    <a:lstStyle/>
                    <a:p>
                      <a:r>
                        <a:rPr lang="en-US" sz="1000" err="1">
                          <a:latin typeface="Consolas"/>
                          <a:ea typeface="Noto Sans"/>
                          <a:cs typeface="Arial"/>
                        </a:rPr>
                        <a:t>Mfg</a:t>
                      </a:r>
                      <a:r>
                        <a:rPr lang="en-US" sz="1000">
                          <a:latin typeface="Consolas"/>
                          <a:ea typeface="Noto Sans"/>
                          <a:cs typeface="Arial"/>
                        </a:rPr>
                        <a:t> Test Technical Lead</a:t>
                      </a:r>
                      <a:endParaRPr lang="en-MY"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latin typeface="Consolas"/>
                          <a:ea typeface="Noto Sans"/>
                          <a:cs typeface="Arial"/>
                        </a:rPr>
                        <a:t>Seth Berry</a:t>
                      </a:r>
                      <a:endParaRPr lang="en-US" sz="1000" b="1">
                        <a:ea typeface="Noto Sans"/>
                        <a:cs typeface="Arial"/>
                      </a:endParaRPr>
                    </a:p>
                  </a:txBody>
                  <a:tcPr/>
                </a:tc>
                <a:tc>
                  <a:txBody>
                    <a:bodyPr/>
                    <a:lstStyle/>
                    <a:p>
                      <a:endParaRPr lang="en-MY" sz="1000" dirty="0"/>
                    </a:p>
                  </a:txBody>
                  <a:tcPr/>
                </a:tc>
                <a:extLst>
                  <a:ext uri="{0D108BD9-81ED-4DB2-BD59-A6C34878D82A}">
                    <a16:rowId xmlns:a16="http://schemas.microsoft.com/office/drawing/2014/main" val="3968410458"/>
                  </a:ext>
                </a:extLst>
              </a:tr>
              <a:tr h="370840">
                <a:tc>
                  <a:txBody>
                    <a:bodyPr/>
                    <a:lstStyle/>
                    <a:p>
                      <a:r>
                        <a:rPr lang="en-US" sz="1000" err="1">
                          <a:latin typeface="Consolas"/>
                          <a:ea typeface="Noto Sans"/>
                          <a:cs typeface="Arial"/>
                        </a:rPr>
                        <a:t>Mfg</a:t>
                      </a:r>
                      <a:r>
                        <a:rPr lang="en-US" sz="1000">
                          <a:latin typeface="Consolas"/>
                          <a:ea typeface="Noto Sans"/>
                          <a:cs typeface="Arial"/>
                        </a:rPr>
                        <a:t> Test Engineer</a:t>
                      </a:r>
                      <a:endParaRPr lang="en-MY" sz="1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dirty="0">
                        <a:ea typeface="Noto Sans"/>
                        <a:cs typeface="Arial"/>
                      </a:endParaRPr>
                    </a:p>
                  </a:txBody>
                  <a:tcPr/>
                </a:tc>
                <a:tc>
                  <a:txBody>
                    <a:bodyPr/>
                    <a:lstStyle/>
                    <a:p>
                      <a:endParaRPr lang="en-MY" sz="1000" dirty="0"/>
                    </a:p>
                  </a:txBody>
                  <a:tcPr/>
                </a:tc>
                <a:extLst>
                  <a:ext uri="{0D108BD9-81ED-4DB2-BD59-A6C34878D82A}">
                    <a16:rowId xmlns:a16="http://schemas.microsoft.com/office/drawing/2014/main" val="736406885"/>
                  </a:ext>
                </a:extLst>
              </a:tr>
              <a:tr h="370840">
                <a:tc>
                  <a:txBody>
                    <a:bodyPr/>
                    <a:lstStyle/>
                    <a:p>
                      <a:r>
                        <a:rPr lang="en-US" sz="1000" dirty="0">
                          <a:latin typeface="Consolas"/>
                          <a:ea typeface="Noto Sans"/>
                          <a:cs typeface="Arial"/>
                        </a:rPr>
                        <a:t>HW Project/Program Manager</a:t>
                      </a:r>
                      <a:endParaRPr lang="en-MY" sz="1000" dirty="0"/>
                    </a:p>
                  </a:txBody>
                  <a:tcPr/>
                </a:tc>
                <a:tc>
                  <a:txBody>
                    <a:bodyPr/>
                    <a:lstStyle/>
                    <a:p>
                      <a:endParaRPr lang="en-MY" sz="1000" dirty="0"/>
                    </a:p>
                  </a:txBody>
                  <a:tcPr/>
                </a:tc>
                <a:tc>
                  <a:txBody>
                    <a:bodyPr/>
                    <a:lstStyle/>
                    <a:p>
                      <a:endParaRPr lang="en-MY" sz="1000" dirty="0"/>
                    </a:p>
                  </a:txBody>
                  <a:tcPr/>
                </a:tc>
                <a:extLst>
                  <a:ext uri="{0D108BD9-81ED-4DB2-BD59-A6C34878D82A}">
                    <a16:rowId xmlns:a16="http://schemas.microsoft.com/office/drawing/2014/main" val="3769517464"/>
                  </a:ext>
                </a:extLst>
              </a:tr>
              <a:tr h="370840">
                <a:tc>
                  <a:txBody>
                    <a:bodyPr/>
                    <a:lstStyle/>
                    <a:p>
                      <a:r>
                        <a:rPr lang="en-US" sz="1000" err="1">
                          <a:latin typeface="Consolas"/>
                          <a:ea typeface="Noto Sans"/>
                          <a:cs typeface="Arial"/>
                        </a:rPr>
                        <a:t>Mfg</a:t>
                      </a:r>
                      <a:r>
                        <a:rPr lang="en-US" sz="1000">
                          <a:latin typeface="Consolas"/>
                          <a:ea typeface="Noto Sans"/>
                          <a:cs typeface="Arial"/>
                        </a:rPr>
                        <a:t> Product Engineer (per site, NIH or PEN): </a:t>
                      </a:r>
                      <a:endParaRPr lang="en-MY" sz="1000"/>
                    </a:p>
                  </a:txBody>
                  <a:tcPr/>
                </a:tc>
                <a:tc>
                  <a:txBody>
                    <a:bodyPr/>
                    <a:lstStyle/>
                    <a:p>
                      <a:endParaRPr lang="en-MY" sz="1000" dirty="0"/>
                    </a:p>
                  </a:txBody>
                  <a:tcPr/>
                </a:tc>
                <a:tc>
                  <a:txBody>
                    <a:bodyPr/>
                    <a:lstStyle/>
                    <a:p>
                      <a:endParaRPr lang="en-MY" sz="1000" dirty="0"/>
                    </a:p>
                  </a:txBody>
                  <a:tcPr/>
                </a:tc>
                <a:extLst>
                  <a:ext uri="{0D108BD9-81ED-4DB2-BD59-A6C34878D82A}">
                    <a16:rowId xmlns:a16="http://schemas.microsoft.com/office/drawing/2014/main" val="936079587"/>
                  </a:ext>
                </a:extLst>
              </a:tr>
            </a:tbl>
          </a:graphicData>
        </a:graphic>
      </p:graphicFrame>
    </p:spTree>
    <p:extLst>
      <p:ext uri="{BB962C8B-B14F-4D97-AF65-F5344CB8AC3E}">
        <p14:creationId xmlns:p14="http://schemas.microsoft.com/office/powerpoint/2010/main" val="2139901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FA4549E4-0B96-B2EC-9581-14C34FCE71D3}"/>
              </a:ext>
            </a:extLst>
          </p:cNvPr>
          <p:cNvGraphicFramePr>
            <a:graphicFrameLocks noGrp="1"/>
          </p:cNvGraphicFramePr>
          <p:nvPr/>
        </p:nvGraphicFramePr>
        <p:xfrm>
          <a:off x="3357099" y="230397"/>
          <a:ext cx="5244290" cy="4412723"/>
        </p:xfrm>
        <a:graphic>
          <a:graphicData uri="http://schemas.openxmlformats.org/drawingml/2006/table">
            <a:tbl>
              <a:tblPr bandRow="1">
                <a:tableStyleId>{5C22544A-7EE6-4342-B048-85BDC9FD1C3A}</a:tableStyleId>
              </a:tblPr>
              <a:tblGrid>
                <a:gridCol w="2622145">
                  <a:extLst>
                    <a:ext uri="{9D8B030D-6E8A-4147-A177-3AD203B41FA5}">
                      <a16:colId xmlns:a16="http://schemas.microsoft.com/office/drawing/2014/main" val="3745400428"/>
                    </a:ext>
                  </a:extLst>
                </a:gridCol>
                <a:gridCol w="2622145">
                  <a:extLst>
                    <a:ext uri="{9D8B030D-6E8A-4147-A177-3AD203B41FA5}">
                      <a16:colId xmlns:a16="http://schemas.microsoft.com/office/drawing/2014/main" val="3162473760"/>
                    </a:ext>
                  </a:extLst>
                </a:gridCol>
              </a:tblGrid>
              <a:tr h="307189">
                <a:tc gridSpan="2">
                  <a:txBody>
                    <a:bodyPr/>
                    <a:lstStyle/>
                    <a:p>
                      <a:pPr algn="ctr"/>
                      <a:r>
                        <a:rPr lang="en-US" sz="1400" b="1" u="sng" dirty="0"/>
                        <a:t>MCC Series</a:t>
                      </a:r>
                      <a:endParaRPr lang="en-MY" sz="1400" b="1" u="sng" dirty="0"/>
                    </a:p>
                  </a:txBody>
                  <a:tcPr/>
                </a:tc>
                <a:tc hMerge="1">
                  <a:txBody>
                    <a:bodyPr/>
                    <a:lstStyle/>
                    <a:p>
                      <a:endParaRPr lang="en-MY" dirty="0"/>
                    </a:p>
                  </a:txBody>
                  <a:tcPr/>
                </a:tc>
                <a:extLst>
                  <a:ext uri="{0D108BD9-81ED-4DB2-BD59-A6C34878D82A}">
                    <a16:rowId xmlns:a16="http://schemas.microsoft.com/office/drawing/2014/main" val="1877539602"/>
                  </a:ext>
                </a:extLst>
              </a:tr>
              <a:tr h="1331407">
                <a:tc>
                  <a:txBody>
                    <a:bodyPr/>
                    <a:lstStyle/>
                    <a:p>
                      <a:endParaRPr lang="en-MY" dirty="0"/>
                    </a:p>
                  </a:txBody>
                  <a:tcPr/>
                </a:tc>
                <a:tc>
                  <a:txBody>
                    <a:bodyPr/>
                    <a:lstStyle/>
                    <a:p>
                      <a:endParaRPr lang="en-MY" dirty="0"/>
                    </a:p>
                  </a:txBody>
                  <a:tcPr/>
                </a:tc>
                <a:extLst>
                  <a:ext uri="{0D108BD9-81ED-4DB2-BD59-A6C34878D82A}">
                    <a16:rowId xmlns:a16="http://schemas.microsoft.com/office/drawing/2014/main" val="375726428"/>
                  </a:ext>
                </a:extLst>
              </a:tr>
              <a:tr h="316522">
                <a:tc gridSpan="2">
                  <a:txBody>
                    <a:bodyPr/>
                    <a:lstStyle/>
                    <a:p>
                      <a:pPr algn="ctr"/>
                      <a:r>
                        <a:rPr lang="en-US" sz="1400" b="1" u="sng" dirty="0"/>
                        <a:t>Analog Discovery Pro Series</a:t>
                      </a:r>
                      <a:endParaRPr lang="en-MY" sz="1400" b="1" u="sng" dirty="0"/>
                    </a:p>
                  </a:txBody>
                  <a:tcPr/>
                </a:tc>
                <a:tc hMerge="1">
                  <a:txBody>
                    <a:bodyPr/>
                    <a:lstStyle/>
                    <a:p>
                      <a:endParaRPr lang="en-MY" dirty="0"/>
                    </a:p>
                  </a:txBody>
                  <a:tcPr/>
                </a:tc>
                <a:extLst>
                  <a:ext uri="{0D108BD9-81ED-4DB2-BD59-A6C34878D82A}">
                    <a16:rowId xmlns:a16="http://schemas.microsoft.com/office/drawing/2014/main" val="1536373772"/>
                  </a:ext>
                </a:extLst>
              </a:tr>
              <a:tr h="949570">
                <a:tc>
                  <a:txBody>
                    <a:bodyPr/>
                    <a:lstStyle/>
                    <a:p>
                      <a:pPr algn="ctr"/>
                      <a:endParaRPr lang="en-MY" sz="1400" b="1" u="sng" dirty="0"/>
                    </a:p>
                  </a:txBody>
                  <a:tcPr/>
                </a:tc>
                <a:tc>
                  <a:txBody>
                    <a:bodyPr/>
                    <a:lstStyle/>
                    <a:p>
                      <a:pPr algn="ctr"/>
                      <a:endParaRPr lang="en-MY" sz="1400" b="1" u="sng" dirty="0"/>
                    </a:p>
                  </a:txBody>
                  <a:tcPr/>
                </a:tc>
                <a:extLst>
                  <a:ext uri="{0D108BD9-81ED-4DB2-BD59-A6C34878D82A}">
                    <a16:rowId xmlns:a16="http://schemas.microsoft.com/office/drawing/2014/main" val="4285927193"/>
                  </a:ext>
                </a:extLst>
              </a:tr>
              <a:tr h="276330">
                <a:tc gridSpan="2">
                  <a:txBody>
                    <a:bodyPr/>
                    <a:lstStyle/>
                    <a:p>
                      <a:pPr algn="ctr"/>
                      <a:r>
                        <a:rPr lang="en-US" sz="1400" b="1" u="sng" dirty="0"/>
                        <a:t>FPGA Board</a:t>
                      </a:r>
                      <a:endParaRPr lang="en-MY" sz="1400" b="1" u="sng" dirty="0"/>
                    </a:p>
                  </a:txBody>
                  <a:tcPr/>
                </a:tc>
                <a:tc hMerge="1">
                  <a:txBody>
                    <a:bodyPr/>
                    <a:lstStyle/>
                    <a:p>
                      <a:pPr algn="ctr"/>
                      <a:endParaRPr lang="en-MY" sz="1400" b="1" u="sng" dirty="0"/>
                    </a:p>
                  </a:txBody>
                  <a:tcPr/>
                </a:tc>
                <a:extLst>
                  <a:ext uri="{0D108BD9-81ED-4DB2-BD59-A6C34878D82A}">
                    <a16:rowId xmlns:a16="http://schemas.microsoft.com/office/drawing/2014/main" val="874965122"/>
                  </a:ext>
                </a:extLst>
              </a:tr>
              <a:tr h="1203235">
                <a:tc>
                  <a:txBody>
                    <a:bodyPr/>
                    <a:lstStyle/>
                    <a:p>
                      <a:pPr algn="ctr"/>
                      <a:endParaRPr lang="en-MY" sz="1400" b="1" u="sng" dirty="0"/>
                    </a:p>
                  </a:txBody>
                  <a:tcPr/>
                </a:tc>
                <a:tc>
                  <a:txBody>
                    <a:bodyPr/>
                    <a:lstStyle/>
                    <a:p>
                      <a:pPr algn="ctr"/>
                      <a:endParaRPr lang="en-MY" sz="1400" b="1" u="sng" dirty="0"/>
                    </a:p>
                  </a:txBody>
                  <a:tcPr/>
                </a:tc>
                <a:extLst>
                  <a:ext uri="{0D108BD9-81ED-4DB2-BD59-A6C34878D82A}">
                    <a16:rowId xmlns:a16="http://schemas.microsoft.com/office/drawing/2014/main" val="2961467453"/>
                  </a:ext>
                </a:extLst>
              </a:tr>
            </a:tbl>
          </a:graphicData>
        </a:graphic>
      </p:graphicFrame>
      <p:sp>
        <p:nvSpPr>
          <p:cNvPr id="13" name="Picture Placeholder 12">
            <a:extLst>
              <a:ext uri="{FF2B5EF4-FFF2-40B4-BE49-F238E27FC236}">
                <a16:creationId xmlns:a16="http://schemas.microsoft.com/office/drawing/2014/main" id="{211D8ACA-DEC3-A94F-354D-809B00C6551F}"/>
              </a:ext>
            </a:extLst>
          </p:cNvPr>
          <p:cNvSpPr>
            <a:spLocks noGrp="1"/>
          </p:cNvSpPr>
          <p:nvPr>
            <p:ph type="pic" sz="quarter" idx="14"/>
          </p:nvPr>
        </p:nvSpPr>
        <p:spPr>
          <a:xfrm>
            <a:off x="0" y="1"/>
            <a:ext cx="2848479" cy="5143499"/>
          </a:xfrm>
        </p:spPr>
        <p:txBody>
          <a:bodyPr/>
          <a:lstStyle/>
          <a:p>
            <a:pPr marL="0" indent="0">
              <a:buNone/>
            </a:pPr>
            <a:endParaRPr lang="en-US" sz="1050" b="1" dirty="0">
              <a:solidFill>
                <a:schemeClr val="accent3"/>
              </a:solidFill>
              <a:latin typeface="+mj-lt"/>
            </a:endParaRPr>
          </a:p>
          <a:p>
            <a:pPr marL="251023" lvl="1" indent="0">
              <a:buNone/>
            </a:pPr>
            <a:r>
              <a:rPr lang="en-US" sz="2000" b="1" dirty="0">
                <a:solidFill>
                  <a:schemeClr val="accent3"/>
                </a:solidFill>
                <a:latin typeface="+mj-lt"/>
              </a:rPr>
              <a:t>Product Overview</a:t>
            </a:r>
          </a:p>
          <a:p>
            <a:pPr marL="285750" indent="-285750"/>
            <a:r>
              <a:rPr lang="en-MY" b="1" dirty="0"/>
              <a:t>CRA compliance impacted Products:</a:t>
            </a:r>
          </a:p>
          <a:p>
            <a:pPr marL="536773" lvl="1" indent="-285750">
              <a:spcBef>
                <a:spcPts val="200"/>
              </a:spcBef>
              <a:spcAft>
                <a:spcPts val="200"/>
              </a:spcAft>
              <a:buFont typeface="Arial" panose="020B0604020202020204" pitchFamily="34" charset="0"/>
              <a:buChar char="•"/>
            </a:pPr>
            <a:r>
              <a:rPr lang="en-MY" sz="900" b="1" dirty="0"/>
              <a:t>MCC</a:t>
            </a:r>
            <a:r>
              <a:rPr lang="en-MY" sz="900" dirty="0"/>
              <a:t> </a:t>
            </a:r>
          </a:p>
          <a:p>
            <a:pPr marL="716359" lvl="2" indent="-285750">
              <a:spcBef>
                <a:spcPts val="200"/>
              </a:spcBef>
              <a:spcAft>
                <a:spcPts val="200"/>
              </a:spcAft>
            </a:pPr>
            <a:r>
              <a:rPr lang="en-MY" sz="900" dirty="0"/>
              <a:t>E-1608, E-DIO24, E-TC, and TC-32</a:t>
            </a:r>
          </a:p>
          <a:p>
            <a:pPr marL="536773" lvl="1" indent="-285750">
              <a:spcBef>
                <a:spcPts val="200"/>
              </a:spcBef>
              <a:spcAft>
                <a:spcPts val="200"/>
              </a:spcAft>
              <a:buFont typeface="Arial" panose="020B0604020202020204" pitchFamily="34" charset="0"/>
              <a:buChar char="•"/>
            </a:pPr>
            <a:r>
              <a:rPr lang="en-MY" sz="900" b="1" dirty="0"/>
              <a:t>Analog Discovery Pro Series </a:t>
            </a:r>
          </a:p>
          <a:p>
            <a:pPr marL="716359" lvl="2" indent="-285750">
              <a:spcBef>
                <a:spcPts val="200"/>
              </a:spcBef>
              <a:spcAft>
                <a:spcPts val="200"/>
              </a:spcAft>
            </a:pPr>
            <a:r>
              <a:rPr lang="en-MY" sz="900" b="1" dirty="0"/>
              <a:t> </a:t>
            </a:r>
            <a:r>
              <a:rPr lang="en-MY" sz="900" dirty="0"/>
              <a:t>ADP54xx and ADP3450/3250</a:t>
            </a:r>
          </a:p>
          <a:p>
            <a:pPr marL="536773" lvl="1" indent="-285750">
              <a:spcBef>
                <a:spcPts val="200"/>
              </a:spcBef>
              <a:spcAft>
                <a:spcPts val="200"/>
              </a:spcAft>
              <a:buFont typeface="Arial" panose="020B0604020202020204" pitchFamily="34" charset="0"/>
              <a:buChar char="•"/>
            </a:pPr>
            <a:r>
              <a:rPr lang="en-MY" sz="900" b="1" dirty="0"/>
              <a:t>FPGA Board</a:t>
            </a:r>
          </a:p>
          <a:p>
            <a:pPr marL="716359" lvl="2" indent="-285750"/>
            <a:r>
              <a:rPr lang="en-MY" sz="900" b="1" dirty="0"/>
              <a:t>TBD</a:t>
            </a:r>
          </a:p>
          <a:p>
            <a:pPr marL="536773" lvl="1" indent="-285750"/>
            <a:endParaRPr lang="en-MY" b="1" dirty="0"/>
          </a:p>
        </p:txBody>
      </p:sp>
      <p:pic>
        <p:nvPicPr>
          <p:cNvPr id="1032" name="Picture 8" descr="Front view product image of the Analog Discovery Pro: Model ADP3250 (SKU: 410-394-1).">
            <a:extLst>
              <a:ext uri="{FF2B5EF4-FFF2-40B4-BE49-F238E27FC236}">
                <a16:creationId xmlns:a16="http://schemas.microsoft.com/office/drawing/2014/main" id="{9FCFEE50-C1D0-A57A-92F1-3FC99CD14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9940" y="2467151"/>
            <a:ext cx="1859839" cy="3719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roduct image of the Analog Discovery Pro ADP5470 displayed at an angle. ">
            <a:extLst>
              <a:ext uri="{FF2B5EF4-FFF2-40B4-BE49-F238E27FC236}">
                <a16:creationId xmlns:a16="http://schemas.microsoft.com/office/drawing/2014/main" id="{5F6B06CD-3229-2FEA-AD9C-B8FC0D1677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5164" y="2340177"/>
            <a:ext cx="1734146" cy="71793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Product image of the MCC E-1608, displayed at an angle. OEM Version is available.">
            <a:extLst>
              <a:ext uri="{FF2B5EF4-FFF2-40B4-BE49-F238E27FC236}">
                <a16:creationId xmlns:a16="http://schemas.microsoft.com/office/drawing/2014/main" id="{6C6AA41A-3446-69F2-C69E-884771F240E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7115"/>
          <a:stretch>
            <a:fillRect/>
          </a:stretch>
        </p:blipFill>
        <p:spPr bwMode="auto">
          <a:xfrm>
            <a:off x="4011546" y="606661"/>
            <a:ext cx="1370667" cy="11407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roduct image of the MCC TC-32, displayed at an angle. ">
            <a:extLst>
              <a:ext uri="{FF2B5EF4-FFF2-40B4-BE49-F238E27FC236}">
                <a16:creationId xmlns:a16="http://schemas.microsoft.com/office/drawing/2014/main" id="{A8FFC8FA-B456-DFB0-0812-6ACFD885A1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6660" y="790478"/>
            <a:ext cx="2326708" cy="88414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297AC74-1170-7713-0BE1-C0D169414437}"/>
              </a:ext>
            </a:extLst>
          </p:cNvPr>
          <p:cNvSpPr txBox="1"/>
          <p:nvPr/>
        </p:nvSpPr>
        <p:spPr>
          <a:xfrm>
            <a:off x="4958862" y="1574599"/>
            <a:ext cx="473206" cy="200055"/>
          </a:xfrm>
          <a:prstGeom prst="rect">
            <a:avLst/>
          </a:prstGeom>
          <a:noFill/>
        </p:spPr>
        <p:txBody>
          <a:bodyPr wrap="none" rtlCol="0">
            <a:spAutoFit/>
          </a:bodyPr>
          <a:lstStyle/>
          <a:p>
            <a:r>
              <a:rPr lang="en-US" sz="700" b="1" dirty="0"/>
              <a:t>E-1608</a:t>
            </a:r>
            <a:endParaRPr lang="en-MY" sz="700" b="1" dirty="0" err="1"/>
          </a:p>
        </p:txBody>
      </p:sp>
      <p:sp>
        <p:nvSpPr>
          <p:cNvPr id="14" name="TextBox 13">
            <a:extLst>
              <a:ext uri="{FF2B5EF4-FFF2-40B4-BE49-F238E27FC236}">
                <a16:creationId xmlns:a16="http://schemas.microsoft.com/office/drawing/2014/main" id="{2458C8DA-AEE1-5C39-A710-E8063D9D60C2}"/>
              </a:ext>
            </a:extLst>
          </p:cNvPr>
          <p:cNvSpPr txBox="1"/>
          <p:nvPr/>
        </p:nvSpPr>
        <p:spPr>
          <a:xfrm>
            <a:off x="7417359" y="1374544"/>
            <a:ext cx="433132" cy="200055"/>
          </a:xfrm>
          <a:prstGeom prst="rect">
            <a:avLst/>
          </a:prstGeom>
          <a:noFill/>
        </p:spPr>
        <p:txBody>
          <a:bodyPr wrap="none" rtlCol="0">
            <a:spAutoFit/>
          </a:bodyPr>
          <a:lstStyle/>
          <a:p>
            <a:r>
              <a:rPr lang="en-US" sz="700" b="1" dirty="0"/>
              <a:t>TC-32</a:t>
            </a:r>
            <a:endParaRPr lang="en-MY" sz="700" b="1" dirty="0" err="1"/>
          </a:p>
        </p:txBody>
      </p:sp>
      <p:sp>
        <p:nvSpPr>
          <p:cNvPr id="15" name="TextBox 14">
            <a:extLst>
              <a:ext uri="{FF2B5EF4-FFF2-40B4-BE49-F238E27FC236}">
                <a16:creationId xmlns:a16="http://schemas.microsoft.com/office/drawing/2014/main" id="{815E53D2-046B-29BF-B187-F84E1AD0CB74}"/>
              </a:ext>
            </a:extLst>
          </p:cNvPr>
          <p:cNvSpPr txBox="1"/>
          <p:nvPr/>
        </p:nvSpPr>
        <p:spPr>
          <a:xfrm>
            <a:off x="4443064" y="2858058"/>
            <a:ext cx="570990" cy="200055"/>
          </a:xfrm>
          <a:prstGeom prst="rect">
            <a:avLst/>
          </a:prstGeom>
          <a:noFill/>
        </p:spPr>
        <p:txBody>
          <a:bodyPr wrap="none" rtlCol="0">
            <a:spAutoFit/>
          </a:bodyPr>
          <a:lstStyle/>
          <a:p>
            <a:r>
              <a:rPr lang="en-US" sz="700" b="1" dirty="0"/>
              <a:t>ADP3250</a:t>
            </a:r>
            <a:endParaRPr lang="en-MY" sz="700" b="1" dirty="0" err="1"/>
          </a:p>
        </p:txBody>
      </p:sp>
      <p:sp>
        <p:nvSpPr>
          <p:cNvPr id="16" name="TextBox 15">
            <a:extLst>
              <a:ext uri="{FF2B5EF4-FFF2-40B4-BE49-F238E27FC236}">
                <a16:creationId xmlns:a16="http://schemas.microsoft.com/office/drawing/2014/main" id="{EC2F1303-40C4-9291-35C9-A504AE89E9A0}"/>
              </a:ext>
            </a:extLst>
          </p:cNvPr>
          <p:cNvSpPr txBox="1"/>
          <p:nvPr/>
        </p:nvSpPr>
        <p:spPr>
          <a:xfrm>
            <a:off x="7528865" y="2909711"/>
            <a:ext cx="570990" cy="200055"/>
          </a:xfrm>
          <a:prstGeom prst="rect">
            <a:avLst/>
          </a:prstGeom>
          <a:noFill/>
        </p:spPr>
        <p:txBody>
          <a:bodyPr wrap="none" rtlCol="0">
            <a:spAutoFit/>
          </a:bodyPr>
          <a:lstStyle/>
          <a:p>
            <a:r>
              <a:rPr lang="en-US" sz="700" b="1" dirty="0"/>
              <a:t>ADP54xx</a:t>
            </a:r>
            <a:endParaRPr lang="en-MY" sz="700" b="1" dirty="0" err="1"/>
          </a:p>
        </p:txBody>
      </p:sp>
      <p:graphicFrame>
        <p:nvGraphicFramePr>
          <p:cNvPr id="17" name="Content Placeholder 9">
            <a:extLst>
              <a:ext uri="{FF2B5EF4-FFF2-40B4-BE49-F238E27FC236}">
                <a16:creationId xmlns:a16="http://schemas.microsoft.com/office/drawing/2014/main" id="{3346F522-9891-DC32-97FE-E3E3CAB0E4E5}"/>
              </a:ext>
            </a:extLst>
          </p:cNvPr>
          <p:cNvGraphicFramePr>
            <a:graphicFrameLocks noGrp="1"/>
          </p:cNvGraphicFramePr>
          <p:nvPr>
            <p:ph idx="1"/>
          </p:nvPr>
        </p:nvGraphicFramePr>
        <p:xfrm>
          <a:off x="742192" y="2261677"/>
          <a:ext cx="1739522" cy="1334963"/>
        </p:xfrm>
        <a:graphic>
          <a:graphicData uri="http://schemas.openxmlformats.org/drawingml/2006/table">
            <a:tbl>
              <a:tblPr/>
              <a:tblGrid>
                <a:gridCol w="1739522">
                  <a:extLst>
                    <a:ext uri="{9D8B030D-6E8A-4147-A177-3AD203B41FA5}">
                      <a16:colId xmlns:a16="http://schemas.microsoft.com/office/drawing/2014/main" val="2561507433"/>
                    </a:ext>
                  </a:extLst>
                </a:gridCol>
              </a:tblGrid>
              <a:tr h="1334963">
                <a:tc>
                  <a:txBody>
                    <a:bodyPr/>
                    <a:lstStyle/>
                    <a:p>
                      <a:pPr fontAlgn="base">
                        <a:lnSpc>
                          <a:spcPct val="100000"/>
                        </a:lnSpc>
                        <a:buNone/>
                      </a:pPr>
                      <a:r>
                        <a:rPr lang="en-MY" sz="900" dirty="0" err="1">
                          <a:solidFill>
                            <a:srgbClr val="000000"/>
                          </a:solidFill>
                          <a:effectLst/>
                          <a:latin typeface="Aptos" panose="020B0004020202020204" pitchFamily="34" charset="0"/>
                        </a:rPr>
                        <a:t>Zybo</a:t>
                      </a:r>
                      <a:r>
                        <a:rPr lang="en-MY" sz="900" dirty="0">
                          <a:solidFill>
                            <a:srgbClr val="000000"/>
                          </a:solidFill>
                          <a:effectLst/>
                          <a:latin typeface="Aptos" panose="020B0004020202020204" pitchFamily="34" charset="0"/>
                        </a:rPr>
                        <a:t> Z7 (Z7‑10 / Z7‑20)</a:t>
                      </a:r>
                    </a:p>
                    <a:p>
                      <a:pPr fontAlgn="base">
                        <a:lnSpc>
                          <a:spcPct val="100000"/>
                        </a:lnSpc>
                        <a:buNone/>
                      </a:pPr>
                      <a:r>
                        <a:rPr lang="en-MY" sz="900" dirty="0">
                          <a:solidFill>
                            <a:srgbClr val="000000"/>
                          </a:solidFill>
                          <a:effectLst/>
                          <a:latin typeface="Aptos" panose="020B0004020202020204" pitchFamily="34" charset="0"/>
                        </a:rPr>
                        <a:t>Cora Z7</a:t>
                      </a:r>
                    </a:p>
                    <a:p>
                      <a:pPr fontAlgn="base">
                        <a:lnSpc>
                          <a:spcPct val="100000"/>
                        </a:lnSpc>
                        <a:buNone/>
                      </a:pPr>
                      <a:r>
                        <a:rPr lang="en-MY" sz="900" dirty="0">
                          <a:solidFill>
                            <a:srgbClr val="000000"/>
                          </a:solidFill>
                          <a:effectLst/>
                          <a:latin typeface="Aptos" panose="020B0004020202020204" pitchFamily="34" charset="0"/>
                        </a:rPr>
                        <a:t>Arty Z7</a:t>
                      </a:r>
                    </a:p>
                    <a:p>
                      <a:pPr fontAlgn="base">
                        <a:lnSpc>
                          <a:spcPct val="100000"/>
                        </a:lnSpc>
                        <a:buNone/>
                      </a:pPr>
                      <a:r>
                        <a:rPr lang="en-MY" sz="900" dirty="0" err="1">
                          <a:solidFill>
                            <a:srgbClr val="000000"/>
                          </a:solidFill>
                          <a:effectLst/>
                          <a:latin typeface="Aptos" panose="020B0004020202020204" pitchFamily="34" charset="0"/>
                        </a:rPr>
                        <a:t>Eclypse</a:t>
                      </a:r>
                      <a:r>
                        <a:rPr lang="en-MY" sz="900" dirty="0">
                          <a:solidFill>
                            <a:srgbClr val="000000"/>
                          </a:solidFill>
                          <a:effectLst/>
                          <a:latin typeface="Aptos" panose="020B0004020202020204" pitchFamily="34" charset="0"/>
                        </a:rPr>
                        <a:t> Z7</a:t>
                      </a:r>
                    </a:p>
                    <a:p>
                      <a:pPr fontAlgn="base">
                        <a:lnSpc>
                          <a:spcPct val="100000"/>
                        </a:lnSpc>
                        <a:buNone/>
                      </a:pPr>
                      <a:r>
                        <a:rPr lang="en-MY" sz="900" dirty="0">
                          <a:solidFill>
                            <a:srgbClr val="000000"/>
                          </a:solidFill>
                          <a:effectLst/>
                          <a:latin typeface="Aptos" panose="020B0004020202020204" pitchFamily="34" charset="0"/>
                        </a:rPr>
                        <a:t>Arty A7</a:t>
                      </a:r>
                    </a:p>
                    <a:p>
                      <a:pPr fontAlgn="base">
                        <a:lnSpc>
                          <a:spcPct val="100000"/>
                        </a:lnSpc>
                        <a:buNone/>
                      </a:pPr>
                      <a:r>
                        <a:rPr lang="en-MY" sz="900" dirty="0" err="1">
                          <a:solidFill>
                            <a:srgbClr val="000000"/>
                          </a:solidFill>
                          <a:effectLst/>
                          <a:latin typeface="Aptos" panose="020B0004020202020204" pitchFamily="34" charset="0"/>
                        </a:rPr>
                        <a:t>Nexys</a:t>
                      </a:r>
                      <a:r>
                        <a:rPr lang="en-MY" sz="900" dirty="0">
                          <a:solidFill>
                            <a:srgbClr val="000000"/>
                          </a:solidFill>
                          <a:effectLst/>
                          <a:latin typeface="Aptos" panose="020B0004020202020204" pitchFamily="34" charset="0"/>
                        </a:rPr>
                        <a:t> A7</a:t>
                      </a:r>
                    </a:p>
                    <a:p>
                      <a:pPr fontAlgn="base">
                        <a:lnSpc>
                          <a:spcPct val="100000"/>
                        </a:lnSpc>
                        <a:buNone/>
                      </a:pPr>
                      <a:r>
                        <a:rPr lang="en-MY" sz="900" dirty="0" err="1">
                          <a:solidFill>
                            <a:srgbClr val="000000"/>
                          </a:solidFill>
                          <a:effectLst/>
                          <a:latin typeface="Aptos" panose="020B0004020202020204" pitchFamily="34" charset="0"/>
                        </a:rPr>
                        <a:t>Nexys</a:t>
                      </a:r>
                      <a:r>
                        <a:rPr lang="en-MY" sz="900" dirty="0">
                          <a:solidFill>
                            <a:srgbClr val="000000"/>
                          </a:solidFill>
                          <a:effectLst/>
                          <a:latin typeface="Aptos" panose="020B0004020202020204" pitchFamily="34" charset="0"/>
                        </a:rPr>
                        <a:t> Video</a:t>
                      </a:r>
                    </a:p>
                    <a:p>
                      <a:pPr fontAlgn="base">
                        <a:lnSpc>
                          <a:spcPct val="100000"/>
                        </a:lnSpc>
                        <a:buNone/>
                      </a:pPr>
                      <a:r>
                        <a:rPr lang="en-MY" sz="900" dirty="0">
                          <a:solidFill>
                            <a:srgbClr val="000000"/>
                          </a:solidFill>
                          <a:effectLst/>
                          <a:latin typeface="Aptos" panose="020B0004020202020204" pitchFamily="34" charset="0"/>
                        </a:rPr>
                        <a:t>Zed board</a:t>
                      </a:r>
                    </a:p>
                    <a:p>
                      <a:pPr fontAlgn="base">
                        <a:lnSpc>
                          <a:spcPct val="100000"/>
                        </a:lnSpc>
                        <a:buNone/>
                      </a:pPr>
                      <a:r>
                        <a:rPr lang="en-MY" sz="900" dirty="0">
                          <a:solidFill>
                            <a:srgbClr val="000000"/>
                          </a:solidFill>
                          <a:effectLst/>
                          <a:latin typeface="Aptos" panose="020B0004020202020204" pitchFamily="34" charset="0"/>
                        </a:rPr>
                        <a:t>Genesys ZU-3EG/ ZU-5EV</a:t>
                      </a:r>
                    </a:p>
                  </a:txBody>
                  <a:tcPr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64810958"/>
                  </a:ext>
                </a:extLst>
              </a:tr>
            </a:tbl>
          </a:graphicData>
        </a:graphic>
      </p:graphicFrame>
      <p:pic>
        <p:nvPicPr>
          <p:cNvPr id="1036" name="Picture 12">
            <a:extLst>
              <a:ext uri="{FF2B5EF4-FFF2-40B4-BE49-F238E27FC236}">
                <a16:creationId xmlns:a16="http://schemas.microsoft.com/office/drawing/2014/main" id="{501F10D3-C012-0868-D529-26F29E5773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3381" y="3531616"/>
            <a:ext cx="1354777" cy="97995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87F459EC-938F-5755-13C7-4A997BDCE7F4}"/>
              </a:ext>
            </a:extLst>
          </p:cNvPr>
          <p:cNvSpPr txBox="1"/>
          <p:nvPr/>
        </p:nvSpPr>
        <p:spPr>
          <a:xfrm>
            <a:off x="4752584" y="4336784"/>
            <a:ext cx="587020" cy="200055"/>
          </a:xfrm>
          <a:prstGeom prst="rect">
            <a:avLst/>
          </a:prstGeom>
          <a:noFill/>
        </p:spPr>
        <p:txBody>
          <a:bodyPr wrap="none" rtlCol="0">
            <a:spAutoFit/>
          </a:bodyPr>
          <a:lstStyle/>
          <a:p>
            <a:r>
              <a:rPr lang="en-US" sz="700" b="1" dirty="0" err="1"/>
              <a:t>Nexys</a:t>
            </a:r>
            <a:r>
              <a:rPr lang="en-US" sz="700" b="1" dirty="0"/>
              <a:t> A7</a:t>
            </a:r>
            <a:endParaRPr lang="en-MY" sz="700" b="1" dirty="0" err="1"/>
          </a:p>
        </p:txBody>
      </p:sp>
      <p:pic>
        <p:nvPicPr>
          <p:cNvPr id="1038" name="Picture 14">
            <a:extLst>
              <a:ext uri="{FF2B5EF4-FFF2-40B4-BE49-F238E27FC236}">
                <a16:creationId xmlns:a16="http://schemas.microsoft.com/office/drawing/2014/main" id="{E55D1CB9-7920-09E0-10A7-2062F30C7C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24808" y="3495246"/>
            <a:ext cx="1350412" cy="107492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F63D092-E1FF-BE43-4AC2-D70512B9890B}"/>
              </a:ext>
            </a:extLst>
          </p:cNvPr>
          <p:cNvSpPr txBox="1"/>
          <p:nvPr/>
        </p:nvSpPr>
        <p:spPr>
          <a:xfrm>
            <a:off x="7417359" y="4379511"/>
            <a:ext cx="702436" cy="200055"/>
          </a:xfrm>
          <a:prstGeom prst="rect">
            <a:avLst/>
          </a:prstGeom>
          <a:noFill/>
        </p:spPr>
        <p:txBody>
          <a:bodyPr wrap="none" rtlCol="0">
            <a:spAutoFit/>
          </a:bodyPr>
          <a:lstStyle/>
          <a:p>
            <a:r>
              <a:rPr lang="en-US" sz="700" b="1" dirty="0"/>
              <a:t>Genesys ZU</a:t>
            </a:r>
            <a:endParaRPr lang="en-MY" sz="700" b="1" dirty="0" err="1"/>
          </a:p>
        </p:txBody>
      </p:sp>
    </p:spTree>
    <p:extLst>
      <p:ext uri="{BB962C8B-B14F-4D97-AF65-F5344CB8AC3E}">
        <p14:creationId xmlns:p14="http://schemas.microsoft.com/office/powerpoint/2010/main" val="3993594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CE81-64A3-D3EF-C0CC-121A63A00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C9932-24EF-11CF-8BF1-C7BE5D8DF65B}"/>
              </a:ext>
            </a:extLst>
          </p:cNvPr>
          <p:cNvSpPr>
            <a:spLocks noGrp="1"/>
          </p:cNvSpPr>
          <p:nvPr>
            <p:ph type="title"/>
          </p:nvPr>
        </p:nvSpPr>
        <p:spPr/>
        <p:txBody>
          <a:bodyPr/>
          <a:lstStyle/>
          <a:p>
            <a:r>
              <a:rPr lang="en-US" dirty="0">
                <a:cs typeface="Times"/>
              </a:rPr>
              <a:t>Secure by default: </a:t>
            </a:r>
            <a:r>
              <a:rPr lang="en-US" dirty="0" err="1">
                <a:cs typeface="Times"/>
              </a:rPr>
              <a:t>Digilent</a:t>
            </a:r>
            <a:r>
              <a:rPr lang="en-US" dirty="0">
                <a:cs typeface="Times"/>
              </a:rPr>
              <a:t> Overview Initial password</a:t>
            </a:r>
            <a:endParaRPr lang="en-US" dirty="0"/>
          </a:p>
        </p:txBody>
      </p:sp>
      <p:graphicFrame>
        <p:nvGraphicFramePr>
          <p:cNvPr id="7" name="Table 6">
            <a:extLst>
              <a:ext uri="{FF2B5EF4-FFF2-40B4-BE49-F238E27FC236}">
                <a16:creationId xmlns:a16="http://schemas.microsoft.com/office/drawing/2014/main" id="{4A5F7375-A2B9-C565-E7BB-A43663B1B1D1}"/>
              </a:ext>
            </a:extLst>
          </p:cNvPr>
          <p:cNvGraphicFramePr>
            <a:graphicFrameLocks noGrp="1"/>
          </p:cNvGraphicFramePr>
          <p:nvPr>
            <p:extLst>
              <p:ext uri="{D42A27DB-BD31-4B8C-83A1-F6EECF244321}">
                <p14:modId xmlns:p14="http://schemas.microsoft.com/office/powerpoint/2010/main" val="3597228747"/>
              </p:ext>
            </p:extLst>
          </p:nvPr>
        </p:nvGraphicFramePr>
        <p:xfrm>
          <a:off x="372644" y="841197"/>
          <a:ext cx="8398712" cy="2616835"/>
        </p:xfrm>
        <a:graphic>
          <a:graphicData uri="http://schemas.openxmlformats.org/drawingml/2006/table">
            <a:tbl>
              <a:tblPr firstRow="1" bandRow="1">
                <a:tableStyleId>{72833802-FEF1-4C79-8D5D-14CF1EAF98D9}</a:tableStyleId>
              </a:tblPr>
              <a:tblGrid>
                <a:gridCol w="946783">
                  <a:extLst>
                    <a:ext uri="{9D8B030D-6E8A-4147-A177-3AD203B41FA5}">
                      <a16:colId xmlns:a16="http://schemas.microsoft.com/office/drawing/2014/main" val="2499996021"/>
                    </a:ext>
                  </a:extLst>
                </a:gridCol>
                <a:gridCol w="1335114">
                  <a:extLst>
                    <a:ext uri="{9D8B030D-6E8A-4147-A177-3AD203B41FA5}">
                      <a16:colId xmlns:a16="http://schemas.microsoft.com/office/drawing/2014/main" val="2806642303"/>
                    </a:ext>
                  </a:extLst>
                </a:gridCol>
                <a:gridCol w="2121745">
                  <a:extLst>
                    <a:ext uri="{9D8B030D-6E8A-4147-A177-3AD203B41FA5}">
                      <a16:colId xmlns:a16="http://schemas.microsoft.com/office/drawing/2014/main" val="4061154989"/>
                    </a:ext>
                  </a:extLst>
                </a:gridCol>
                <a:gridCol w="1920875">
                  <a:extLst>
                    <a:ext uri="{9D8B030D-6E8A-4147-A177-3AD203B41FA5}">
                      <a16:colId xmlns:a16="http://schemas.microsoft.com/office/drawing/2014/main" val="674924251"/>
                    </a:ext>
                  </a:extLst>
                </a:gridCol>
                <a:gridCol w="605341">
                  <a:extLst>
                    <a:ext uri="{9D8B030D-6E8A-4147-A177-3AD203B41FA5}">
                      <a16:colId xmlns:a16="http://schemas.microsoft.com/office/drawing/2014/main" val="1055194561"/>
                    </a:ext>
                  </a:extLst>
                </a:gridCol>
                <a:gridCol w="1468854">
                  <a:extLst>
                    <a:ext uri="{9D8B030D-6E8A-4147-A177-3AD203B41FA5}">
                      <a16:colId xmlns:a16="http://schemas.microsoft.com/office/drawing/2014/main" val="2182966378"/>
                    </a:ext>
                  </a:extLst>
                </a:gridCol>
              </a:tblGrid>
              <a:tr h="231775">
                <a:tc>
                  <a:txBody>
                    <a:bodyPr/>
                    <a:lstStyle/>
                    <a:p>
                      <a:r>
                        <a:rPr lang="en-US" sz="800"/>
                        <a:t>Devices</a:t>
                      </a:r>
                    </a:p>
                  </a:txBody>
                  <a:tcPr marL="57150" marR="57150" marT="28575" marB="28575"/>
                </a:tc>
                <a:tc>
                  <a:txBody>
                    <a:bodyPr/>
                    <a:lstStyle/>
                    <a:p>
                      <a:r>
                        <a:rPr lang="en-US" sz="800"/>
                        <a:t>CRA relevant</a:t>
                      </a:r>
                    </a:p>
                  </a:txBody>
                  <a:tcPr marL="57150" marR="57150" marT="28575" marB="28575"/>
                </a:tc>
                <a:tc>
                  <a:txBody>
                    <a:bodyPr/>
                    <a:lstStyle/>
                    <a:p>
                      <a:r>
                        <a:rPr lang="en-US" sz="800"/>
                        <a:t>Concept</a:t>
                      </a:r>
                    </a:p>
                  </a:txBody>
                  <a:tcPr marL="57150" marR="57150" marT="28575" marB="28575"/>
                </a:tc>
                <a:tc>
                  <a:txBody>
                    <a:bodyPr/>
                    <a:lstStyle/>
                    <a:p>
                      <a:r>
                        <a:rPr lang="en-US" sz="800"/>
                        <a:t>Work items</a:t>
                      </a:r>
                    </a:p>
                  </a:txBody>
                  <a:tcPr marL="57150" marR="57150" marT="28575" marB="28575"/>
                </a:tc>
                <a:tc>
                  <a:txBody>
                    <a:bodyPr/>
                    <a:lstStyle/>
                    <a:p>
                      <a:r>
                        <a:rPr lang="en-US" sz="800" err="1"/>
                        <a:t>Pn</a:t>
                      </a:r>
                      <a:r>
                        <a:rPr lang="en-US" sz="800"/>
                        <a:t> count</a:t>
                      </a:r>
                    </a:p>
                  </a:txBody>
                  <a:tcPr marL="57150" marR="57150" marT="28575" marB="28575"/>
                </a:tc>
                <a:tc>
                  <a:txBody>
                    <a:bodyPr/>
                    <a:lstStyle/>
                    <a:p>
                      <a:r>
                        <a:rPr lang="en-US" sz="800"/>
                        <a:t>Details</a:t>
                      </a:r>
                    </a:p>
                  </a:txBody>
                  <a:tcPr marL="57150" marR="57150" marT="28575" marB="28575"/>
                </a:tc>
                <a:extLst>
                  <a:ext uri="{0D108BD9-81ED-4DB2-BD59-A6C34878D82A}">
                    <a16:rowId xmlns:a16="http://schemas.microsoft.com/office/drawing/2014/main" val="419382174"/>
                  </a:ext>
                </a:extLst>
              </a:tr>
              <a:tr h="400050">
                <a:tc>
                  <a:txBody>
                    <a:bodyPr/>
                    <a:lstStyle/>
                    <a:p>
                      <a:r>
                        <a:rPr lang="en-US" sz="800" dirty="0"/>
                        <a:t>MCC Series</a:t>
                      </a:r>
                    </a:p>
                  </a:txBody>
                  <a:tcPr marL="57150" marR="57150" marT="28575" marB="28575"/>
                </a:tc>
                <a:tc>
                  <a:txBody>
                    <a:bodyPr/>
                    <a:lstStyle/>
                    <a:p>
                      <a:r>
                        <a:rPr lang="en-US" sz="800" b="0" dirty="0"/>
                        <a:t>Yes, Connect code program in EEPROM and default is “0”.</a:t>
                      </a:r>
                    </a:p>
                  </a:txBody>
                  <a:tcPr marL="57150" marR="57150" marT="28575" marB="28575"/>
                </a:tc>
                <a:tc>
                  <a:txBody>
                    <a:bodyPr/>
                    <a:lstStyle/>
                    <a:p>
                      <a:r>
                        <a:rPr lang="en-US" sz="800" b="0" dirty="0"/>
                        <a:t>Using SN to generate a unique Passcode and program it to EEPROM. </a:t>
                      </a:r>
                      <a:br>
                        <a:rPr lang="en-US" sz="800" b="0" dirty="0"/>
                      </a:br>
                      <a:r>
                        <a:rPr lang="en-US" sz="800" b="0" dirty="0"/>
                        <a:t>Passcode need printed and label on the product. </a:t>
                      </a:r>
                    </a:p>
                  </a:txBody>
                  <a:tcPr marL="57150" marR="57150" marT="28575" marB="28575"/>
                </a:tc>
                <a:tc>
                  <a:txBody>
                    <a:bodyPr/>
                    <a:lstStyle/>
                    <a:p>
                      <a:r>
                        <a:rPr lang="en-US" sz="800" dirty="0"/>
                        <a:t>New op-seq to label the passcode.</a:t>
                      </a:r>
                    </a:p>
                    <a:p>
                      <a:r>
                        <a:rPr lang="en-US" sz="800" dirty="0"/>
                        <a:t>Test seq update, TVR and MVR</a:t>
                      </a:r>
                    </a:p>
                  </a:txBody>
                  <a:tcPr marL="57150" marR="57150" marT="28575" marB="28575"/>
                </a:tc>
                <a:tc>
                  <a:txBody>
                    <a:bodyPr/>
                    <a:lstStyle/>
                    <a:p>
                      <a:r>
                        <a:rPr lang="en-US" sz="800" dirty="0"/>
                        <a:t>4</a:t>
                      </a:r>
                    </a:p>
                  </a:txBody>
                  <a:tcPr marL="57150" marR="57150" marT="28575" marB="28575"/>
                </a:tc>
                <a:tc>
                  <a:txBody>
                    <a:bodyPr/>
                    <a:lstStyle/>
                    <a:p>
                      <a:endParaRPr lang="en-US" sz="800" dirty="0">
                        <a:highlight>
                          <a:srgbClr val="00FF00"/>
                        </a:highlight>
                      </a:endParaRPr>
                    </a:p>
                  </a:txBody>
                  <a:tcPr marL="57150" marR="57150" marT="28575" marB="28575"/>
                </a:tc>
                <a:extLst>
                  <a:ext uri="{0D108BD9-81ED-4DB2-BD59-A6C34878D82A}">
                    <a16:rowId xmlns:a16="http://schemas.microsoft.com/office/drawing/2014/main" val="3273174724"/>
                  </a:ext>
                </a:extLst>
              </a:tr>
              <a:tr h="400050">
                <a:tc>
                  <a:txBody>
                    <a:bodyPr/>
                    <a:lstStyle/>
                    <a:p>
                      <a:r>
                        <a:rPr lang="en-US" sz="800" dirty="0">
                          <a:highlight>
                            <a:srgbClr val="00FF00"/>
                          </a:highlight>
                        </a:rPr>
                        <a:t>USRP-2974</a:t>
                      </a:r>
                    </a:p>
                  </a:txBody>
                  <a:tcPr marL="57150" marR="57150" marT="28575" marB="28575"/>
                </a:tc>
                <a:tc>
                  <a:txBody>
                    <a:bodyPr/>
                    <a:lstStyle/>
                    <a:p>
                      <a:r>
                        <a:rPr lang="en-US" sz="1000" b="1">
                          <a:highlight>
                            <a:srgbClr val="00FF00"/>
                          </a:highlight>
                        </a:rPr>
                        <a:t>Yes, NI‑provided Linux distribution without pw (x86-64)</a:t>
                      </a:r>
                    </a:p>
                  </a:txBody>
                  <a:tcPr marL="57150" marR="57150" marT="28575" marB="28575"/>
                </a:tc>
                <a:tc>
                  <a:txBody>
                    <a:bodyPr/>
                    <a:lstStyle/>
                    <a:p>
                      <a:pPr marL="0" indent="0">
                        <a:buFont typeface="+mj-lt"/>
                        <a:buNone/>
                      </a:pPr>
                      <a:r>
                        <a:rPr lang="en-US" sz="800" dirty="0">
                          <a:solidFill>
                            <a:srgbClr val="000000"/>
                          </a:solidFill>
                          <a:highlight>
                            <a:srgbClr val="00FF00"/>
                          </a:highlight>
                          <a:latin typeface="Lucida Sans Unicode" panose="020B0602030504020204" pitchFamily="34" charset="0"/>
                        </a:rPr>
                        <a:t>Ship without OS</a:t>
                      </a:r>
                    </a:p>
                  </a:txBody>
                  <a:tcPr marL="57150" marR="57150" marT="28575" marB="28575"/>
                </a:tc>
                <a:tc>
                  <a:txBody>
                    <a:bodyPr/>
                    <a:lstStyle/>
                    <a:p>
                      <a:endParaRPr lang="en-US" sz="800">
                        <a:highlight>
                          <a:srgbClr val="00FF00"/>
                        </a:highlight>
                      </a:endParaRPr>
                    </a:p>
                  </a:txBody>
                  <a:tcPr marL="57150" marR="57150" marT="28575" marB="28575"/>
                </a:tc>
                <a:tc>
                  <a:txBody>
                    <a:bodyPr/>
                    <a:lstStyle/>
                    <a:p>
                      <a:r>
                        <a:rPr lang="en-US" sz="800">
                          <a:highlight>
                            <a:srgbClr val="00FF00"/>
                          </a:highlight>
                        </a:rPr>
                        <a:t>2</a:t>
                      </a:r>
                    </a:p>
                  </a:txBody>
                  <a:tcPr marL="57150" marR="57150" marT="28575" marB="28575"/>
                </a:tc>
                <a:tc>
                  <a:txBody>
                    <a:bodyPr/>
                    <a:lstStyle/>
                    <a:p>
                      <a:r>
                        <a:rPr lang="en-US" sz="800">
                          <a:highlight>
                            <a:srgbClr val="00FF00"/>
                          </a:highlight>
                        </a:rPr>
                        <a:t>New Desktop Linux; Use password functionality from OS</a:t>
                      </a:r>
                      <a:endParaRPr lang="en-US" sz="800" strike="noStrike">
                        <a:highlight>
                          <a:srgbClr val="00FF00"/>
                        </a:highlight>
                      </a:endParaRPr>
                    </a:p>
                  </a:txBody>
                  <a:tcPr marL="57150" marR="57150" marT="28575" marB="28575"/>
                </a:tc>
                <a:extLst>
                  <a:ext uri="{0D108BD9-81ED-4DB2-BD59-A6C34878D82A}">
                    <a16:rowId xmlns:a16="http://schemas.microsoft.com/office/drawing/2014/main" val="198002853"/>
                  </a:ext>
                </a:extLst>
              </a:tr>
              <a:tr h="400050">
                <a:tc>
                  <a:txBody>
                    <a:bodyPr/>
                    <a:lstStyle/>
                    <a:p>
                      <a:r>
                        <a:rPr lang="en-US" sz="800">
                          <a:highlight>
                            <a:srgbClr val="00FF00"/>
                          </a:highlight>
                        </a:rPr>
                        <a:t>X3xx, USRP-294x, USRP-295x</a:t>
                      </a:r>
                    </a:p>
                  </a:txBody>
                  <a:tcPr marL="57150" marR="57150" marT="28575" marB="28575"/>
                </a:tc>
                <a:tc>
                  <a:txBody>
                    <a:bodyPr/>
                    <a:lstStyle/>
                    <a:p>
                      <a:r>
                        <a:rPr lang="en-US" sz="800">
                          <a:highlight>
                            <a:srgbClr val="00FF00"/>
                          </a:highlight>
                        </a:rPr>
                        <a:t>No, FPGA update via net, configuration of IP, RUN </a:t>
                      </a:r>
                      <a:r>
                        <a:rPr lang="en-US" sz="800" err="1">
                          <a:highlight>
                            <a:srgbClr val="00FF00"/>
                          </a:highlight>
                        </a:rPr>
                        <a:t>uhd</a:t>
                      </a:r>
                      <a:r>
                        <a:rPr lang="en-US" sz="800">
                          <a:highlight>
                            <a:srgbClr val="00FF00"/>
                          </a:highlight>
                        </a:rPr>
                        <a:t> tools </a:t>
                      </a:r>
                      <a:r>
                        <a:rPr lang="en-US" sz="800">
                          <a:highlight>
                            <a:srgbClr val="00FF00"/>
                          </a:highlight>
                          <a:sym typeface="Wingdings" panose="05000000000000000000" pitchFamily="2" charset="2"/>
                        </a:rPr>
                        <a:t> N/A</a:t>
                      </a:r>
                      <a:endParaRPr lang="en-US" sz="800">
                        <a:highlight>
                          <a:srgbClr val="00FF00"/>
                        </a:highlight>
                      </a:endParaRPr>
                    </a:p>
                  </a:txBody>
                  <a:tcPr marL="57150" marR="57150" marT="28575" marB="28575"/>
                </a:tc>
                <a:tc>
                  <a:txBody>
                    <a:bodyPr/>
                    <a:lstStyle/>
                    <a:p>
                      <a:r>
                        <a:rPr lang="en-US" sz="800">
                          <a:highlight>
                            <a:srgbClr val="00FF00"/>
                          </a:highlight>
                        </a:rPr>
                        <a:t>NA</a:t>
                      </a:r>
                    </a:p>
                  </a:txBody>
                  <a:tcPr marL="57150" marR="57150" marT="28575" marB="28575"/>
                </a:tc>
                <a:tc>
                  <a:txBody>
                    <a:bodyPr/>
                    <a:lstStyle/>
                    <a:p>
                      <a:r>
                        <a:rPr lang="en-US" sz="800">
                          <a:highlight>
                            <a:srgbClr val="00FF00"/>
                          </a:highlight>
                        </a:rPr>
                        <a:t>Documentation</a:t>
                      </a:r>
                    </a:p>
                  </a:txBody>
                  <a:tcPr marL="57150" marR="57150" marT="28575" marB="28575"/>
                </a:tc>
                <a:tc>
                  <a:txBody>
                    <a:bodyPr/>
                    <a:lstStyle/>
                    <a:p>
                      <a:r>
                        <a:rPr lang="en-US" sz="800">
                          <a:highlight>
                            <a:srgbClr val="00FF00"/>
                          </a:highlight>
                        </a:rPr>
                        <a:t>7</a:t>
                      </a:r>
                    </a:p>
                  </a:txBody>
                  <a:tcPr marL="57150" marR="57150" marT="28575" marB="28575"/>
                </a:tc>
                <a:tc>
                  <a:txBody>
                    <a:bodyPr/>
                    <a:lstStyle/>
                    <a:p>
                      <a:r>
                        <a:rPr lang="en-US" sz="800">
                          <a:highlight>
                            <a:srgbClr val="00FF00"/>
                          </a:highlight>
                        </a:rPr>
                        <a:t>Static IP address need direct connection first; used in local network</a:t>
                      </a:r>
                      <a:endParaRPr lang="en-US" sz="800" b="1">
                        <a:highlight>
                          <a:srgbClr val="00FF00"/>
                        </a:highlight>
                      </a:endParaRPr>
                    </a:p>
                  </a:txBody>
                  <a:tcPr marL="57150" marR="57150" marT="28575" marB="28575"/>
                </a:tc>
                <a:extLst>
                  <a:ext uri="{0D108BD9-81ED-4DB2-BD59-A6C34878D82A}">
                    <a16:rowId xmlns:a16="http://schemas.microsoft.com/office/drawing/2014/main" val="4240677059"/>
                  </a:ext>
                </a:extLst>
              </a:tr>
              <a:tr h="299563">
                <a:tc>
                  <a:txBody>
                    <a:bodyPr/>
                    <a:lstStyle/>
                    <a:p>
                      <a:r>
                        <a:rPr lang="en-US" sz="800">
                          <a:highlight>
                            <a:srgbClr val="00FF00"/>
                          </a:highlight>
                        </a:rPr>
                        <a:t>CDA-2990</a:t>
                      </a:r>
                    </a:p>
                  </a:txBody>
                  <a:tcPr marL="57150" marR="57150" marT="28575" marB="28575"/>
                </a:tc>
                <a:tc>
                  <a:txBody>
                    <a:bodyPr/>
                    <a:lstStyle/>
                    <a:p>
                      <a:r>
                        <a:rPr lang="en-US" sz="800">
                          <a:highlight>
                            <a:srgbClr val="00FF00"/>
                          </a:highlight>
                        </a:rPr>
                        <a:t>No, Discover, Configuration? </a:t>
                      </a:r>
                      <a:r>
                        <a:rPr lang="en-US" sz="800">
                          <a:highlight>
                            <a:srgbClr val="00FF00"/>
                          </a:highlight>
                          <a:sym typeface="Wingdings" panose="05000000000000000000" pitchFamily="2" charset="2"/>
                        </a:rPr>
                        <a:t> N/A</a:t>
                      </a:r>
                      <a:endParaRPr lang="en-US" sz="800">
                        <a:highlight>
                          <a:srgbClr val="00FF00"/>
                        </a:highlight>
                      </a:endParaRPr>
                    </a:p>
                  </a:txBody>
                  <a:tcPr marL="57150" marR="57150" marT="28575" marB="28575"/>
                </a:tc>
                <a:tc>
                  <a:txBody>
                    <a:bodyPr/>
                    <a:lstStyle/>
                    <a:p>
                      <a:r>
                        <a:rPr lang="en-US" sz="800">
                          <a:highlight>
                            <a:srgbClr val="00FF00"/>
                          </a:highlight>
                        </a:rPr>
                        <a:t>NA</a:t>
                      </a:r>
                    </a:p>
                  </a:txBody>
                  <a:tcPr marL="57150" marR="57150" marT="28575" marB="28575"/>
                </a:tc>
                <a:tc>
                  <a:txBody>
                    <a:bodyPr/>
                    <a:lstStyle/>
                    <a:p>
                      <a:r>
                        <a:rPr lang="en-US" sz="800">
                          <a:highlight>
                            <a:srgbClr val="00FF00"/>
                          </a:highlight>
                        </a:rPr>
                        <a:t>NA</a:t>
                      </a:r>
                    </a:p>
                  </a:txBody>
                  <a:tcPr marL="57150" marR="57150" marT="28575" marB="28575"/>
                </a:tc>
                <a:tc>
                  <a:txBody>
                    <a:bodyPr/>
                    <a:lstStyle/>
                    <a:p>
                      <a:r>
                        <a:rPr lang="en-US" sz="800">
                          <a:highlight>
                            <a:srgbClr val="00FF00"/>
                          </a:highlight>
                        </a:rPr>
                        <a:t>3</a:t>
                      </a:r>
                    </a:p>
                  </a:txBody>
                  <a:tcPr marL="57150" marR="57150" marT="28575" marB="28575"/>
                </a:tc>
                <a:tc>
                  <a:txBody>
                    <a:bodyPr/>
                    <a:lstStyle/>
                    <a:p>
                      <a:r>
                        <a:rPr lang="en-US" sz="800">
                          <a:highlight>
                            <a:srgbClr val="00FF00"/>
                          </a:highlight>
                        </a:rPr>
                        <a:t>Maintenance interface, static local  IP address</a:t>
                      </a:r>
                    </a:p>
                  </a:txBody>
                  <a:tcPr marL="57150" marR="57150" marT="28575" marB="28575"/>
                </a:tc>
                <a:extLst>
                  <a:ext uri="{0D108BD9-81ED-4DB2-BD59-A6C34878D82A}">
                    <a16:rowId xmlns:a16="http://schemas.microsoft.com/office/drawing/2014/main" val="712907946"/>
                  </a:ext>
                </a:extLst>
              </a:tr>
              <a:tr h="285750">
                <a:tc>
                  <a:txBody>
                    <a:bodyPr/>
                    <a:lstStyle/>
                    <a:p>
                      <a:r>
                        <a:rPr lang="en-US" sz="800"/>
                        <a:t>B2xx</a:t>
                      </a:r>
                    </a:p>
                  </a:txBody>
                  <a:tcPr marL="57150" marR="57150" marT="28575" marB="28575"/>
                </a:tc>
                <a:tc>
                  <a:txBody>
                    <a:bodyPr/>
                    <a:lstStyle/>
                    <a:p>
                      <a:r>
                        <a:rPr lang="en-US" sz="800"/>
                        <a:t>Not relevant; connected via USB</a:t>
                      </a:r>
                    </a:p>
                  </a:txBody>
                  <a:tcPr marL="57150" marR="57150" marT="28575" marB="28575"/>
                </a:tc>
                <a:tc>
                  <a:txBody>
                    <a:bodyPr/>
                    <a:lstStyle/>
                    <a:p>
                      <a:r>
                        <a:rPr lang="en-US" sz="800"/>
                        <a:t>NA</a:t>
                      </a:r>
                    </a:p>
                  </a:txBody>
                  <a:tcPr marL="57150" marR="57150" marT="28575" marB="28575"/>
                </a:tc>
                <a:tc>
                  <a:txBody>
                    <a:bodyPr/>
                    <a:lstStyle/>
                    <a:p>
                      <a:r>
                        <a:rPr lang="en-US" sz="800"/>
                        <a:t>NA</a:t>
                      </a:r>
                    </a:p>
                  </a:txBody>
                  <a:tcPr marL="57150" marR="57150" marT="28575" marB="28575"/>
                </a:tc>
                <a:tc>
                  <a:txBody>
                    <a:bodyPr/>
                    <a:lstStyle/>
                    <a:p>
                      <a:r>
                        <a:rPr lang="en-US" sz="800"/>
                        <a:t>x</a:t>
                      </a:r>
                    </a:p>
                  </a:txBody>
                  <a:tcPr marL="57150" marR="57150" marT="28575" marB="28575"/>
                </a:tc>
                <a:tc>
                  <a:txBody>
                    <a:bodyPr/>
                    <a:lstStyle/>
                    <a:p>
                      <a:r>
                        <a:rPr lang="en-US" sz="800"/>
                        <a:t>Connected via USB</a:t>
                      </a:r>
                    </a:p>
                  </a:txBody>
                  <a:tcPr marL="57150" marR="57150" marT="28575" marB="28575"/>
                </a:tc>
                <a:extLst>
                  <a:ext uri="{0D108BD9-81ED-4DB2-BD59-A6C34878D82A}">
                    <a16:rowId xmlns:a16="http://schemas.microsoft.com/office/drawing/2014/main" val="1872412344"/>
                  </a:ext>
                </a:extLst>
              </a:tr>
              <a:tr h="285750">
                <a:tc>
                  <a:txBody>
                    <a:bodyPr/>
                    <a:lstStyle/>
                    <a:p>
                      <a:r>
                        <a:rPr lang="en-US" sz="800"/>
                        <a:t>B3xx</a:t>
                      </a:r>
                    </a:p>
                  </a:txBody>
                  <a:tcPr marL="57150" marR="57150" marT="28575" marB="28575"/>
                </a:tc>
                <a:tc>
                  <a:txBody>
                    <a:bodyPr/>
                    <a:lstStyle/>
                    <a:p>
                      <a:r>
                        <a:rPr lang="en-US" sz="800"/>
                        <a:t>Not relevant; direct access via PCIe</a:t>
                      </a:r>
                    </a:p>
                  </a:txBody>
                  <a:tcPr marL="57150" marR="57150" marT="28575" marB="28575"/>
                </a:tc>
                <a:tc>
                  <a:txBody>
                    <a:bodyPr/>
                    <a:lstStyle/>
                    <a:p>
                      <a:r>
                        <a:rPr lang="en-US" sz="800"/>
                        <a:t>NA</a:t>
                      </a:r>
                    </a:p>
                  </a:txBody>
                  <a:tcPr marL="57150" marR="57150" marT="28575" marB="28575"/>
                </a:tc>
                <a:tc>
                  <a:txBody>
                    <a:bodyPr/>
                    <a:lstStyle/>
                    <a:p>
                      <a:r>
                        <a:rPr lang="en-US" sz="800"/>
                        <a:t>NA</a:t>
                      </a:r>
                    </a:p>
                  </a:txBody>
                  <a:tcPr marL="57150" marR="57150" marT="28575" marB="28575"/>
                </a:tc>
                <a:tc>
                  <a:txBody>
                    <a:bodyPr/>
                    <a:lstStyle/>
                    <a:p>
                      <a:r>
                        <a:rPr lang="en-US" sz="800"/>
                        <a:t>x</a:t>
                      </a:r>
                    </a:p>
                  </a:txBody>
                  <a:tcPr marL="57150" marR="57150" marT="28575" marB="28575"/>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800" dirty="0"/>
                        <a:t>Connected via PCIe</a:t>
                      </a:r>
                    </a:p>
                    <a:p>
                      <a:endParaRPr lang="en-US" sz="800" dirty="0"/>
                    </a:p>
                  </a:txBody>
                  <a:tcPr marL="57150" marR="57150" marT="28575" marB="28575"/>
                </a:tc>
                <a:extLst>
                  <a:ext uri="{0D108BD9-81ED-4DB2-BD59-A6C34878D82A}">
                    <a16:rowId xmlns:a16="http://schemas.microsoft.com/office/drawing/2014/main" val="513092976"/>
                  </a:ext>
                </a:extLst>
              </a:tr>
            </a:tbl>
          </a:graphicData>
        </a:graphic>
      </p:graphicFrame>
    </p:spTree>
    <p:extLst>
      <p:ext uri="{BB962C8B-B14F-4D97-AF65-F5344CB8AC3E}">
        <p14:creationId xmlns:p14="http://schemas.microsoft.com/office/powerpoint/2010/main" val="2230822659"/>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5">
            <a:extLst>
              <a:ext uri="{FF2B5EF4-FFF2-40B4-BE49-F238E27FC236}">
                <a16:creationId xmlns:a16="http://schemas.microsoft.com/office/drawing/2014/main" id="{EDB610C5-2707-4489-940F-1763FA1A2104}"/>
              </a:ext>
            </a:extLst>
          </p:cNvPr>
          <p:cNvGraphicFramePr>
            <a:graphicFrameLocks noGrp="1"/>
          </p:cNvGraphicFramePr>
          <p:nvPr>
            <p:ph idx="1"/>
            <p:extLst>
              <p:ext uri="{D42A27DB-BD31-4B8C-83A1-F6EECF244321}">
                <p14:modId xmlns:p14="http://schemas.microsoft.com/office/powerpoint/2010/main" val="2150481224"/>
              </p:ext>
            </p:extLst>
          </p:nvPr>
        </p:nvGraphicFramePr>
        <p:xfrm>
          <a:off x="314524" y="841197"/>
          <a:ext cx="8515348" cy="1679618"/>
        </p:xfrm>
        <a:graphic>
          <a:graphicData uri="http://schemas.openxmlformats.org/drawingml/2006/table">
            <a:tbl>
              <a:tblPr firstRow="1" firstCol="1" bandRow="1"/>
              <a:tblGrid>
                <a:gridCol w="2283578">
                  <a:extLst>
                    <a:ext uri="{9D8B030D-6E8A-4147-A177-3AD203B41FA5}">
                      <a16:colId xmlns:a16="http://schemas.microsoft.com/office/drawing/2014/main" val="20000"/>
                    </a:ext>
                  </a:extLst>
                </a:gridCol>
                <a:gridCol w="805830">
                  <a:extLst>
                    <a:ext uri="{9D8B030D-6E8A-4147-A177-3AD203B41FA5}">
                      <a16:colId xmlns:a16="http://schemas.microsoft.com/office/drawing/2014/main" val="20001"/>
                    </a:ext>
                  </a:extLst>
                </a:gridCol>
                <a:gridCol w="3402427">
                  <a:extLst>
                    <a:ext uri="{9D8B030D-6E8A-4147-A177-3AD203B41FA5}">
                      <a16:colId xmlns:a16="http://schemas.microsoft.com/office/drawing/2014/main" val="20002"/>
                    </a:ext>
                  </a:extLst>
                </a:gridCol>
                <a:gridCol w="2023513">
                  <a:extLst>
                    <a:ext uri="{9D8B030D-6E8A-4147-A177-3AD203B41FA5}">
                      <a16:colId xmlns:a16="http://schemas.microsoft.com/office/drawing/2014/main" val="20003"/>
                    </a:ext>
                  </a:extLst>
                </a:gridCol>
              </a:tblGrid>
              <a:tr h="402360">
                <a:tc>
                  <a:txBody>
                    <a:bodyPr/>
                    <a:lstStyle/>
                    <a:p>
                      <a:pPr marL="0" marR="0" algn="ctr">
                        <a:spcBef>
                          <a:spcPts val="0"/>
                        </a:spcBef>
                        <a:spcAft>
                          <a:spcPts val="0"/>
                        </a:spcAft>
                      </a:pPr>
                      <a:r>
                        <a:rPr lang="en-US" sz="1000" b="1">
                          <a:solidFill>
                            <a:schemeClr val="tx1"/>
                          </a:solidFill>
                          <a:effectLst/>
                          <a:latin typeface="+mn-lt"/>
                          <a:ea typeface="MS Mincho"/>
                          <a:cs typeface="Times New Roman"/>
                        </a:rPr>
                        <a:t>Green</a:t>
                      </a:r>
                      <a:endParaRPr lang="en-US" sz="1000">
                        <a:solidFill>
                          <a:schemeClr val="tx1"/>
                        </a:solidFill>
                        <a:effectLst/>
                        <a:latin typeface="+mn-lt"/>
                        <a:ea typeface="MS Mincho"/>
                        <a:cs typeface="Times New Roman"/>
                      </a:endParaRPr>
                    </a:p>
                    <a:p>
                      <a:pPr marL="0" marR="0" algn="ctr">
                        <a:spcBef>
                          <a:spcPts val="0"/>
                        </a:spcBef>
                        <a:spcAft>
                          <a:spcPts val="0"/>
                        </a:spcAft>
                      </a:pPr>
                      <a:r>
                        <a:rPr lang="en-US" sz="1000">
                          <a:solidFill>
                            <a:schemeClr val="tx1"/>
                          </a:solidFill>
                          <a:effectLst/>
                          <a:latin typeface="+mn-lt"/>
                          <a:ea typeface="MS Mincho"/>
                          <a:cs typeface="Times New Roman"/>
                        </a:rPr>
                        <a:t>(Committed)</a:t>
                      </a:r>
                    </a:p>
                  </a:txBody>
                  <a:tcPr marL="51435" marR="51435"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00FF00"/>
                    </a:solidFill>
                  </a:tcPr>
                </a:tc>
                <a:tc>
                  <a:txBody>
                    <a:bodyPr/>
                    <a:lstStyle/>
                    <a:p>
                      <a:pPr marL="0" marR="0" indent="0" algn="ctr" defTabSz="342881" rtl="0" eaLnBrk="1" fontAlgn="auto" latinLnBrk="0" hangingPunct="1">
                        <a:lnSpc>
                          <a:spcPct val="100000"/>
                        </a:lnSpc>
                        <a:spcBef>
                          <a:spcPts val="0"/>
                        </a:spcBef>
                        <a:spcAft>
                          <a:spcPts val="0"/>
                        </a:spcAft>
                        <a:buClrTx/>
                        <a:buSzTx/>
                        <a:buFontTx/>
                        <a:buNone/>
                        <a:tabLst/>
                        <a:defRPr/>
                      </a:pPr>
                      <a:r>
                        <a:rPr lang="en-US" sz="1000">
                          <a:solidFill>
                            <a:schemeClr val="tx1"/>
                          </a:solidFill>
                          <a:effectLst/>
                          <a:latin typeface="+mn-lt"/>
                          <a:ea typeface="MS Mincho"/>
                          <a:cs typeface="Times New Roman"/>
                        </a:rPr>
                        <a:t>Priority</a:t>
                      </a:r>
                    </a:p>
                  </a:txBody>
                  <a:tcPr marL="51435" marR="51435" marT="0" marB="0" anchor="ctr">
                    <a:lnL w="12700"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1000" b="1">
                          <a:solidFill>
                            <a:schemeClr val="tx1"/>
                          </a:solidFill>
                          <a:effectLst/>
                          <a:latin typeface="+mn-lt"/>
                          <a:ea typeface="MS Mincho"/>
                          <a:cs typeface="Times New Roman"/>
                        </a:rPr>
                        <a:t>Yellow</a:t>
                      </a:r>
                      <a:endParaRPr lang="en-US" sz="1000">
                        <a:solidFill>
                          <a:schemeClr val="tx1"/>
                        </a:solidFill>
                        <a:effectLst/>
                        <a:latin typeface="+mn-lt"/>
                        <a:ea typeface="MS Mincho"/>
                        <a:cs typeface="Times New Roman"/>
                      </a:endParaRPr>
                    </a:p>
                    <a:p>
                      <a:pPr marL="0" marR="0" algn="ctr">
                        <a:spcBef>
                          <a:spcPts val="0"/>
                        </a:spcBef>
                        <a:spcAft>
                          <a:spcPts val="0"/>
                        </a:spcAft>
                      </a:pPr>
                      <a:r>
                        <a:rPr lang="en-US" sz="1000">
                          <a:solidFill>
                            <a:schemeClr val="tx1"/>
                          </a:solidFill>
                          <a:effectLst/>
                          <a:latin typeface="+mn-lt"/>
                          <a:ea typeface="MS Mincho"/>
                          <a:cs typeface="Times New Roman"/>
                        </a:rPr>
                        <a:t>(Possible)</a:t>
                      </a:r>
                    </a:p>
                  </a:txBody>
                  <a:tcPr marL="51435" marR="51435" marT="0" marB="0" anchor="ctr">
                    <a:lnL w="9525"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00"/>
                    </a:solidFill>
                  </a:tcPr>
                </a:tc>
                <a:tc>
                  <a:txBody>
                    <a:bodyPr/>
                    <a:lstStyle/>
                    <a:p>
                      <a:pPr marL="0" marR="0" algn="ctr">
                        <a:spcBef>
                          <a:spcPts val="0"/>
                        </a:spcBef>
                        <a:spcAft>
                          <a:spcPts val="0"/>
                        </a:spcAft>
                      </a:pPr>
                      <a:r>
                        <a:rPr lang="en-US" sz="1000" b="1">
                          <a:solidFill>
                            <a:schemeClr val="bg1"/>
                          </a:solidFill>
                          <a:effectLst/>
                          <a:latin typeface="+mn-lt"/>
                          <a:ea typeface="MS Mincho"/>
                          <a:cs typeface="Times New Roman"/>
                        </a:rPr>
                        <a:t>Red</a:t>
                      </a:r>
                      <a:endParaRPr lang="en-US" sz="1000">
                        <a:solidFill>
                          <a:schemeClr val="bg1"/>
                        </a:solidFill>
                        <a:effectLst/>
                        <a:latin typeface="+mn-lt"/>
                        <a:ea typeface="MS Mincho"/>
                        <a:cs typeface="Times New Roman"/>
                      </a:endParaRPr>
                    </a:p>
                    <a:p>
                      <a:pPr marL="0" marR="0" algn="ctr">
                        <a:spcBef>
                          <a:spcPts val="0"/>
                        </a:spcBef>
                        <a:spcAft>
                          <a:spcPts val="0"/>
                        </a:spcAft>
                      </a:pPr>
                      <a:r>
                        <a:rPr lang="en-US" sz="1000">
                          <a:solidFill>
                            <a:schemeClr val="bg1"/>
                          </a:solidFill>
                          <a:effectLst/>
                          <a:latin typeface="+mn-lt"/>
                          <a:ea typeface="MS Mincho"/>
                          <a:cs typeface="Times New Roman"/>
                        </a:rPr>
                        <a:t>(Not in this release)</a:t>
                      </a:r>
                    </a:p>
                  </a:txBody>
                  <a:tcPr marL="51435" marR="51435" marT="0" marB="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154055">
                <a:tc>
                  <a:txBody>
                    <a:bodyPr/>
                    <a:lstStyle/>
                    <a:p>
                      <a:pPr marL="0" marR="0" algn="l">
                        <a:spcBef>
                          <a:spcPts val="0"/>
                        </a:spcBef>
                        <a:spcAft>
                          <a:spcPts val="0"/>
                        </a:spcAft>
                      </a:pPr>
                      <a:r>
                        <a:rPr lang="en-US" sz="900">
                          <a:effectLst/>
                          <a:latin typeface="+mn-lt"/>
                          <a:ea typeface="MS Mincho"/>
                          <a:cs typeface="Times New Roman"/>
                        </a:rPr>
                        <a:t>Test</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tc gridSpan="3">
                  <a:txBody>
                    <a:bodyPr/>
                    <a:lstStyle/>
                    <a:p>
                      <a:pPr marL="0" marR="0" algn="l">
                        <a:spcBef>
                          <a:spcPts val="0"/>
                        </a:spcBef>
                        <a:spcAft>
                          <a:spcPts val="0"/>
                        </a:spcAft>
                      </a:pPr>
                      <a:endParaRPr lang="en-US" sz="900" u="sng">
                        <a:solidFill>
                          <a:schemeClr val="accent3"/>
                        </a:solidFill>
                        <a:effectLst/>
                        <a:latin typeface="+mn-lt"/>
                        <a:ea typeface="MS Mincho"/>
                        <a:cs typeface="Times New Roman"/>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lnL w="9525"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54055">
                <a:tc>
                  <a:txBody>
                    <a:bodyPr/>
                    <a:lstStyle/>
                    <a:p>
                      <a:pPr marL="0" marR="0" algn="l">
                        <a:spcBef>
                          <a:spcPts val="0"/>
                        </a:spcBef>
                        <a:spcAft>
                          <a:spcPts val="0"/>
                        </a:spcAft>
                      </a:pPr>
                      <a:endParaRPr lang="en-US" sz="900">
                        <a:effectLst/>
                        <a:latin typeface="+mn-lt"/>
                        <a:ea typeface="MS Mincho"/>
                        <a:cs typeface="Times New Roman"/>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900">
                        <a:effectLst/>
                        <a:latin typeface="+mn-lt"/>
                        <a:ea typeface="MS Mincho"/>
                        <a:cs typeface="Times New Roman"/>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900">
                          <a:solidFill>
                            <a:srgbClr val="A6A6A6"/>
                          </a:solidFill>
                          <a:effectLst/>
                          <a:latin typeface="+mn-lt"/>
                          <a:ea typeface="MS Mincho"/>
                          <a:cs typeface="Times New Roman"/>
                        </a:rPr>
                        <a:t>&lt;Test Time for COGs est.&gt;</a:t>
                      </a:r>
                      <a:endParaRPr lang="en-US" sz="900">
                        <a:effectLst/>
                        <a:latin typeface="+mn-lt"/>
                        <a:ea typeface="MS Mincho"/>
                        <a:cs typeface="Times New Roman"/>
                      </a:endParaRPr>
                    </a:p>
                  </a:txBody>
                  <a:tcPr marL="68580" marR="68580" marT="0" marB="0">
                    <a:lnL w="9525" cap="flat" cmpd="sng" algn="ctr">
                      <a:solidFill>
                        <a:schemeClr val="bg1">
                          <a:lumMod val="65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900">
                        <a:effectLst/>
                        <a:latin typeface="+mn-lt"/>
                        <a:ea typeface="MS Mincho"/>
                        <a:cs typeface="Times New Roman"/>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84574">
                <a:tc>
                  <a:txBody>
                    <a:bodyPr/>
                    <a:lstStyle/>
                    <a:p>
                      <a:pPr marL="0" marR="0" algn="l">
                        <a:spcBef>
                          <a:spcPts val="0"/>
                        </a:spcBef>
                        <a:spcAft>
                          <a:spcPts val="0"/>
                        </a:spcAft>
                      </a:pPr>
                      <a:r>
                        <a:rPr lang="en-US" sz="900">
                          <a:effectLst/>
                          <a:latin typeface="+mn-lt"/>
                          <a:ea typeface="MS Mincho"/>
                          <a:cs typeface="Times New Roman"/>
                        </a:rPr>
                        <a:t>CCA &lt;</a:t>
                      </a:r>
                      <a:r>
                        <a:rPr lang="en-US" sz="900">
                          <a:solidFill>
                            <a:srgbClr val="A6A6A6"/>
                          </a:solidFill>
                          <a:effectLst/>
                          <a:latin typeface="+mn-lt"/>
                          <a:ea typeface="MS Mincho"/>
                          <a:cs typeface="Times New Roman"/>
                        </a:rPr>
                        <a:t>ICT, Built in Self Test, TCT, HIPOT, JTAG, Boundary Scan, etc.</a:t>
                      </a:r>
                      <a:r>
                        <a:rPr lang="en-US" sz="900">
                          <a:solidFill>
                            <a:schemeClr val="tx1"/>
                          </a:solidFill>
                          <a:effectLst/>
                          <a:latin typeface="+mn-lt"/>
                          <a:ea typeface="MS Mincho"/>
                          <a:cs typeface="Times New Roman"/>
                        </a:rPr>
                        <a:t>&gt;</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900">
                        <a:effectLst/>
                        <a:latin typeface="+mn-lt"/>
                        <a:ea typeface="MS Mincho"/>
                        <a:cs typeface="Times New Roman"/>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900">
                          <a:effectLst/>
                          <a:latin typeface="+mn-lt"/>
                          <a:ea typeface="MS Mincho"/>
                          <a:cs typeface="Times New Roman"/>
                        </a:rPr>
                        <a:t>&lt;</a:t>
                      </a:r>
                      <a:r>
                        <a:rPr lang="en-US" sz="900">
                          <a:solidFill>
                            <a:srgbClr val="A6A6A6"/>
                          </a:solidFill>
                          <a:effectLst/>
                          <a:latin typeface="+mn-lt"/>
                          <a:ea typeface="MS Mincho"/>
                          <a:cs typeface="Times New Roman"/>
                        </a:rPr>
                        <a:t>Description…</a:t>
                      </a:r>
                      <a:r>
                        <a:rPr lang="en-US" sz="900">
                          <a:effectLst/>
                          <a:latin typeface="+mn-lt"/>
                          <a:ea typeface="MS Mincho"/>
                          <a:cs typeface="Times New Roman"/>
                        </a:rPr>
                        <a:t>&gt;</a:t>
                      </a:r>
                    </a:p>
                    <a:p>
                      <a:pPr marL="0" marR="0" algn="l">
                        <a:spcBef>
                          <a:spcPts val="0"/>
                        </a:spcBef>
                        <a:spcAft>
                          <a:spcPts val="0"/>
                        </a:spcAft>
                      </a:pPr>
                      <a:r>
                        <a:rPr lang="en-US" sz="900">
                          <a:effectLst/>
                          <a:latin typeface="+mn-lt"/>
                          <a:ea typeface="MS Mincho"/>
                          <a:cs typeface="Times New Roman"/>
                        </a:rPr>
                        <a:t>&lt;</a:t>
                      </a:r>
                      <a:r>
                        <a:rPr lang="en-US" sz="900">
                          <a:solidFill>
                            <a:srgbClr val="A6A6A6"/>
                          </a:solidFill>
                          <a:effectLst/>
                          <a:latin typeface="+mn-lt"/>
                          <a:ea typeface="MS Mincho"/>
                          <a:cs typeface="Times New Roman"/>
                        </a:rPr>
                        <a:t>Rationale…</a:t>
                      </a:r>
                      <a:r>
                        <a:rPr lang="en-US" sz="900">
                          <a:effectLst/>
                          <a:latin typeface="+mn-lt"/>
                          <a:ea typeface="MS Mincho"/>
                          <a:cs typeface="Times New Roman"/>
                        </a:rPr>
                        <a:t>&gt;</a:t>
                      </a:r>
                    </a:p>
                    <a:p>
                      <a:pPr marL="0" marR="0" algn="l">
                        <a:spcBef>
                          <a:spcPts val="0"/>
                        </a:spcBef>
                        <a:spcAft>
                          <a:spcPts val="0"/>
                        </a:spcAft>
                      </a:pPr>
                      <a:r>
                        <a:rPr lang="en-US" sz="900">
                          <a:effectLst/>
                          <a:latin typeface="+mn-lt"/>
                          <a:ea typeface="MS Mincho"/>
                          <a:cs typeface="Times New Roman"/>
                        </a:rPr>
                        <a:t>&lt;</a:t>
                      </a:r>
                      <a:r>
                        <a:rPr lang="en-US" sz="900">
                          <a:solidFill>
                            <a:srgbClr val="A6A6A6"/>
                          </a:solidFill>
                          <a:effectLst/>
                          <a:latin typeface="+mn-lt"/>
                          <a:ea typeface="MS Mincho"/>
                          <a:cs typeface="Times New Roman"/>
                        </a:rPr>
                        <a:t>G / R decision date</a:t>
                      </a:r>
                      <a:r>
                        <a:rPr lang="en-US" sz="900">
                          <a:effectLst/>
                          <a:latin typeface="+mn-lt"/>
                          <a:ea typeface="MS Mincho"/>
                          <a:cs typeface="Times New Roman"/>
                        </a:rPr>
                        <a:t>&gt;</a:t>
                      </a:r>
                    </a:p>
                  </a:txBody>
                  <a:tcPr marL="68580" marR="68580" marT="0" marB="0">
                    <a:lnL w="9525" cap="flat" cmpd="sng" algn="ctr">
                      <a:solidFill>
                        <a:schemeClr val="bg1">
                          <a:lumMod val="65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900">
                          <a:effectLst/>
                          <a:latin typeface="+mn-lt"/>
                          <a:ea typeface="MS Mincho"/>
                          <a:cs typeface="Times New Roman"/>
                        </a:rPr>
                        <a:t>CCA &lt;</a:t>
                      </a:r>
                      <a:r>
                        <a:rPr lang="en-US" sz="900">
                          <a:solidFill>
                            <a:srgbClr val="A6A6A6"/>
                          </a:solidFill>
                          <a:effectLst/>
                          <a:latin typeface="+mn-lt"/>
                          <a:ea typeface="MS Mincho"/>
                          <a:cs typeface="Times New Roman"/>
                        </a:rPr>
                        <a:t>ICT, Built in Self Test, TCT, HIPOT, JTAG, Boundary Scan, etc.</a:t>
                      </a:r>
                      <a:r>
                        <a:rPr lang="en-US" sz="900">
                          <a:solidFill>
                            <a:schemeClr val="tx1"/>
                          </a:solidFill>
                          <a:effectLst/>
                          <a:latin typeface="+mn-lt"/>
                          <a:ea typeface="MS Mincho"/>
                          <a:cs typeface="Times New Roman"/>
                        </a:rPr>
                        <a:t>&gt;</a:t>
                      </a: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84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mn-lt"/>
                          <a:ea typeface="MS Mincho"/>
                          <a:cs typeface="Times New Roman"/>
                        </a:rPr>
                        <a:t>Module &lt;</a:t>
                      </a:r>
                      <a:r>
                        <a:rPr lang="en-US" sz="900">
                          <a:solidFill>
                            <a:srgbClr val="A6A6A6"/>
                          </a:solidFill>
                          <a:effectLst/>
                          <a:latin typeface="+mn-lt"/>
                          <a:ea typeface="MS Mincho"/>
                          <a:cs typeface="Times New Roman"/>
                        </a:rPr>
                        <a:t>ICT, Built in Self Test, TCT, HIPOT, JTAG, Boundary Scan, etc.</a:t>
                      </a:r>
                      <a:r>
                        <a:rPr lang="en-US" sz="900">
                          <a:solidFill>
                            <a:schemeClr val="tx1"/>
                          </a:solidFill>
                          <a:effectLst/>
                          <a:latin typeface="+mn-lt"/>
                          <a:ea typeface="MS Mincho"/>
                          <a:cs typeface="Times New Roman"/>
                        </a:rPr>
                        <a:t>&gt;</a:t>
                      </a:r>
                    </a:p>
                    <a:p>
                      <a:pPr marL="0" marR="0" algn="l">
                        <a:spcBef>
                          <a:spcPts val="0"/>
                        </a:spcBef>
                        <a:spcAft>
                          <a:spcPts val="0"/>
                        </a:spcAft>
                      </a:pPr>
                      <a:endParaRPr lang="en-US" sz="900">
                        <a:solidFill>
                          <a:schemeClr val="tx1"/>
                        </a:solidFill>
                        <a:effectLst/>
                        <a:latin typeface="+mn-lt"/>
                        <a:ea typeface="MS Mincho" panose="02020609040205080304" pitchFamily="49" charset="-128"/>
                        <a:cs typeface="Times New Roman" panose="02020603050405020304" pitchFamily="18" charset="0"/>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endParaRPr lang="en-US" sz="900">
                        <a:effectLst/>
                        <a:latin typeface="+mn-lt"/>
                        <a:ea typeface="MS Mincho" panose="02020609040205080304" pitchFamily="49" charset="-128"/>
                        <a:cs typeface="Times New Roman" panose="02020603050405020304" pitchFamily="18" charset="0"/>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algn="l">
                        <a:spcBef>
                          <a:spcPts val="0"/>
                        </a:spcBef>
                        <a:spcAft>
                          <a:spcPts val="0"/>
                        </a:spcAft>
                      </a:pPr>
                      <a:r>
                        <a:rPr lang="en-US" sz="900">
                          <a:effectLst/>
                          <a:latin typeface="+mn-lt"/>
                          <a:ea typeface="MS Mincho"/>
                          <a:cs typeface="Times New Roman"/>
                        </a:rPr>
                        <a:t>&lt;</a:t>
                      </a:r>
                      <a:r>
                        <a:rPr lang="en-US" sz="900">
                          <a:solidFill>
                            <a:srgbClr val="A6A6A6"/>
                          </a:solidFill>
                          <a:effectLst/>
                          <a:latin typeface="+mn-lt"/>
                          <a:ea typeface="MS Mincho"/>
                          <a:cs typeface="Times New Roman"/>
                        </a:rPr>
                        <a:t>Description…</a:t>
                      </a:r>
                      <a:r>
                        <a:rPr lang="en-US" sz="900">
                          <a:effectLst/>
                          <a:latin typeface="+mn-lt"/>
                          <a:ea typeface="MS Mincho"/>
                          <a:cs typeface="Times New Roman"/>
                        </a:rPr>
                        <a:t>&gt;</a:t>
                      </a:r>
                    </a:p>
                    <a:p>
                      <a:pPr marL="0" marR="0" algn="l">
                        <a:spcBef>
                          <a:spcPts val="0"/>
                        </a:spcBef>
                        <a:spcAft>
                          <a:spcPts val="0"/>
                        </a:spcAft>
                      </a:pPr>
                      <a:r>
                        <a:rPr lang="en-US" sz="900">
                          <a:effectLst/>
                          <a:latin typeface="+mn-lt"/>
                          <a:ea typeface="MS Mincho"/>
                          <a:cs typeface="Times New Roman"/>
                        </a:rPr>
                        <a:t>&lt;</a:t>
                      </a:r>
                      <a:r>
                        <a:rPr lang="en-US" sz="900">
                          <a:solidFill>
                            <a:srgbClr val="A6A6A6"/>
                          </a:solidFill>
                          <a:effectLst/>
                          <a:latin typeface="+mn-lt"/>
                          <a:ea typeface="MS Mincho"/>
                          <a:cs typeface="Times New Roman"/>
                        </a:rPr>
                        <a:t>Rationale…</a:t>
                      </a:r>
                      <a:r>
                        <a:rPr lang="en-US" sz="900">
                          <a:effectLst/>
                          <a:latin typeface="+mn-lt"/>
                          <a:ea typeface="MS Mincho"/>
                          <a:cs typeface="Times New Roman"/>
                        </a:rPr>
                        <a:t>&gt;</a:t>
                      </a:r>
                    </a:p>
                    <a:p>
                      <a:pPr marL="0" marR="0" algn="l">
                        <a:spcBef>
                          <a:spcPts val="0"/>
                        </a:spcBef>
                        <a:spcAft>
                          <a:spcPts val="0"/>
                        </a:spcAft>
                      </a:pPr>
                      <a:r>
                        <a:rPr lang="en-US" sz="900">
                          <a:effectLst/>
                          <a:latin typeface="+mn-lt"/>
                          <a:ea typeface="MS Mincho"/>
                          <a:cs typeface="Times New Roman"/>
                        </a:rPr>
                        <a:t>&lt;</a:t>
                      </a:r>
                      <a:r>
                        <a:rPr lang="en-US" sz="900">
                          <a:solidFill>
                            <a:srgbClr val="A6A6A6"/>
                          </a:solidFill>
                          <a:effectLst/>
                          <a:latin typeface="+mn-lt"/>
                          <a:ea typeface="MS Mincho"/>
                          <a:cs typeface="Times New Roman"/>
                        </a:rPr>
                        <a:t>G / R decision date</a:t>
                      </a:r>
                      <a:r>
                        <a:rPr lang="en-US" sz="900">
                          <a:effectLst/>
                          <a:latin typeface="+mn-lt"/>
                          <a:ea typeface="MS Mincho"/>
                          <a:cs typeface="Times New Roman"/>
                        </a:rPr>
                        <a:t>&gt;</a:t>
                      </a:r>
                    </a:p>
                  </a:txBody>
                  <a:tcPr marL="68580" marR="68580" marT="0" marB="0">
                    <a:lnL w="9525" cap="flat" cmpd="sng" algn="ctr">
                      <a:solidFill>
                        <a:schemeClr val="bg1">
                          <a:lumMod val="65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effectLst/>
                          <a:latin typeface="+mn-lt"/>
                          <a:ea typeface="MS Mincho"/>
                          <a:cs typeface="Times New Roman"/>
                        </a:rPr>
                        <a:t>Module &lt;</a:t>
                      </a:r>
                      <a:r>
                        <a:rPr lang="en-US" sz="900">
                          <a:solidFill>
                            <a:srgbClr val="A6A6A6"/>
                          </a:solidFill>
                          <a:effectLst/>
                          <a:latin typeface="+mn-lt"/>
                          <a:ea typeface="MS Mincho"/>
                          <a:cs typeface="Times New Roman"/>
                        </a:rPr>
                        <a:t>ICT, Built in Self Test, TCT, HIPOT, JTAG, Boundary Scan, etc.</a:t>
                      </a:r>
                      <a:r>
                        <a:rPr lang="en-US" sz="900">
                          <a:solidFill>
                            <a:schemeClr val="tx1"/>
                          </a:solidFill>
                          <a:effectLst/>
                          <a:latin typeface="+mn-lt"/>
                          <a:ea typeface="MS Mincho"/>
                          <a:cs typeface="Times New Roman"/>
                        </a:rPr>
                        <a:t>&gt;</a:t>
                      </a:r>
                    </a:p>
                    <a:p>
                      <a:pPr marL="0" marR="0" algn="l">
                        <a:spcBef>
                          <a:spcPts val="0"/>
                        </a:spcBef>
                        <a:spcAft>
                          <a:spcPts val="0"/>
                        </a:spcAft>
                      </a:pPr>
                      <a:endParaRPr lang="en-US" sz="900">
                        <a:solidFill>
                          <a:schemeClr val="tx1"/>
                        </a:solidFill>
                        <a:effectLst/>
                        <a:latin typeface="+mn-lt"/>
                        <a:ea typeface="MS Mincho" panose="02020609040205080304" pitchFamily="49" charset="-128"/>
                        <a:cs typeface="Times New Roman" panose="02020603050405020304" pitchFamily="18" charset="0"/>
                      </a:endParaRPr>
                    </a:p>
                  </a:txBody>
                  <a:tcPr marL="68580" marR="6858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7097266"/>
                  </a:ext>
                </a:extLst>
              </a:tr>
            </a:tbl>
          </a:graphicData>
        </a:graphic>
      </p:graphicFrame>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Test Routing / Flow</a:t>
            </a:r>
          </a:p>
        </p:txBody>
      </p:sp>
      <p:pic>
        <p:nvPicPr>
          <p:cNvPr id="8" name="Picture 7">
            <a:extLst>
              <a:ext uri="{FF2B5EF4-FFF2-40B4-BE49-F238E27FC236}">
                <a16:creationId xmlns:a16="http://schemas.microsoft.com/office/drawing/2014/main" id="{0B40D323-AAFD-4655-86EA-D0906AE556F4}"/>
              </a:ext>
            </a:extLst>
          </p:cNvPr>
          <p:cNvPicPr>
            <a:picLocks noChangeAspect="1"/>
          </p:cNvPicPr>
          <p:nvPr/>
        </p:nvPicPr>
        <p:blipFill>
          <a:blip r:embed="rId3"/>
          <a:stretch>
            <a:fillRect/>
          </a:stretch>
        </p:blipFill>
        <p:spPr>
          <a:xfrm>
            <a:off x="5350407" y="2727076"/>
            <a:ext cx="3479069" cy="1686741"/>
          </a:xfrm>
          <a:prstGeom prst="rect">
            <a:avLst/>
          </a:prstGeom>
        </p:spPr>
      </p:pic>
      <p:pic>
        <p:nvPicPr>
          <p:cNvPr id="9" name="Picture 8">
            <a:extLst>
              <a:ext uri="{FF2B5EF4-FFF2-40B4-BE49-F238E27FC236}">
                <a16:creationId xmlns:a16="http://schemas.microsoft.com/office/drawing/2014/main" id="{D3FFE94B-D8F9-4A7E-A80A-49498360198D}"/>
              </a:ext>
            </a:extLst>
          </p:cNvPr>
          <p:cNvPicPr>
            <a:picLocks noChangeAspect="1"/>
          </p:cNvPicPr>
          <p:nvPr/>
        </p:nvPicPr>
        <p:blipFill>
          <a:blip r:embed="rId4"/>
          <a:stretch>
            <a:fillRect/>
          </a:stretch>
        </p:blipFill>
        <p:spPr>
          <a:xfrm>
            <a:off x="314524" y="2994533"/>
            <a:ext cx="3571248" cy="1151828"/>
          </a:xfrm>
          <a:prstGeom prst="rect">
            <a:avLst/>
          </a:prstGeom>
        </p:spPr>
      </p:pic>
      <p:sp>
        <p:nvSpPr>
          <p:cNvPr id="2" name="Freeform: Shape 1">
            <a:extLst>
              <a:ext uri="{FF2B5EF4-FFF2-40B4-BE49-F238E27FC236}">
                <a16:creationId xmlns:a16="http://schemas.microsoft.com/office/drawing/2014/main" id="{8FC588E6-0021-A8C8-5109-2951B19CA398}"/>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3131406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EAE039-2CF1-45F5-9867-21E7B78CA6DB}"/>
              </a:ext>
            </a:extLst>
          </p:cNvPr>
          <p:cNvSpPr>
            <a:spLocks noGrp="1"/>
          </p:cNvSpPr>
          <p:nvPr>
            <p:ph type="title"/>
          </p:nvPr>
        </p:nvSpPr>
        <p:spPr>
          <a:xfrm>
            <a:off x="3230562" y="100270"/>
            <a:ext cx="5598914" cy="451200"/>
          </a:xfrm>
        </p:spPr>
        <p:txBody>
          <a:bodyPr anchor="t">
            <a:normAutofit/>
          </a:bodyPr>
          <a:lstStyle/>
          <a:p>
            <a:r>
              <a:rPr lang="en-US" sz="2000"/>
              <a:t>Test Design</a:t>
            </a:r>
          </a:p>
        </p:txBody>
      </p:sp>
      <p:sp>
        <p:nvSpPr>
          <p:cNvPr id="2" name="Text Placeholder 1">
            <a:extLst>
              <a:ext uri="{FF2B5EF4-FFF2-40B4-BE49-F238E27FC236}">
                <a16:creationId xmlns:a16="http://schemas.microsoft.com/office/drawing/2014/main" id="{F8377428-FB43-46F2-9DE3-228E5D05EB14}"/>
              </a:ext>
            </a:extLst>
          </p:cNvPr>
          <p:cNvSpPr>
            <a:spLocks noGrp="1"/>
          </p:cNvSpPr>
          <p:nvPr>
            <p:ph idx="1"/>
          </p:nvPr>
        </p:nvSpPr>
        <p:spPr>
          <a:xfrm>
            <a:off x="3230562" y="551471"/>
            <a:ext cx="5598914" cy="4077090"/>
          </a:xfrm>
        </p:spPr>
        <p:txBody>
          <a:bodyPr>
            <a:normAutofit fontScale="92500" lnSpcReduction="20000"/>
          </a:bodyPr>
          <a:lstStyle/>
          <a:p>
            <a:pPr marL="285750" indent="-285750">
              <a:buFont typeface="Arial" panose="020B0604020202020204" pitchFamily="34" charset="0"/>
              <a:buChar char="•"/>
            </a:pPr>
            <a:r>
              <a:rPr lang="en-US" sz="1300"/>
              <a:t>Leverage existing test design? (proof of existing solution’s reliability)</a:t>
            </a:r>
          </a:p>
          <a:p>
            <a:pPr marL="560070" lvl="1" indent="-285750">
              <a:buFont typeface="Arial" panose="020B0604020202020204" pitchFamily="34" charset="0"/>
              <a:buChar char="•"/>
            </a:pPr>
            <a:r>
              <a:rPr lang="en-US" sz="1100"/>
              <a:t>Collect feedback from MFG (Failure rate, spares, cables etc..)</a:t>
            </a:r>
          </a:p>
          <a:p>
            <a:pPr marL="560070" lvl="1" indent="-285750">
              <a:buFont typeface="Arial" panose="020B0604020202020204" pitchFamily="34" charset="0"/>
              <a:buChar char="•"/>
            </a:pPr>
            <a:r>
              <a:rPr lang="en-US" sz="1100"/>
              <a:t>Check failures (can be eliminated?)</a:t>
            </a:r>
          </a:p>
          <a:p>
            <a:pPr marL="560070" lvl="1" indent="-285750">
              <a:buFont typeface="Arial" panose="020B0604020202020204" pitchFamily="34" charset="0"/>
              <a:buChar char="•"/>
            </a:pPr>
            <a:r>
              <a:rPr lang="en-US" sz="1100"/>
              <a:t>Software</a:t>
            </a:r>
          </a:p>
          <a:p>
            <a:pPr marL="285750" indent="-285750">
              <a:buFont typeface="Arial" panose="020B0604020202020204" pitchFamily="34" charset="0"/>
              <a:buChar char="•"/>
            </a:pPr>
            <a:r>
              <a:rPr lang="en-US" sz="1300"/>
              <a:t>New Test equipment</a:t>
            </a:r>
          </a:p>
          <a:p>
            <a:pPr marL="560070" lvl="1" indent="-285750">
              <a:buFont typeface="Arial" panose="020B0604020202020204" pitchFamily="34" charset="0"/>
              <a:buChar char="•"/>
            </a:pPr>
            <a:r>
              <a:rPr lang="en-US" sz="1100"/>
              <a:t>Focusing on upgrades</a:t>
            </a:r>
          </a:p>
          <a:p>
            <a:pPr marL="560070" lvl="1" indent="-285750">
              <a:buFont typeface="Arial" panose="020B0604020202020204" pitchFamily="34" charset="0"/>
              <a:buChar char="•"/>
            </a:pPr>
            <a:r>
              <a:rPr lang="en-US" sz="1100"/>
              <a:t>Unique/EOL/Obsolete/Phaseout/LTB components</a:t>
            </a:r>
          </a:p>
          <a:p>
            <a:pPr marL="560070" lvl="1" indent="-285750">
              <a:buFont typeface="Arial" panose="020B0604020202020204" pitchFamily="34" charset="0"/>
              <a:buChar char="•"/>
            </a:pPr>
            <a:r>
              <a:rPr lang="en-US" sz="1100"/>
              <a:t>Long lead time items</a:t>
            </a:r>
          </a:p>
          <a:p>
            <a:pPr marL="285750" indent="-285750">
              <a:buFont typeface="Arial" panose="020B0604020202020204" pitchFamily="34" charset="0"/>
              <a:buChar char="•"/>
            </a:pPr>
            <a:r>
              <a:rPr lang="en-US" sz="1300"/>
              <a:t>Affect on existing infrastructure</a:t>
            </a:r>
          </a:p>
          <a:p>
            <a:pPr marL="560070" lvl="1" indent="-285750">
              <a:buFont typeface="Arial" panose="020B0604020202020204" pitchFamily="34" charset="0"/>
              <a:buChar char="•"/>
            </a:pPr>
            <a:r>
              <a:rPr lang="en-US" sz="1100"/>
              <a:t>1 degree room, TCT, special requirements</a:t>
            </a:r>
          </a:p>
          <a:p>
            <a:pPr marL="285750" indent="-285750">
              <a:buFont typeface="Arial" panose="020B0604020202020204" pitchFamily="34" charset="0"/>
              <a:buChar char="•"/>
            </a:pPr>
            <a:r>
              <a:rPr lang="en-US" sz="1300"/>
              <a:t>Affect to production</a:t>
            </a:r>
          </a:p>
          <a:p>
            <a:pPr marL="560070" lvl="1" indent="-285750">
              <a:buFont typeface="Arial" panose="020B0604020202020204" pitchFamily="34" charset="0"/>
              <a:buChar char="•"/>
            </a:pPr>
            <a:r>
              <a:rPr lang="en-US" sz="1100"/>
              <a:t>Validation plan, Upgrades (backwards RMA capability), Downtime</a:t>
            </a:r>
          </a:p>
          <a:p>
            <a:pPr marL="285750" indent="-285750">
              <a:buFont typeface="Arial" panose="020B0604020202020204" pitchFamily="34" charset="0"/>
              <a:buChar char="•"/>
            </a:pPr>
            <a:r>
              <a:rPr lang="en-US" sz="1300"/>
              <a:t>Special knowledge and skills required?</a:t>
            </a:r>
          </a:p>
          <a:p>
            <a:pPr marL="285750" indent="-285750">
              <a:buFont typeface="Arial" panose="020B0604020202020204" pitchFamily="34" charset="0"/>
              <a:buChar char="•"/>
            </a:pPr>
            <a:r>
              <a:rPr lang="en-US" sz="1300"/>
              <a:t>Test coverage? (both for subassemblies (CCAs) and for a single CCA % and module?)</a:t>
            </a:r>
          </a:p>
          <a:p>
            <a:pPr marL="285750" indent="-285750">
              <a:buFont typeface="Arial" panose="020B0604020202020204" pitchFamily="34" charset="0"/>
              <a:buChar char="•"/>
            </a:pPr>
            <a:r>
              <a:rPr lang="en-US" sz="1300"/>
              <a:t>Operator interaction, involvement, complexity</a:t>
            </a:r>
          </a:p>
          <a:p>
            <a:pPr marL="285750" indent="-285750">
              <a:buFont typeface="Arial" panose="020B0604020202020204" pitchFamily="34" charset="0"/>
              <a:buChar char="•"/>
            </a:pPr>
            <a:r>
              <a:rPr lang="en-US" sz="1300"/>
              <a:t>Test station calibration frequency</a:t>
            </a:r>
          </a:p>
        </p:txBody>
      </p:sp>
      <p:sp>
        <p:nvSpPr>
          <p:cNvPr id="6" name="Picture Placeholder 5">
            <a:extLst>
              <a:ext uri="{FF2B5EF4-FFF2-40B4-BE49-F238E27FC236}">
                <a16:creationId xmlns:a16="http://schemas.microsoft.com/office/drawing/2014/main" id="{C67E6BDA-AC99-8A3E-203A-75D4444B6A90}"/>
              </a:ext>
            </a:extLst>
          </p:cNvPr>
          <p:cNvSpPr>
            <a:spLocks noGrp="1"/>
          </p:cNvSpPr>
          <p:nvPr>
            <p:ph type="pic" sz="quarter" idx="14"/>
          </p:nvPr>
        </p:nvSpPr>
        <p:spPr/>
        <p:txBody>
          <a:bodyPr/>
          <a:lstStyle/>
          <a:p>
            <a:endParaRPr lang="en-US"/>
          </a:p>
        </p:txBody>
      </p:sp>
      <p:sp>
        <p:nvSpPr>
          <p:cNvPr id="3" name="Freeform: Shape 2">
            <a:extLst>
              <a:ext uri="{FF2B5EF4-FFF2-40B4-BE49-F238E27FC236}">
                <a16:creationId xmlns:a16="http://schemas.microsoft.com/office/drawing/2014/main" id="{546939FA-E3D4-C856-AD4C-5DD11C78E103}"/>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971385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4B235A7-EC0C-2171-0698-37A9676AEA4C}"/>
              </a:ext>
            </a:extLst>
          </p:cNvPr>
          <p:cNvSpPr>
            <a:spLocks noGrp="1"/>
          </p:cNvSpPr>
          <p:nvPr>
            <p:ph type="pic" sz="quarter" idx="14"/>
          </p:nvPr>
        </p:nvSpPr>
        <p:spPr/>
        <p:txBody>
          <a:bodyPr/>
          <a:lstStyle/>
          <a:p>
            <a:pPr marL="0" indent="0" algn="ctr">
              <a:buNone/>
            </a:pPr>
            <a:endParaRPr lang="en-US" sz="200" b="1">
              <a:solidFill>
                <a:schemeClr val="accent3"/>
              </a:solidFill>
              <a:latin typeface="+mj-lt"/>
            </a:endParaRPr>
          </a:p>
          <a:p>
            <a:pPr marL="0" indent="0" algn="ctr">
              <a:buNone/>
            </a:pPr>
            <a:r>
              <a:rPr lang="en-US" sz="2000" b="1">
                <a:solidFill>
                  <a:schemeClr val="accent3"/>
                </a:solidFill>
                <a:latin typeface="+mj-lt"/>
                <a:ea typeface="Noto Sans"/>
                <a:cs typeface="Arial"/>
              </a:rPr>
              <a:t>Test Station Capacity (3-year)</a:t>
            </a:r>
          </a:p>
          <a:p>
            <a:pPr marL="0" indent="0" algn="ctr">
              <a:buNone/>
            </a:pPr>
            <a:endParaRPr lang="en-US" sz="200" b="1">
              <a:solidFill>
                <a:schemeClr val="accent3"/>
              </a:solidFill>
              <a:latin typeface="+mj-lt"/>
            </a:endParaRPr>
          </a:p>
          <a:p>
            <a:pPr marL="0" indent="0">
              <a:spcBef>
                <a:spcPts val="200"/>
              </a:spcBef>
              <a:spcAft>
                <a:spcPts val="200"/>
              </a:spcAft>
              <a:buNone/>
            </a:pPr>
            <a:endParaRPr lang="hu-HU" sz="1100">
              <a:ea typeface="Noto Sans"/>
              <a:cs typeface="Arial"/>
            </a:endParaRPr>
          </a:p>
          <a:p>
            <a:pPr marL="0" indent="0">
              <a:spcBef>
                <a:spcPts val="200"/>
              </a:spcBef>
              <a:spcAft>
                <a:spcPts val="200"/>
              </a:spcAft>
              <a:buClr>
                <a:srgbClr val="808080"/>
              </a:buClr>
              <a:buNone/>
            </a:pPr>
            <a:r>
              <a:rPr lang="en-US" sz="1100">
                <a:ea typeface="Noto Sans"/>
                <a:cs typeface="Arial"/>
              </a:rPr>
              <a:t>Include:</a:t>
            </a:r>
          </a:p>
          <a:p>
            <a:pPr marL="285750" indent="-285750">
              <a:spcBef>
                <a:spcPts val="200"/>
              </a:spcBef>
              <a:spcAft>
                <a:spcPts val="200"/>
              </a:spcAft>
              <a:buClr>
                <a:srgbClr val="808080"/>
              </a:buClr>
            </a:pPr>
            <a:r>
              <a:rPr lang="en-US" sz="1100">
                <a:ea typeface="Noto Sans"/>
                <a:cs typeface="Arial"/>
              </a:rPr>
              <a:t>Test station name</a:t>
            </a:r>
          </a:p>
          <a:p>
            <a:pPr marL="285750" indent="-285750">
              <a:spcBef>
                <a:spcPts val="200"/>
              </a:spcBef>
              <a:spcAft>
                <a:spcPts val="200"/>
              </a:spcAft>
              <a:buClr>
                <a:srgbClr val="808080"/>
              </a:buClr>
            </a:pPr>
            <a:r>
              <a:rPr lang="en-US" sz="1100">
                <a:ea typeface="Noto Sans"/>
                <a:cs typeface="Arial"/>
              </a:rPr>
              <a:t>Test station description</a:t>
            </a:r>
          </a:p>
          <a:p>
            <a:pPr marL="285750" indent="-285750">
              <a:spcBef>
                <a:spcPts val="200"/>
              </a:spcBef>
              <a:spcAft>
                <a:spcPts val="200"/>
              </a:spcAft>
              <a:buClr>
                <a:srgbClr val="808080"/>
              </a:buClr>
            </a:pPr>
            <a:r>
              <a:rPr lang="en-US" sz="1100">
                <a:ea typeface="Noto Sans"/>
                <a:cs typeface="Arial"/>
              </a:rPr>
              <a:t>Three-year capacity calculated per month, using a 5 day, 2 shift model (use similar test solution availability</a:t>
            </a:r>
          </a:p>
          <a:p>
            <a:pPr marL="285750" indent="-285750">
              <a:spcBef>
                <a:spcPts val="200"/>
              </a:spcBef>
              <a:spcAft>
                <a:spcPts val="200"/>
              </a:spcAft>
              <a:buClr>
                <a:srgbClr val="808080"/>
              </a:buClr>
            </a:pPr>
            <a:r>
              <a:rPr lang="en-US" sz="1100">
                <a:ea typeface="Noto Sans"/>
                <a:cs typeface="Arial"/>
              </a:rPr>
              <a:t>Use year 2 estimate from Kinaxis for year 3 estimates</a:t>
            </a:r>
          </a:p>
          <a:p>
            <a:pPr marL="285750" indent="-285750">
              <a:spcBef>
                <a:spcPts val="200"/>
              </a:spcBef>
              <a:spcAft>
                <a:spcPts val="200"/>
              </a:spcAft>
              <a:buFont typeface="Arial" panose="020B0604020202020204" pitchFamily="34" charset="0"/>
              <a:buChar char="•"/>
            </a:pPr>
            <a:r>
              <a:rPr lang="en-US" sz="1100"/>
              <a:t>Test times (operator interface)</a:t>
            </a:r>
          </a:p>
          <a:p>
            <a:pPr marL="560070" lvl="1" indent="-285750">
              <a:spcBef>
                <a:spcPts val="200"/>
              </a:spcBef>
              <a:spcAft>
                <a:spcPts val="200"/>
              </a:spcAft>
              <a:buFont typeface="Arial" panose="020B0604020202020204" pitchFamily="34" charset="0"/>
              <a:buChar char="•"/>
            </a:pPr>
            <a:r>
              <a:rPr lang="en-US"/>
              <a:t>Set up concerns (for every products)</a:t>
            </a:r>
          </a:p>
          <a:p>
            <a:pPr marL="560070" lvl="1" indent="-285750">
              <a:spcBef>
                <a:spcPts val="200"/>
              </a:spcBef>
              <a:spcAft>
                <a:spcPts val="200"/>
              </a:spcAft>
              <a:buFont typeface="Arial" panose="020B0604020202020204" pitchFamily="34" charset="0"/>
              <a:buChar char="•"/>
            </a:pPr>
            <a:r>
              <a:rPr lang="en-US"/>
              <a:t>Parallel test option?</a:t>
            </a:r>
          </a:p>
          <a:p>
            <a:pPr marL="285750" indent="-285750">
              <a:spcBef>
                <a:spcPts val="200"/>
              </a:spcBef>
              <a:spcAft>
                <a:spcPts val="200"/>
              </a:spcAft>
              <a:buFont typeface="Arial" panose="020B0604020202020204" pitchFamily="34" charset="0"/>
              <a:buChar char="•"/>
            </a:pPr>
            <a:r>
              <a:rPr lang="en-US" sz="1100"/>
              <a:t>Failure rate</a:t>
            </a:r>
          </a:p>
          <a:p>
            <a:pPr marL="285750" indent="-285750">
              <a:spcBef>
                <a:spcPts val="200"/>
              </a:spcBef>
              <a:spcAft>
                <a:spcPts val="200"/>
              </a:spcAft>
              <a:buFont typeface="Arial" panose="020B0604020202020204" pitchFamily="34" charset="0"/>
              <a:buChar char="•"/>
            </a:pPr>
            <a:r>
              <a:rPr lang="en-US" sz="1100"/>
              <a:t>Duplication plan (resources) in place</a:t>
            </a:r>
          </a:p>
          <a:p>
            <a:pPr marL="560070" lvl="1" indent="-285750">
              <a:spcBef>
                <a:spcPts val="200"/>
              </a:spcBef>
              <a:spcAft>
                <a:spcPts val="200"/>
              </a:spcAft>
              <a:buFont typeface="Arial" panose="020B0604020202020204" pitchFamily="34" charset="0"/>
              <a:buChar char="•"/>
            </a:pPr>
            <a:r>
              <a:rPr lang="en-US"/>
              <a:t>Both production and MFG Services</a:t>
            </a:r>
          </a:p>
          <a:p>
            <a:pPr marL="560070" lvl="1" indent="-285750">
              <a:spcBef>
                <a:spcPts val="200"/>
              </a:spcBef>
              <a:spcAft>
                <a:spcPts val="200"/>
              </a:spcAft>
              <a:buFont typeface="Arial" panose="020B0604020202020204" pitchFamily="34" charset="0"/>
              <a:buChar char="•"/>
            </a:pPr>
            <a:r>
              <a:rPr lang="en-US"/>
              <a:t>Consider any anticipated spikes in 7 years</a:t>
            </a:r>
          </a:p>
          <a:p>
            <a:pPr marL="285750" indent="-285750">
              <a:spcBef>
                <a:spcPts val="200"/>
              </a:spcBef>
              <a:spcAft>
                <a:spcPts val="200"/>
              </a:spcAft>
              <a:buFont typeface="Arial" panose="020B0604020202020204" pitchFamily="34" charset="0"/>
              <a:buChar char="•"/>
            </a:pPr>
            <a:r>
              <a:rPr lang="en-US" sz="1100"/>
              <a:t>Debug considerations</a:t>
            </a:r>
          </a:p>
          <a:p>
            <a:pPr marL="285750" indent="-285750">
              <a:spcBef>
                <a:spcPts val="200"/>
              </a:spcBef>
              <a:spcAft>
                <a:spcPts val="200"/>
              </a:spcAft>
              <a:buFont typeface="Arial" panose="020B0604020202020204" pitchFamily="34" charset="0"/>
              <a:buChar char="•"/>
            </a:pPr>
            <a:r>
              <a:rPr lang="en-US" sz="1100"/>
              <a:t>Calculate w/ station calibration downtimes</a:t>
            </a:r>
          </a:p>
        </p:txBody>
      </p:sp>
      <p:graphicFrame>
        <p:nvGraphicFramePr>
          <p:cNvPr id="14" name="Chart 13">
            <a:extLst>
              <a:ext uri="{FF2B5EF4-FFF2-40B4-BE49-F238E27FC236}">
                <a16:creationId xmlns:a16="http://schemas.microsoft.com/office/drawing/2014/main" id="{2B750E17-E123-44B3-90E6-498B89314C9F}"/>
              </a:ext>
              <a:ext uri="{147F2762-F138-4A5C-976F-8EAC2B608ADB}">
                <a16:predDERef xmlns:a16="http://schemas.microsoft.com/office/drawing/2014/main" pred="{096FB82F-0885-75E4-E351-5235C48ACF5F}"/>
              </a:ext>
            </a:extLst>
          </p:cNvPr>
          <p:cNvGraphicFramePr>
            <a:graphicFrameLocks noChangeAspect="1"/>
          </p:cNvGraphicFramePr>
          <p:nvPr>
            <p:extLst>
              <p:ext uri="{D42A27DB-BD31-4B8C-83A1-F6EECF244321}">
                <p14:modId xmlns:p14="http://schemas.microsoft.com/office/powerpoint/2010/main" val="3086680950"/>
              </p:ext>
            </p:extLst>
          </p:nvPr>
        </p:nvGraphicFramePr>
        <p:xfrm>
          <a:off x="3283236" y="454889"/>
          <a:ext cx="5649868" cy="3735209"/>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0E1B5101-A803-D9A1-7A70-51EAC1D75E09}"/>
              </a:ext>
            </a:extLst>
          </p:cNvPr>
          <p:cNvSpPr txBox="1"/>
          <p:nvPr/>
        </p:nvSpPr>
        <p:spPr>
          <a:xfrm rot="19919093">
            <a:off x="4814595" y="1754156"/>
            <a:ext cx="2942253" cy="769441"/>
          </a:xfrm>
          <a:prstGeom prst="rect">
            <a:avLst/>
          </a:prstGeom>
          <a:solidFill>
            <a:schemeClr val="bg1"/>
          </a:solidFill>
          <a:ln>
            <a:solidFill>
              <a:srgbClr val="C00000"/>
            </a:solidFill>
          </a:ln>
        </p:spPr>
        <p:txBody>
          <a:bodyPr wrap="square" rtlCol="0">
            <a:spAutoFit/>
          </a:bodyPr>
          <a:lstStyle/>
          <a:p>
            <a:r>
              <a:rPr lang="en-US" sz="4400" b="1">
                <a:solidFill>
                  <a:srgbClr val="C00000"/>
                </a:solidFill>
              </a:rPr>
              <a:t>EXAMPLE</a:t>
            </a:r>
          </a:p>
        </p:txBody>
      </p:sp>
      <p:sp>
        <p:nvSpPr>
          <p:cNvPr id="3" name="TextBox 2">
            <a:extLst>
              <a:ext uri="{FF2B5EF4-FFF2-40B4-BE49-F238E27FC236}">
                <a16:creationId xmlns:a16="http://schemas.microsoft.com/office/drawing/2014/main" id="{8A0ACBFF-5F17-F243-7391-450F006AF977}"/>
              </a:ext>
            </a:extLst>
          </p:cNvPr>
          <p:cNvSpPr txBox="1"/>
          <p:nvPr/>
        </p:nvSpPr>
        <p:spPr>
          <a:xfrm>
            <a:off x="1987698" y="4814712"/>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To be filled out by the Mfg TE</a:t>
            </a:r>
          </a:p>
        </p:txBody>
      </p:sp>
      <p:sp>
        <p:nvSpPr>
          <p:cNvPr id="4" name="Freeform: Shape 3">
            <a:extLst>
              <a:ext uri="{FF2B5EF4-FFF2-40B4-BE49-F238E27FC236}">
                <a16:creationId xmlns:a16="http://schemas.microsoft.com/office/drawing/2014/main" id="{26ECF576-2CE6-7255-0920-2D8846CBE261}"/>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148767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Cost</a:t>
            </a:r>
          </a:p>
        </p:txBody>
      </p:sp>
      <p:sp>
        <p:nvSpPr>
          <p:cNvPr id="6" name="Content Placeholder 5">
            <a:extLst>
              <a:ext uri="{FF2B5EF4-FFF2-40B4-BE49-F238E27FC236}">
                <a16:creationId xmlns:a16="http://schemas.microsoft.com/office/drawing/2014/main" id="{187F90D7-7BFA-0FEC-631A-B73DBA872F7E}"/>
              </a:ext>
            </a:extLst>
          </p:cNvPr>
          <p:cNvSpPr>
            <a:spLocks noGrp="1"/>
          </p:cNvSpPr>
          <p:nvPr>
            <p:ph idx="1"/>
          </p:nvPr>
        </p:nvSpPr>
        <p:spPr>
          <a:xfrm>
            <a:off x="314523" y="1254760"/>
            <a:ext cx="8514954" cy="3036747"/>
          </a:xfrm>
        </p:spPr>
        <p:txBody>
          <a:bodyPr vert="horz" lIns="91440" tIns="91440" rIns="91440" bIns="45720" rtlCol="0" anchor="t">
            <a:noAutofit/>
          </a:bodyPr>
          <a:lstStyle/>
          <a:p>
            <a:pPr marL="285750" indent="-285750">
              <a:buFont typeface="Arial" panose="020B0604020202020204" pitchFamily="34" charset="0"/>
              <a:buChar char="•"/>
            </a:pPr>
            <a:r>
              <a:rPr lang="en-US">
                <a:ea typeface="Noto Sans"/>
                <a:cs typeface="Arial"/>
              </a:rPr>
              <a:t>CAPEX cost</a:t>
            </a:r>
          </a:p>
          <a:p>
            <a:pPr marL="285750" indent="-285750">
              <a:buFont typeface="Arial" panose="020B0604020202020204" pitchFamily="34" charset="0"/>
              <a:buChar char="•"/>
            </a:pPr>
            <a:r>
              <a:rPr lang="en-US">
                <a:ea typeface="Noto Sans"/>
                <a:cs typeface="Arial"/>
              </a:rPr>
              <a:t>Debug equipment</a:t>
            </a:r>
          </a:p>
          <a:p>
            <a:pPr marL="285750" indent="-285750">
              <a:buFont typeface="Arial" panose="020B0604020202020204" pitchFamily="34" charset="0"/>
              <a:buChar char="•"/>
            </a:pPr>
            <a:r>
              <a:rPr lang="en-US">
                <a:ea typeface="Noto Sans"/>
                <a:cs typeface="Arial"/>
              </a:rPr>
              <a:t>Spare cost</a:t>
            </a:r>
          </a:p>
          <a:p>
            <a:pPr marL="285750" indent="-285750">
              <a:buFont typeface="Arial" panose="020B0604020202020204" pitchFamily="34" charset="0"/>
              <a:buChar char="•"/>
            </a:pPr>
            <a:r>
              <a:rPr lang="en-US">
                <a:ea typeface="Noto Sans"/>
                <a:cs typeface="Arial"/>
              </a:rPr>
              <a:t>POT</a:t>
            </a:r>
          </a:p>
          <a:p>
            <a:pPr marL="285750" indent="-285750">
              <a:buClr>
                <a:srgbClr val="808080"/>
              </a:buClr>
              <a:buFont typeface="Arial" panose="020B0604020202020204" pitchFamily="34" charset="0"/>
              <a:buChar char="•"/>
            </a:pPr>
            <a:r>
              <a:rPr lang="en-US">
                <a:ea typeface="Noto Sans"/>
                <a:cs typeface="Arial"/>
              </a:rPr>
              <a:t>Extra Infrastructure cost</a:t>
            </a:r>
            <a:endParaRPr lang="en-US"/>
          </a:p>
          <a:p>
            <a:pPr marL="285750" indent="-285750">
              <a:buFont typeface="Arial" panose="020B0604020202020204" pitchFamily="34" charset="0"/>
              <a:buChar char="•"/>
            </a:pPr>
            <a:r>
              <a:rPr lang="en-US">
                <a:ea typeface="Noto Sans"/>
                <a:cs typeface="Arial"/>
              </a:rPr>
              <a:t>Deferred cost because of upgrades (when multiple stations are affected globally, including MFG Services sites) </a:t>
            </a:r>
          </a:p>
          <a:p>
            <a:pPr marL="285750" indent="-285750">
              <a:buFont typeface="Arial" panose="020B0604020202020204" pitchFamily="34" charset="0"/>
              <a:buChar char="•"/>
            </a:pPr>
            <a:r>
              <a:rPr lang="en-US">
                <a:ea typeface="Noto Sans"/>
                <a:cs typeface="Arial"/>
              </a:rPr>
              <a:t>Location of deployment because of asset threshold</a:t>
            </a:r>
          </a:p>
          <a:p>
            <a:pPr marL="285750" indent="-285750">
              <a:buFont typeface="Arial" panose="020B0604020202020204" pitchFamily="34" charset="0"/>
              <a:buChar char="•"/>
            </a:pPr>
            <a:r>
              <a:rPr lang="en-US">
                <a:ea typeface="Noto Sans"/>
                <a:cs typeface="Arial"/>
              </a:rPr>
              <a:t>Budget: What is budgeted vs. not</a:t>
            </a:r>
          </a:p>
          <a:p>
            <a:endParaRPr lang="en-US"/>
          </a:p>
        </p:txBody>
      </p:sp>
      <p:sp>
        <p:nvSpPr>
          <p:cNvPr id="2" name="Freeform: Shape 1">
            <a:extLst>
              <a:ext uri="{FF2B5EF4-FFF2-40B4-BE49-F238E27FC236}">
                <a16:creationId xmlns:a16="http://schemas.microsoft.com/office/drawing/2014/main" id="{2C07F383-C327-40BD-E6D5-769ED2012DE4}"/>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432422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Test Solution Validation plan</a:t>
            </a:r>
          </a:p>
        </p:txBody>
      </p:sp>
      <p:sp>
        <p:nvSpPr>
          <p:cNvPr id="6" name="Content Placeholder 5">
            <a:extLst>
              <a:ext uri="{FF2B5EF4-FFF2-40B4-BE49-F238E27FC236}">
                <a16:creationId xmlns:a16="http://schemas.microsoft.com/office/drawing/2014/main" id="{AE57012F-2AAD-F0A5-3370-35F476786BD7}"/>
              </a:ext>
            </a:extLst>
          </p:cNvPr>
          <p:cNvSpPr>
            <a:spLocks noGrp="1"/>
          </p:cNvSpPr>
          <p:nvPr>
            <p:ph sz="quarter" idx="17"/>
          </p:nvPr>
        </p:nvSpPr>
        <p:spPr>
          <a:xfrm>
            <a:off x="553756" y="841198"/>
            <a:ext cx="3692806" cy="3776522"/>
          </a:xfrm>
        </p:spPr>
        <p:txBody>
          <a:bodyPr/>
          <a:lstStyle/>
          <a:p>
            <a:pPr marL="285750" indent="-285750">
              <a:buFont typeface="Arial" panose="020B0604020202020204" pitchFamily="34" charset="0"/>
              <a:buChar char="•"/>
            </a:pPr>
            <a:r>
              <a:rPr lang="en-US" sz="1200"/>
              <a:t>GR&amp;R? </a:t>
            </a:r>
          </a:p>
          <a:p>
            <a:pPr marL="560070" lvl="1" indent="-285750">
              <a:buFont typeface="Arial" panose="020B0604020202020204" pitchFamily="34" charset="0"/>
              <a:buChar char="•"/>
            </a:pPr>
            <a:r>
              <a:rPr lang="en-US"/>
              <a:t>Releasing w/o GR&amp;R so no reference for future duplications</a:t>
            </a:r>
          </a:p>
          <a:p>
            <a:pPr marL="560070" lvl="1" indent="-285750">
              <a:buFont typeface="Arial" panose="020B0604020202020204" pitchFamily="34" charset="0"/>
              <a:buChar char="•"/>
            </a:pPr>
            <a:r>
              <a:rPr lang="en-US"/>
              <a:t>Number of runs, number of test equipment to compare?</a:t>
            </a:r>
          </a:p>
          <a:p>
            <a:pPr marL="560070" lvl="1" indent="-285750">
              <a:buFont typeface="Arial" panose="020B0604020202020204" pitchFamily="34" charset="0"/>
              <a:buChar char="•"/>
            </a:pPr>
            <a:r>
              <a:rPr lang="en-US"/>
              <a:t>Where to get the products from?</a:t>
            </a:r>
          </a:p>
          <a:p>
            <a:pPr marL="834390" lvl="2" indent="-285750">
              <a:buFont typeface="Arial" panose="020B0604020202020204" pitchFamily="34" charset="0"/>
              <a:buChar char="•"/>
            </a:pPr>
            <a:r>
              <a:rPr lang="en-US" sz="800"/>
              <a:t>MVR or PRT units?</a:t>
            </a:r>
          </a:p>
          <a:p>
            <a:pPr marL="834390" lvl="2" indent="-285750">
              <a:buFont typeface="Arial" panose="020B0604020202020204" pitchFamily="34" charset="0"/>
              <a:buChar char="•"/>
            </a:pPr>
            <a:r>
              <a:rPr lang="en-US" sz="800"/>
              <a:t>Can we hold up MVR to run GR&amp;R?</a:t>
            </a:r>
          </a:p>
          <a:p>
            <a:pPr marL="285750" indent="-285750">
              <a:buFont typeface="Arial" panose="020B0604020202020204" pitchFamily="34" charset="0"/>
              <a:buChar char="•"/>
            </a:pPr>
            <a:r>
              <a:rPr lang="en-US" sz="1200"/>
              <a:t>Having Omni scripts available</a:t>
            </a:r>
          </a:p>
          <a:p>
            <a:pPr marL="285750" indent="-285750">
              <a:buFont typeface="Arial" panose="020B0604020202020204" pitchFamily="34" charset="0"/>
              <a:buChar char="•"/>
            </a:pPr>
            <a:r>
              <a:rPr lang="en-US" sz="1200"/>
              <a:t>What support needed on site? </a:t>
            </a:r>
          </a:p>
          <a:p>
            <a:pPr marL="285750" indent="-285750">
              <a:buFont typeface="Arial" panose="020B0604020202020204" pitchFamily="34" charset="0"/>
              <a:buChar char="•"/>
            </a:pPr>
            <a:r>
              <a:rPr lang="en-US" sz="1200"/>
              <a:t>What’s time frame to complete?</a:t>
            </a:r>
          </a:p>
          <a:p>
            <a:pPr marL="285750" indent="-285750">
              <a:buFont typeface="Arial" panose="020B0604020202020204" pitchFamily="34" charset="0"/>
              <a:buChar char="•"/>
            </a:pPr>
            <a:r>
              <a:rPr lang="en-US" sz="1200"/>
              <a:t>Special FCO rollout plan (like Sprint deployment)</a:t>
            </a:r>
          </a:p>
          <a:p>
            <a:pPr marL="285750" indent="-285750">
              <a:buFont typeface="Arial" panose="020B0604020202020204" pitchFamily="34" charset="0"/>
              <a:buChar char="•"/>
            </a:pPr>
            <a:r>
              <a:rPr lang="en-US" sz="1200"/>
              <a:t>Understanding the risks!</a:t>
            </a:r>
          </a:p>
          <a:p>
            <a:endParaRPr lang="en-US"/>
          </a:p>
        </p:txBody>
      </p:sp>
      <p:sp>
        <p:nvSpPr>
          <p:cNvPr id="7" name="Content Placeholder 6">
            <a:extLst>
              <a:ext uri="{FF2B5EF4-FFF2-40B4-BE49-F238E27FC236}">
                <a16:creationId xmlns:a16="http://schemas.microsoft.com/office/drawing/2014/main" id="{BBB68F61-B5CA-091F-A6AF-29A665134BE5}"/>
              </a:ext>
            </a:extLst>
          </p:cNvPr>
          <p:cNvSpPr>
            <a:spLocks noGrp="1"/>
          </p:cNvSpPr>
          <p:nvPr>
            <p:ph sz="quarter" idx="18"/>
          </p:nvPr>
        </p:nvSpPr>
        <p:spPr>
          <a:xfrm>
            <a:off x="4837816" y="841198"/>
            <a:ext cx="3980745" cy="3776522"/>
          </a:xfrm>
        </p:spPr>
        <p:txBody>
          <a:bodyPr/>
          <a:lstStyle/>
          <a:p>
            <a:pPr marL="0" marR="0">
              <a:lnSpc>
                <a:spcPct val="115000"/>
              </a:lnSpc>
              <a:spcBef>
                <a:spcPts val="500"/>
              </a:spcBef>
              <a:spcAft>
                <a:spcPts val="0"/>
              </a:spcAft>
            </a:pPr>
            <a:r>
              <a:rPr lang="en-US" sz="1200">
                <a:effectLst/>
                <a:latin typeface="Arial" panose="020B0604020202020204" pitchFamily="34" charset="0"/>
                <a:ea typeface="MS PGothic" panose="020B0600070205080204" pitchFamily="34" charset="-128"/>
                <a:cs typeface="Arial" panose="020B0604020202020204" pitchFamily="34" charset="0"/>
              </a:rPr>
              <a:t>Describe plans for:</a:t>
            </a:r>
          </a:p>
          <a:p>
            <a:pPr marL="342900" marR="0" lvl="0" indent="-342900">
              <a:lnSpc>
                <a:spcPct val="115000"/>
              </a:lnSpc>
              <a:spcBef>
                <a:spcPts val="500"/>
              </a:spcBef>
              <a:spcAft>
                <a:spcPts val="0"/>
              </a:spcAft>
              <a:buFont typeface="Symbol" panose="05050102010706020507" pitchFamily="18" charset="2"/>
              <a:buChar char=""/>
            </a:pPr>
            <a:r>
              <a:rPr lang="en-US" sz="1000">
                <a:effectLst/>
                <a:latin typeface="Arial" panose="020B0604020202020204" pitchFamily="34" charset="0"/>
                <a:ea typeface="MS PGothic" panose="020B0600070205080204" pitchFamily="34" charset="-128"/>
                <a:cs typeface="Arial" panose="020B0604020202020204" pitchFamily="34" charset="0"/>
              </a:rPr>
              <a:t>Reviews of test station hardware design</a:t>
            </a:r>
          </a:p>
          <a:p>
            <a:pPr marL="342900" marR="0" lvl="0" indent="-342900">
              <a:lnSpc>
                <a:spcPct val="115000"/>
              </a:lnSpc>
              <a:spcBef>
                <a:spcPts val="500"/>
              </a:spcBef>
              <a:spcAft>
                <a:spcPts val="0"/>
              </a:spcAft>
              <a:buFont typeface="Symbol" panose="05050102010706020507" pitchFamily="18" charset="2"/>
              <a:buChar char=""/>
            </a:pPr>
            <a:r>
              <a:rPr lang="en-US" sz="1000">
                <a:effectLst/>
                <a:latin typeface="Arial" panose="020B0604020202020204" pitchFamily="34" charset="0"/>
                <a:ea typeface="MS PGothic" panose="020B0600070205080204" pitchFamily="34" charset="-128"/>
                <a:cs typeface="Arial" panose="020B0604020202020204" pitchFamily="34" charset="0"/>
              </a:rPr>
              <a:t>Reviews of test software (code, sequence, approach, algorithms, </a:t>
            </a:r>
            <a:r>
              <a:rPr lang="en-US" sz="1000" err="1">
                <a:effectLst/>
                <a:latin typeface="Arial" panose="020B0604020202020204" pitchFamily="34" charset="0"/>
                <a:ea typeface="MS PGothic" panose="020B0600070205080204" pitchFamily="34" charset="-128"/>
                <a:cs typeface="Arial" panose="020B0604020202020204" pitchFamily="34" charset="0"/>
              </a:rPr>
              <a:t>etc</a:t>
            </a:r>
            <a:r>
              <a:rPr lang="en-US" sz="1000">
                <a:effectLst/>
                <a:latin typeface="Arial" panose="020B0604020202020204" pitchFamily="34" charset="0"/>
                <a:ea typeface="MS PGothic" panose="020B0600070205080204" pitchFamily="34" charset="-128"/>
                <a:cs typeface="Arial" panose="020B0604020202020204" pitchFamily="34" charset="0"/>
              </a:rPr>
              <a:t>).</a:t>
            </a:r>
          </a:p>
          <a:p>
            <a:pPr marL="0" marR="0">
              <a:lnSpc>
                <a:spcPct val="115000"/>
              </a:lnSpc>
              <a:spcBef>
                <a:spcPts val="500"/>
              </a:spcBef>
              <a:spcAft>
                <a:spcPts val="1000"/>
              </a:spcAft>
            </a:pPr>
            <a:r>
              <a:rPr lang="en-US" sz="1000">
                <a:effectLst/>
                <a:latin typeface="Arial" panose="020B0604020202020204" pitchFamily="34" charset="0"/>
                <a:ea typeface="MS PGothic" panose="020B0600070205080204" pitchFamily="34" charset="-128"/>
                <a:cs typeface="Arial" panose="020B0604020202020204" pitchFamily="34" charset="0"/>
              </a:rPr>
              <a:t>Describe plan for determining compatibility of the new test stations with existing products.</a:t>
            </a:r>
          </a:p>
          <a:p>
            <a:pPr marL="0" marR="0">
              <a:lnSpc>
                <a:spcPct val="115000"/>
              </a:lnSpc>
              <a:spcBef>
                <a:spcPts val="500"/>
              </a:spcBef>
              <a:spcAft>
                <a:spcPts val="1000"/>
              </a:spcAft>
            </a:pPr>
            <a:r>
              <a:rPr lang="en-US" sz="1000">
                <a:effectLst/>
                <a:latin typeface="Arial" panose="020B0604020202020204" pitchFamily="34" charset="0"/>
                <a:ea typeface="MS PGothic" panose="020B0600070205080204" pitchFamily="34" charset="-128"/>
                <a:cs typeface="Arial" panose="020B0604020202020204" pitchFamily="34" charset="0"/>
              </a:rPr>
              <a:t>Who will be involved, and when in the development cycle will they be held? Any special concerns or focus areas (new approaches, code re-use, etc.)</a:t>
            </a:r>
          </a:p>
          <a:p>
            <a:pPr marL="0" marR="0">
              <a:lnSpc>
                <a:spcPct val="115000"/>
              </a:lnSpc>
              <a:spcBef>
                <a:spcPts val="500"/>
              </a:spcBef>
              <a:spcAft>
                <a:spcPts val="0"/>
              </a:spcAft>
            </a:pPr>
            <a:r>
              <a:rPr lang="en-US" sz="1200">
                <a:effectLst/>
                <a:latin typeface="Arial" panose="020B0604020202020204" pitchFamily="34" charset="0"/>
                <a:ea typeface="MS PGothic" panose="020B0600070205080204" pitchFamily="34" charset="-128"/>
                <a:cs typeface="Arial" panose="020B0604020202020204" pitchFamily="34" charset="0"/>
              </a:rPr>
              <a:t>Describe applicable plans for:</a:t>
            </a:r>
          </a:p>
          <a:p>
            <a:pPr marL="342900" marR="0" lvl="0" indent="-342900">
              <a:lnSpc>
                <a:spcPct val="120000"/>
              </a:lnSpc>
              <a:spcBef>
                <a:spcPts val="500"/>
              </a:spcBef>
              <a:spcAft>
                <a:spcPts val="0"/>
              </a:spcAft>
              <a:buFont typeface="Symbol" panose="05050102010706020507" pitchFamily="18" charset="2"/>
              <a:buChar char=""/>
            </a:pPr>
            <a:r>
              <a:rPr lang="en-US" sz="1000">
                <a:effectLst/>
                <a:latin typeface="Arial" panose="020B0604020202020204" pitchFamily="34" charset="0"/>
                <a:ea typeface="MS PGothic" panose="020B0600070205080204" pitchFamily="34" charset="-128"/>
                <a:cs typeface="Arial" panose="020B0604020202020204" pitchFamily="34" charset="0"/>
              </a:rPr>
              <a:t>Fault Insertion Testing</a:t>
            </a:r>
          </a:p>
          <a:p>
            <a:pPr marL="342900" marR="0" lvl="0" indent="-342900">
              <a:lnSpc>
                <a:spcPct val="120000"/>
              </a:lnSpc>
              <a:spcBef>
                <a:spcPts val="500"/>
              </a:spcBef>
              <a:spcAft>
                <a:spcPts val="0"/>
              </a:spcAft>
              <a:buFont typeface="Symbol" panose="05050102010706020507" pitchFamily="18" charset="2"/>
              <a:buChar char=""/>
            </a:pPr>
            <a:r>
              <a:rPr lang="en-US" sz="1000" err="1">
                <a:effectLst/>
                <a:latin typeface="Arial" panose="020B0604020202020204" pitchFamily="34" charset="0"/>
                <a:ea typeface="MS PGothic" panose="020B0600070205080204" pitchFamily="34" charset="-128"/>
                <a:cs typeface="Arial" panose="020B0604020202020204" pitchFamily="34" charset="0"/>
              </a:rPr>
              <a:t>Cpk</a:t>
            </a:r>
            <a:endParaRPr lang="en-US" sz="1000">
              <a:effectLst/>
              <a:latin typeface="Arial" panose="020B0604020202020204" pitchFamily="34" charset="0"/>
              <a:ea typeface="MS PGothic" panose="020B0600070205080204" pitchFamily="34" charset="-128"/>
              <a:cs typeface="Arial" panose="020B0604020202020204" pitchFamily="34" charset="0"/>
            </a:endParaRPr>
          </a:p>
          <a:p>
            <a:pPr marL="342900" marR="0" lvl="0" indent="-342900">
              <a:lnSpc>
                <a:spcPct val="120000"/>
              </a:lnSpc>
              <a:spcBef>
                <a:spcPts val="500"/>
              </a:spcBef>
              <a:spcAft>
                <a:spcPts val="0"/>
              </a:spcAft>
              <a:buFont typeface="Symbol" panose="05050102010706020507" pitchFamily="18" charset="2"/>
              <a:buChar char=""/>
            </a:pPr>
            <a:r>
              <a:rPr lang="en-US" sz="1000">
                <a:effectLst/>
                <a:latin typeface="Arial" panose="020B0604020202020204" pitchFamily="34" charset="0"/>
                <a:ea typeface="MS PGothic" panose="020B0600070205080204" pitchFamily="34" charset="-128"/>
                <a:cs typeface="Arial" panose="020B0604020202020204" pitchFamily="34" charset="0"/>
              </a:rPr>
              <a:t>Continuous Loop Testing</a:t>
            </a:r>
          </a:p>
          <a:p>
            <a:pPr marL="342900" marR="0" lvl="0" indent="-342900">
              <a:lnSpc>
                <a:spcPct val="120000"/>
              </a:lnSpc>
              <a:spcBef>
                <a:spcPts val="500"/>
              </a:spcBef>
              <a:spcAft>
                <a:spcPts val="0"/>
              </a:spcAft>
              <a:buFont typeface="Symbol" panose="05050102010706020507" pitchFamily="18" charset="2"/>
              <a:buChar char=""/>
            </a:pPr>
            <a:r>
              <a:rPr lang="en-US" sz="1000">
                <a:effectLst/>
                <a:latin typeface="Arial" panose="020B0604020202020204" pitchFamily="34" charset="0"/>
                <a:ea typeface="MS PGothic" panose="020B0600070205080204" pitchFamily="34" charset="-128"/>
                <a:cs typeface="Arial" panose="020B0604020202020204" pitchFamily="34" charset="0"/>
              </a:rPr>
              <a:t>Usability Reviews</a:t>
            </a:r>
          </a:p>
          <a:p>
            <a:endParaRPr lang="en-US"/>
          </a:p>
        </p:txBody>
      </p:sp>
      <p:sp>
        <p:nvSpPr>
          <p:cNvPr id="2" name="Freeform: Shape 1">
            <a:extLst>
              <a:ext uri="{FF2B5EF4-FFF2-40B4-BE49-F238E27FC236}">
                <a16:creationId xmlns:a16="http://schemas.microsoft.com/office/drawing/2014/main" id="{2261DD1A-B1F9-E5F8-4784-1B4F0485EF55}"/>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997109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RMA support, MFG services</a:t>
            </a:r>
          </a:p>
        </p:txBody>
      </p:sp>
      <p:sp>
        <p:nvSpPr>
          <p:cNvPr id="8" name="Content Placeholder 7">
            <a:extLst>
              <a:ext uri="{FF2B5EF4-FFF2-40B4-BE49-F238E27FC236}">
                <a16:creationId xmlns:a16="http://schemas.microsoft.com/office/drawing/2014/main" id="{3C0B3F07-81C8-B405-358A-477E7AC852EB}"/>
              </a:ext>
            </a:extLst>
          </p:cNvPr>
          <p:cNvSpPr>
            <a:spLocks noGrp="1"/>
          </p:cNvSpPr>
          <p:nvPr>
            <p:ph sz="quarter" idx="17"/>
          </p:nvPr>
        </p:nvSpPr>
        <p:spPr>
          <a:xfrm>
            <a:off x="553756" y="1076960"/>
            <a:ext cx="3692806" cy="3444240"/>
          </a:xfrm>
        </p:spPr>
        <p:txBody>
          <a:bodyPr/>
          <a:lstStyle/>
          <a:p>
            <a:pPr marL="285750" indent="-285750">
              <a:buFont typeface="Arial" panose="020B0604020202020204" pitchFamily="34" charset="0"/>
              <a:buChar char="•"/>
            </a:pPr>
            <a:r>
              <a:rPr lang="en-US" sz="1200"/>
              <a:t>Test routing for RMA</a:t>
            </a:r>
          </a:p>
          <a:p>
            <a:pPr marL="560070" lvl="1" indent="-285750">
              <a:buFont typeface="Arial" panose="020B0604020202020204" pitchFamily="34" charset="0"/>
              <a:buChar char="•"/>
            </a:pPr>
            <a:r>
              <a:rPr lang="en-US"/>
              <a:t>Multistep RMA</a:t>
            </a:r>
          </a:p>
          <a:p>
            <a:pPr marL="285750" indent="-285750">
              <a:buFont typeface="Arial" panose="020B0604020202020204" pitchFamily="34" charset="0"/>
              <a:buChar char="•"/>
            </a:pPr>
            <a:r>
              <a:rPr lang="en-US" sz="1200"/>
              <a:t>Special instructions?</a:t>
            </a:r>
          </a:p>
          <a:p>
            <a:pPr marL="285750" indent="-285750">
              <a:buFont typeface="Arial" panose="020B0604020202020204" pitchFamily="34" charset="0"/>
              <a:buChar char="•"/>
            </a:pPr>
            <a:r>
              <a:rPr lang="en-US" sz="1200"/>
              <a:t>Do we want to capture as-found data?</a:t>
            </a:r>
          </a:p>
          <a:p>
            <a:pPr marL="285750" indent="-285750">
              <a:buFont typeface="Arial" panose="020B0604020202020204" pitchFamily="34" charset="0"/>
              <a:buChar char="•"/>
            </a:pPr>
            <a:r>
              <a:rPr lang="en-US" sz="1200"/>
              <a:t>Must have for release! (MVDB deliverable)</a:t>
            </a:r>
          </a:p>
          <a:p>
            <a:pPr marL="285750" indent="-285750">
              <a:buFont typeface="Arial" panose="020B0604020202020204" pitchFamily="34" charset="0"/>
              <a:buChar char="•"/>
            </a:pPr>
            <a:r>
              <a:rPr lang="en-US" sz="1200"/>
              <a:t>Understand RMA capability need on satellite sites! (upgrade plan provided)</a:t>
            </a:r>
          </a:p>
          <a:p>
            <a:pPr marL="560070" lvl="1" indent="-285750">
              <a:buFont typeface="Arial" panose="020B0604020202020204" pitchFamily="34" charset="0"/>
              <a:buChar char="•"/>
            </a:pPr>
            <a:r>
              <a:rPr lang="en-US"/>
              <a:t>CSC support?</a:t>
            </a:r>
          </a:p>
          <a:p>
            <a:pPr marL="285750" indent="-285750">
              <a:buFont typeface="Arial" panose="020B0604020202020204" pitchFamily="34" charset="0"/>
              <a:buChar char="•"/>
            </a:pPr>
            <a:r>
              <a:rPr lang="en-US" sz="1200"/>
              <a:t>Work with HW Services to determine a ramp-up plan based on forecast</a:t>
            </a:r>
          </a:p>
          <a:p>
            <a:endParaRPr lang="en-US"/>
          </a:p>
        </p:txBody>
      </p:sp>
      <p:sp>
        <p:nvSpPr>
          <p:cNvPr id="9" name="Content Placeholder 8">
            <a:extLst>
              <a:ext uri="{FF2B5EF4-FFF2-40B4-BE49-F238E27FC236}">
                <a16:creationId xmlns:a16="http://schemas.microsoft.com/office/drawing/2014/main" id="{FAC9496A-3622-8611-3DCD-0828ED2BF114}"/>
              </a:ext>
            </a:extLst>
          </p:cNvPr>
          <p:cNvSpPr>
            <a:spLocks noGrp="1"/>
          </p:cNvSpPr>
          <p:nvPr>
            <p:ph sz="quarter" idx="18"/>
          </p:nvPr>
        </p:nvSpPr>
        <p:spPr>
          <a:xfrm>
            <a:off x="4837816" y="1452880"/>
            <a:ext cx="3980745" cy="2484121"/>
          </a:xfrm>
        </p:spPr>
        <p:txBody>
          <a:bodyPr/>
          <a:lstStyle/>
          <a:p>
            <a:endParaRPr lang="en-US"/>
          </a:p>
        </p:txBody>
      </p:sp>
      <p:sp>
        <p:nvSpPr>
          <p:cNvPr id="6" name="TextBox 5">
            <a:extLst>
              <a:ext uri="{FF2B5EF4-FFF2-40B4-BE49-F238E27FC236}">
                <a16:creationId xmlns:a16="http://schemas.microsoft.com/office/drawing/2014/main" id="{8194F65E-B958-E500-1CC6-761842EAE993}"/>
              </a:ext>
            </a:extLst>
          </p:cNvPr>
          <p:cNvSpPr txBox="1"/>
          <p:nvPr/>
        </p:nvSpPr>
        <p:spPr>
          <a:xfrm>
            <a:off x="1987698" y="4817923"/>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Required for PPA meeting, do not delete</a:t>
            </a:r>
          </a:p>
        </p:txBody>
      </p:sp>
      <p:sp>
        <p:nvSpPr>
          <p:cNvPr id="2" name="Freeform: Shape 1">
            <a:extLst>
              <a:ext uri="{FF2B5EF4-FFF2-40B4-BE49-F238E27FC236}">
                <a16:creationId xmlns:a16="http://schemas.microsoft.com/office/drawing/2014/main" id="{CDDC13F6-A73E-13F4-C253-1C66D684C3CA}"/>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699065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0031A-79A4-2923-5235-0FB917E5FB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610506-9DAC-0A79-D8DC-5D0D5F8DA9CD}"/>
              </a:ext>
            </a:extLst>
          </p:cNvPr>
          <p:cNvSpPr>
            <a:spLocks noGrp="1"/>
          </p:cNvSpPr>
          <p:nvPr>
            <p:ph type="title"/>
          </p:nvPr>
        </p:nvSpPr>
        <p:spPr/>
        <p:txBody>
          <a:bodyPr>
            <a:normAutofit/>
          </a:bodyPr>
          <a:lstStyle/>
          <a:p>
            <a:r>
              <a:rPr lang="en-US"/>
              <a:t>Safety </a:t>
            </a:r>
            <a:r>
              <a:rPr lang="hu-HU"/>
              <a:t>/</a:t>
            </a:r>
            <a:r>
              <a:rPr lang="en-US"/>
              <a:t> Ergonomics</a:t>
            </a:r>
          </a:p>
        </p:txBody>
      </p:sp>
      <p:sp>
        <p:nvSpPr>
          <p:cNvPr id="7" name="Content Placeholder 6">
            <a:extLst>
              <a:ext uri="{FF2B5EF4-FFF2-40B4-BE49-F238E27FC236}">
                <a16:creationId xmlns:a16="http://schemas.microsoft.com/office/drawing/2014/main" id="{3268629A-A15C-0251-B545-8ABE0DBF818C}"/>
              </a:ext>
            </a:extLst>
          </p:cNvPr>
          <p:cNvSpPr>
            <a:spLocks noGrp="1"/>
          </p:cNvSpPr>
          <p:nvPr>
            <p:ph sz="quarter" idx="17"/>
          </p:nvPr>
        </p:nvSpPr>
        <p:spPr>
          <a:xfrm>
            <a:off x="553755" y="1443452"/>
            <a:ext cx="3752429" cy="2501742"/>
          </a:xfrm>
        </p:spPr>
        <p:txBody>
          <a:bodyPr vert="horz" lIns="91440" tIns="91440" rIns="91440" bIns="45720" rtlCol="0" anchor="t">
            <a:noAutofit/>
          </a:bodyPr>
          <a:lstStyle/>
          <a:p>
            <a:pPr marL="285750" indent="-285750">
              <a:buFont typeface="Arial" panose="020B0604020202020204" pitchFamily="34" charset="0"/>
              <a:buChar char="•"/>
            </a:pPr>
            <a:r>
              <a:rPr lang="en-US" sz="1400">
                <a:ea typeface="Noto Sans"/>
                <a:cs typeface="Arial"/>
              </a:rPr>
              <a:t>Safety</a:t>
            </a:r>
            <a:endParaRPr lang="en-US" sz="1200">
              <a:ea typeface="Noto Sans"/>
              <a:cs typeface="Arial"/>
            </a:endParaRPr>
          </a:p>
          <a:p>
            <a:pPr marL="498078" lvl="1" indent="-285750">
              <a:buFont typeface="Arial" panose="020B0604020202020204" pitchFamily="34" charset="0"/>
              <a:buChar char="•"/>
            </a:pPr>
            <a:r>
              <a:rPr lang="en-US" sz="1050">
                <a:ea typeface="Noto Sans"/>
                <a:cs typeface="Arial"/>
              </a:rPr>
              <a:t>Test Asset #1: </a:t>
            </a:r>
            <a:r>
              <a:rPr lang="en-US" sz="800">
                <a:ea typeface="Noto Sans"/>
                <a:cs typeface="Arial"/>
              </a:rPr>
              <a:t>&lt;Safety Ticket Link&gt;  &lt;DQP-0153 Link&gt;</a:t>
            </a:r>
          </a:p>
          <a:p>
            <a:pPr marL="498078" lvl="1" indent="-285750">
              <a:buFont typeface="Arial" panose="020B0604020202020204" pitchFamily="34" charset="0"/>
              <a:buChar char="•"/>
            </a:pPr>
            <a:r>
              <a:rPr lang="en-US" sz="1050">
                <a:ea typeface="Noto Sans"/>
                <a:cs typeface="Arial"/>
              </a:rPr>
              <a:t>Test Asset #2: </a:t>
            </a:r>
            <a:r>
              <a:rPr lang="en-US" sz="800">
                <a:ea typeface="Noto Sans"/>
                <a:cs typeface="Arial"/>
              </a:rPr>
              <a:t>&lt;Safety Ticket Link&gt; &lt;DQP-0153 Link&gt;</a:t>
            </a:r>
            <a:endParaRPr lang="en-US" sz="1050">
              <a:ea typeface="Noto Sans"/>
              <a:cs typeface="Arial"/>
            </a:endParaRPr>
          </a:p>
          <a:p>
            <a:pPr marL="498078" lvl="1" indent="-285750">
              <a:buFont typeface="Arial" panose="020B0604020202020204" pitchFamily="34" charset="0"/>
              <a:buChar char="•"/>
            </a:pPr>
            <a:r>
              <a:rPr lang="en-US" sz="1050">
                <a:ea typeface="Noto Sans"/>
                <a:cs typeface="Arial"/>
              </a:rPr>
              <a:t>Test Asset #3: </a:t>
            </a:r>
            <a:r>
              <a:rPr lang="en-US" sz="800">
                <a:ea typeface="Noto Sans"/>
                <a:cs typeface="Arial"/>
              </a:rPr>
              <a:t>&lt;Safety Ticket Link&gt; &lt;DQP-0153 Link&gt;</a:t>
            </a:r>
            <a:endParaRPr lang="en-US" sz="1050">
              <a:ea typeface="Noto Sans"/>
              <a:cs typeface="Arial"/>
            </a:endParaRPr>
          </a:p>
          <a:p>
            <a:pPr marL="498078" lvl="1" indent="-285750">
              <a:buFont typeface="Arial" panose="020B0604020202020204" pitchFamily="34" charset="0"/>
              <a:buChar char="•"/>
            </a:pPr>
            <a:r>
              <a:rPr lang="en-US">
                <a:ea typeface="Noto Sans"/>
                <a:cs typeface="Arial"/>
              </a:rPr>
              <a:t>Test</a:t>
            </a:r>
            <a:r>
              <a:rPr lang="en-US" sz="1050">
                <a:ea typeface="Noto Sans"/>
                <a:cs typeface="Arial"/>
              </a:rPr>
              <a:t> Asset #4: </a:t>
            </a:r>
            <a:r>
              <a:rPr lang="en-US" sz="800">
                <a:ea typeface="Noto Sans"/>
                <a:cs typeface="Arial"/>
              </a:rPr>
              <a:t>&lt;Safety Ticket Link&gt; &lt;DQP-0153 Link&gt;</a:t>
            </a:r>
            <a:br>
              <a:rPr lang="en-US" sz="1200">
                <a:ea typeface="Noto Sans"/>
                <a:cs typeface="Arial"/>
              </a:rPr>
            </a:br>
            <a:endParaRPr lang="en-US" sz="1200">
              <a:ea typeface="Noto Sans"/>
              <a:cs typeface="Arial"/>
            </a:endParaRPr>
          </a:p>
          <a:p>
            <a:pPr marL="498078" lvl="1" indent="-285750">
              <a:buFont typeface="Arial" panose="020B0604020202020204" pitchFamily="34" charset="0"/>
              <a:buChar char="•"/>
            </a:pPr>
            <a:r>
              <a:rPr lang="en-US" sz="1200">
                <a:ea typeface="Noto Sans"/>
                <a:cs typeface="Arial"/>
              </a:rPr>
              <a:t>Overall HLD Safety Review(s) Outcome:</a:t>
            </a:r>
          </a:p>
          <a:p>
            <a:pPr marL="716359" lvl="2" indent="-285750">
              <a:buFont typeface="Arial" panose="020B0604020202020204" pitchFamily="34" charset="0"/>
              <a:buChar char="•"/>
            </a:pPr>
            <a:r>
              <a:rPr lang="en-US" sz="1200">
                <a:ea typeface="Noto Sans"/>
                <a:cs typeface="Arial"/>
              </a:rPr>
              <a:t>“</a:t>
            </a:r>
            <a:r>
              <a:rPr lang="en-US" sz="1200" b="1">
                <a:solidFill>
                  <a:srgbClr val="55B77D"/>
                </a:solidFill>
                <a:ea typeface="Noto Sans"/>
                <a:cs typeface="Arial"/>
              </a:rPr>
              <a:t>Go</a:t>
            </a:r>
            <a:r>
              <a:rPr lang="en-US" sz="1200">
                <a:ea typeface="Noto Sans"/>
                <a:cs typeface="Arial"/>
              </a:rPr>
              <a:t>” or “</a:t>
            </a:r>
            <a:r>
              <a:rPr lang="en-US" sz="1200" b="1">
                <a:solidFill>
                  <a:schemeClr val="accent5">
                    <a:lumMod val="75000"/>
                  </a:schemeClr>
                </a:solidFill>
                <a:ea typeface="Noto Sans"/>
                <a:cs typeface="Arial"/>
              </a:rPr>
              <a:t>Conditional Go</a:t>
            </a:r>
            <a:r>
              <a:rPr lang="en-US" sz="1200">
                <a:ea typeface="Noto Sans"/>
                <a:cs typeface="Arial"/>
              </a:rPr>
              <a:t>”</a:t>
            </a:r>
          </a:p>
          <a:p>
            <a:pPr marL="716359" lvl="2" indent="-285750">
              <a:buFont typeface="Arial" panose="020B0604020202020204" pitchFamily="34" charset="0"/>
              <a:buChar char="•"/>
            </a:pPr>
            <a:r>
              <a:rPr lang="en-US" sz="1200">
                <a:ea typeface="Noto Sans"/>
                <a:cs typeface="Arial"/>
              </a:rPr>
              <a:t>Risks captured in Safety Risks Matrix</a:t>
            </a:r>
          </a:p>
        </p:txBody>
      </p:sp>
      <p:sp>
        <p:nvSpPr>
          <p:cNvPr id="8" name="Content Placeholder 7">
            <a:extLst>
              <a:ext uri="{FF2B5EF4-FFF2-40B4-BE49-F238E27FC236}">
                <a16:creationId xmlns:a16="http://schemas.microsoft.com/office/drawing/2014/main" id="{5605BD6F-7DF1-6F06-DF61-2B9FD0180164}"/>
              </a:ext>
            </a:extLst>
          </p:cNvPr>
          <p:cNvSpPr>
            <a:spLocks noGrp="1"/>
          </p:cNvSpPr>
          <p:nvPr>
            <p:ph sz="quarter" idx="18"/>
          </p:nvPr>
        </p:nvSpPr>
        <p:spPr>
          <a:xfrm>
            <a:off x="4837818" y="1443452"/>
            <a:ext cx="3980745" cy="2501742"/>
          </a:xfrm>
        </p:spPr>
        <p:txBody>
          <a:bodyPr/>
          <a:lstStyle/>
          <a:p>
            <a:pPr marL="285750" indent="-285750">
              <a:buFont typeface="Arial" panose="020B0604020202020204" pitchFamily="34" charset="0"/>
              <a:buChar char="•"/>
            </a:pPr>
            <a:r>
              <a:rPr lang="en-US" sz="1400">
                <a:ea typeface="Noto Sans"/>
                <a:cs typeface="Arial"/>
              </a:rPr>
              <a:t>Ergonomics</a:t>
            </a:r>
            <a:endParaRPr lang="en-US" sz="1200">
              <a:ea typeface="Noto Sans"/>
              <a:cs typeface="Arial"/>
            </a:endParaRPr>
          </a:p>
          <a:p>
            <a:pPr marL="498078" lvl="1" indent="-285750">
              <a:buFont typeface="Arial" panose="020B0604020202020204" pitchFamily="34" charset="0"/>
              <a:buChar char="•"/>
            </a:pPr>
            <a:r>
              <a:rPr lang="en-US" sz="1200">
                <a:ea typeface="Noto Sans"/>
                <a:cs typeface="Arial"/>
              </a:rPr>
              <a:t>Requirements – referring to </a:t>
            </a:r>
            <a:r>
              <a:rPr lang="en-US" sz="1200" err="1">
                <a:ea typeface="Noto Sans"/>
                <a:cs typeface="Arial"/>
              </a:rPr>
              <a:t>DfMT</a:t>
            </a:r>
            <a:endParaRPr lang="en-US" sz="1200">
              <a:ea typeface="Noto Sans"/>
              <a:cs typeface="Arial"/>
            </a:endParaRPr>
          </a:p>
          <a:p>
            <a:pPr marL="498078" lvl="1" indent="-285750">
              <a:buFont typeface="Arial" panose="020B0604020202020204" pitchFamily="34" charset="0"/>
              <a:buChar char="•"/>
            </a:pPr>
            <a:r>
              <a:rPr lang="en-US" sz="1200">
                <a:ea typeface="Noto Sans"/>
                <a:cs typeface="Arial"/>
              </a:rPr>
              <a:t>Satellite site facility requirements discussed</a:t>
            </a:r>
          </a:p>
        </p:txBody>
      </p:sp>
      <p:sp>
        <p:nvSpPr>
          <p:cNvPr id="2" name="TextBox 1">
            <a:extLst>
              <a:ext uri="{FF2B5EF4-FFF2-40B4-BE49-F238E27FC236}">
                <a16:creationId xmlns:a16="http://schemas.microsoft.com/office/drawing/2014/main" id="{6C721060-5319-9D11-E3AD-9FE9AC7F0524}"/>
              </a:ext>
            </a:extLst>
          </p:cNvPr>
          <p:cNvSpPr txBox="1"/>
          <p:nvPr/>
        </p:nvSpPr>
        <p:spPr>
          <a:xfrm>
            <a:off x="1987698" y="4816374"/>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Required for PPA meeting, do not delete</a:t>
            </a:r>
          </a:p>
        </p:txBody>
      </p:sp>
      <p:sp>
        <p:nvSpPr>
          <p:cNvPr id="3" name="Freeform: Shape 2">
            <a:extLst>
              <a:ext uri="{FF2B5EF4-FFF2-40B4-BE49-F238E27FC236}">
                <a16:creationId xmlns:a16="http://schemas.microsoft.com/office/drawing/2014/main" id="{C44E0352-48E3-8F46-5EF8-42A735D13A2A}"/>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3013545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1EC7CA-D3A8-E337-3661-7EF7BCAC7B01}"/>
              </a:ext>
            </a:extLst>
          </p:cNvPr>
          <p:cNvSpPr>
            <a:spLocks noGrp="1"/>
          </p:cNvSpPr>
          <p:nvPr>
            <p:ph type="title"/>
          </p:nvPr>
        </p:nvSpPr>
        <p:spPr/>
        <p:txBody>
          <a:bodyPr/>
          <a:lstStyle/>
          <a:p>
            <a:r>
              <a:rPr lang="en-US"/>
              <a:t>Manufacturing Executive Summary Slide</a:t>
            </a:r>
          </a:p>
        </p:txBody>
      </p:sp>
      <p:sp>
        <p:nvSpPr>
          <p:cNvPr id="2" name="Text Placeholder 1">
            <a:extLst>
              <a:ext uri="{FF2B5EF4-FFF2-40B4-BE49-F238E27FC236}">
                <a16:creationId xmlns:a16="http://schemas.microsoft.com/office/drawing/2014/main" id="{A7634AD0-CC50-42C5-68E0-002394EE1973}"/>
              </a:ext>
            </a:extLst>
          </p:cNvPr>
          <p:cNvSpPr>
            <a:spLocks noGrp="1"/>
          </p:cNvSpPr>
          <p:nvPr>
            <p:ph type="body" sz="quarter" idx="15"/>
          </p:nvPr>
        </p:nvSpPr>
        <p:spPr>
          <a:xfrm>
            <a:off x="553758" y="1082683"/>
            <a:ext cx="3692804" cy="476250"/>
          </a:xfrm>
        </p:spPr>
        <p:txBody>
          <a:bodyPr anchor="t"/>
          <a:lstStyle/>
          <a:p>
            <a:r>
              <a:rPr lang="en-US"/>
              <a:t>Key Risks to On Time Release</a:t>
            </a:r>
          </a:p>
        </p:txBody>
      </p:sp>
      <p:sp>
        <p:nvSpPr>
          <p:cNvPr id="3" name="Text Placeholder 2">
            <a:extLst>
              <a:ext uri="{FF2B5EF4-FFF2-40B4-BE49-F238E27FC236}">
                <a16:creationId xmlns:a16="http://schemas.microsoft.com/office/drawing/2014/main" id="{C36F6564-31F7-49C4-9D39-E8477165D851}"/>
              </a:ext>
            </a:extLst>
          </p:cNvPr>
          <p:cNvSpPr>
            <a:spLocks noGrp="1"/>
          </p:cNvSpPr>
          <p:nvPr>
            <p:ph type="body" sz="quarter" idx="16"/>
          </p:nvPr>
        </p:nvSpPr>
        <p:spPr>
          <a:xfrm>
            <a:off x="4837814" y="1082683"/>
            <a:ext cx="3980747" cy="476250"/>
          </a:xfrm>
        </p:spPr>
        <p:txBody>
          <a:bodyPr anchor="t"/>
          <a:lstStyle/>
          <a:p>
            <a:r>
              <a:rPr lang="en-US"/>
              <a:t>Key Risks for Sustaining</a:t>
            </a:r>
          </a:p>
        </p:txBody>
      </p:sp>
      <p:sp>
        <p:nvSpPr>
          <p:cNvPr id="5" name="Content Placeholder 4">
            <a:extLst>
              <a:ext uri="{FF2B5EF4-FFF2-40B4-BE49-F238E27FC236}">
                <a16:creationId xmlns:a16="http://schemas.microsoft.com/office/drawing/2014/main" id="{AE14A173-EECB-0C0F-7D97-E8DBA76B4B2C}"/>
              </a:ext>
            </a:extLst>
          </p:cNvPr>
          <p:cNvSpPr>
            <a:spLocks noGrp="1"/>
          </p:cNvSpPr>
          <p:nvPr>
            <p:ph sz="quarter" idx="17"/>
          </p:nvPr>
        </p:nvSpPr>
        <p:spPr>
          <a:xfrm>
            <a:off x="553756" y="1558934"/>
            <a:ext cx="3692806" cy="2378068"/>
          </a:xfrm>
        </p:spPr>
        <p:txBody>
          <a:bodyPr/>
          <a:lstStyle/>
          <a:p>
            <a:r>
              <a:rPr lang="en-US"/>
              <a:t>&lt;Summarize aspects from the TSDR that </a:t>
            </a:r>
            <a:r>
              <a:rPr lang="en-US" err="1"/>
              <a:t>Mfg</a:t>
            </a:r>
            <a:r>
              <a:rPr lang="en-US"/>
              <a:t> Test leadership should be aware of related to releasing the product to Manufacturing in line with the project schedule&gt;</a:t>
            </a:r>
          </a:p>
        </p:txBody>
      </p:sp>
      <p:sp>
        <p:nvSpPr>
          <p:cNvPr id="9" name="Content Placeholder 8">
            <a:extLst>
              <a:ext uri="{FF2B5EF4-FFF2-40B4-BE49-F238E27FC236}">
                <a16:creationId xmlns:a16="http://schemas.microsoft.com/office/drawing/2014/main" id="{68CAED73-AAAD-C1E6-8274-B04685172A80}"/>
              </a:ext>
            </a:extLst>
          </p:cNvPr>
          <p:cNvSpPr>
            <a:spLocks noGrp="1"/>
          </p:cNvSpPr>
          <p:nvPr>
            <p:ph sz="quarter" idx="18"/>
          </p:nvPr>
        </p:nvSpPr>
        <p:spPr>
          <a:xfrm>
            <a:off x="4837816" y="1558934"/>
            <a:ext cx="3980745" cy="2378068"/>
          </a:xfrm>
        </p:spPr>
        <p:txBody>
          <a:bodyPr/>
          <a:lstStyle/>
          <a:p>
            <a:r>
              <a:rPr lang="en-US"/>
              <a:t>&lt;Summarize aspects from the TSDR that </a:t>
            </a:r>
            <a:r>
              <a:rPr lang="en-US" err="1"/>
              <a:t>Mfg</a:t>
            </a:r>
            <a:r>
              <a:rPr lang="en-US"/>
              <a:t> Test leadership should be aware of related to sustaining the product over time&gt;</a:t>
            </a:r>
          </a:p>
        </p:txBody>
      </p:sp>
      <p:sp>
        <p:nvSpPr>
          <p:cNvPr id="6" name="TextBox 5">
            <a:extLst>
              <a:ext uri="{FF2B5EF4-FFF2-40B4-BE49-F238E27FC236}">
                <a16:creationId xmlns:a16="http://schemas.microsoft.com/office/drawing/2014/main" id="{2F28B70E-81B3-4863-F77E-53EC8AA21837}"/>
              </a:ext>
            </a:extLst>
          </p:cNvPr>
          <p:cNvSpPr txBox="1"/>
          <p:nvPr/>
        </p:nvSpPr>
        <p:spPr>
          <a:xfrm>
            <a:off x="1987698" y="4814712"/>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To be filled out by the Mfg TE</a:t>
            </a:r>
          </a:p>
        </p:txBody>
      </p:sp>
      <p:sp>
        <p:nvSpPr>
          <p:cNvPr id="7" name="Freeform: Shape 6">
            <a:extLst>
              <a:ext uri="{FF2B5EF4-FFF2-40B4-BE49-F238E27FC236}">
                <a16:creationId xmlns:a16="http://schemas.microsoft.com/office/drawing/2014/main" id="{062656DF-63C3-44A9-B684-C8C74AD59AF0}"/>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3153357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2">
            <a:lumMod val="75000"/>
          </a:schemeClr>
        </a:solidFill>
        <a:effectLst/>
      </p:bgPr>
    </p:bg>
    <p:spTree>
      <p:nvGrpSpPr>
        <p:cNvPr id="1" name="">
          <a:extLst>
            <a:ext uri="{FF2B5EF4-FFF2-40B4-BE49-F238E27FC236}">
              <a16:creationId xmlns:a16="http://schemas.microsoft.com/office/drawing/2014/main" id="{60E2E920-C806-415C-90A8-42A4F86AF04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92C608B-7AF9-53B1-AA01-F7AB8A1F5EE5}"/>
              </a:ext>
            </a:extLst>
          </p:cNvPr>
          <p:cNvSpPr>
            <a:spLocks noGrp="1"/>
          </p:cNvSpPr>
          <p:nvPr>
            <p:ph type="body" sz="quarter" idx="12"/>
          </p:nvPr>
        </p:nvSpPr>
        <p:spPr>
          <a:xfrm>
            <a:off x="552690" y="-788"/>
            <a:ext cx="6547724" cy="5145975"/>
          </a:xfrm>
        </p:spPr>
        <p:txBody>
          <a:bodyPr vert="horz" lIns="91440" tIns="91440" rIns="91440" bIns="45720" rtlCol="0" anchor="ctr">
            <a:noAutofit/>
          </a:bodyPr>
          <a:lstStyle/>
          <a:p>
            <a:r>
              <a:rPr lang="en-US" sz="2800">
                <a:latin typeface="Arial"/>
                <a:cs typeface="Arial"/>
              </a:rPr>
              <a:t>SECTION INSTRUCTIONS</a:t>
            </a:r>
          </a:p>
          <a:p>
            <a:r>
              <a:rPr lang="en-US">
                <a:latin typeface="Arial"/>
                <a:cs typeface="Arial"/>
              </a:rPr>
              <a:t>The slides contained within this 'Only Present If Required' section must always be filled out to completion paying attention to additional information within the </a:t>
            </a:r>
            <a:r>
              <a:rPr lang="en-US" b="1" u="sng">
                <a:solidFill>
                  <a:srgbClr val="FF0000"/>
                </a:solidFill>
                <a:latin typeface="Arial"/>
                <a:cs typeface="Arial"/>
              </a:rPr>
              <a:t>slide notes</a:t>
            </a:r>
            <a:r>
              <a:rPr lang="en-US">
                <a:latin typeface="Arial"/>
                <a:cs typeface="Arial"/>
              </a:rPr>
              <a:t> as well as any relevant information within the Test Set Handoff Checklist's </a:t>
            </a:r>
            <a:r>
              <a:rPr lang="en-US" b="1" u="sng">
                <a:solidFill>
                  <a:srgbClr val="FF0000"/>
                </a:solidFill>
                <a:latin typeface="Arial"/>
                <a:cs typeface="Arial"/>
              </a:rPr>
              <a:t>Test System Design Review Sheet</a:t>
            </a:r>
            <a:r>
              <a:rPr lang="en-US">
                <a:latin typeface="Arial"/>
                <a:cs typeface="Arial"/>
              </a:rPr>
              <a:t>.</a:t>
            </a:r>
            <a:endParaRPr lang="en-US">
              <a:solidFill>
                <a:srgbClr val="000000"/>
              </a:solidFill>
              <a:latin typeface="Arial"/>
              <a:cs typeface="Arial"/>
            </a:endParaRPr>
          </a:p>
          <a:p>
            <a:endParaRPr lang="en-US"/>
          </a:p>
          <a:p>
            <a:r>
              <a:rPr lang="en-US">
                <a:latin typeface="Arial"/>
                <a:cs typeface="Arial"/>
              </a:rPr>
              <a:t>If any of the content in the slides is deemed </a:t>
            </a:r>
            <a:r>
              <a:rPr lang="en-US" b="1" u="sng">
                <a:latin typeface="Arial"/>
                <a:cs typeface="Arial"/>
              </a:rPr>
              <a:t>High-Risk</a:t>
            </a:r>
            <a:r>
              <a:rPr lang="en-US">
                <a:latin typeface="Arial"/>
                <a:cs typeface="Arial"/>
              </a:rPr>
              <a:t>, </a:t>
            </a:r>
            <a:r>
              <a:rPr lang="en-US" b="1" u="sng">
                <a:latin typeface="Arial"/>
                <a:cs typeface="Arial"/>
              </a:rPr>
              <a:t>New</a:t>
            </a:r>
            <a:r>
              <a:rPr lang="en-US">
                <a:latin typeface="Arial"/>
                <a:cs typeface="Arial"/>
              </a:rPr>
              <a:t>, </a:t>
            </a:r>
            <a:r>
              <a:rPr lang="en-US" b="1" u="sng">
                <a:latin typeface="Arial"/>
                <a:cs typeface="Arial"/>
              </a:rPr>
              <a:t>Unique</a:t>
            </a:r>
            <a:r>
              <a:rPr lang="en-US">
                <a:latin typeface="Arial"/>
                <a:cs typeface="Arial"/>
              </a:rPr>
              <a:t>, </a:t>
            </a:r>
            <a:r>
              <a:rPr lang="en-US" b="1" u="sng">
                <a:latin typeface="Arial"/>
                <a:cs typeface="Arial"/>
              </a:rPr>
              <a:t>Difficult</a:t>
            </a:r>
            <a:r>
              <a:rPr lang="en-US">
                <a:latin typeface="Arial"/>
                <a:cs typeface="Arial"/>
              </a:rPr>
              <a:t>, or </a:t>
            </a:r>
            <a:r>
              <a:rPr lang="en-US" b="1" u="sng">
                <a:latin typeface="Arial"/>
                <a:cs typeface="Arial"/>
              </a:rPr>
              <a:t>Different</a:t>
            </a:r>
            <a:r>
              <a:rPr lang="en-US">
                <a:latin typeface="Arial"/>
                <a:cs typeface="Arial"/>
              </a:rPr>
              <a:t>, the slide(s) should be moved into the 'Must Be Presented' section.</a:t>
            </a:r>
            <a:endParaRPr lang="en-US"/>
          </a:p>
          <a:p>
            <a:r>
              <a:rPr lang="en-US">
                <a:latin typeface="Arial"/>
                <a:cs typeface="Arial"/>
              </a:rPr>
              <a:t>If a slide does **not** contain information that is </a:t>
            </a:r>
            <a:r>
              <a:rPr lang="en-US" b="1" u="sng">
                <a:latin typeface="Arial"/>
                <a:cs typeface="Arial"/>
              </a:rPr>
              <a:t>High-Risk</a:t>
            </a:r>
            <a:r>
              <a:rPr lang="en-US">
                <a:latin typeface="Arial"/>
                <a:cs typeface="Arial"/>
              </a:rPr>
              <a:t>, </a:t>
            </a:r>
            <a:r>
              <a:rPr lang="en-US" b="1" u="sng">
                <a:latin typeface="Arial"/>
                <a:cs typeface="Arial"/>
              </a:rPr>
              <a:t>New</a:t>
            </a:r>
            <a:r>
              <a:rPr lang="en-US">
                <a:latin typeface="Arial"/>
                <a:cs typeface="Arial"/>
              </a:rPr>
              <a:t>, </a:t>
            </a:r>
            <a:r>
              <a:rPr lang="en-US" b="1" u="sng">
                <a:latin typeface="Arial"/>
                <a:cs typeface="Arial"/>
              </a:rPr>
              <a:t>Unique</a:t>
            </a:r>
            <a:r>
              <a:rPr lang="en-US">
                <a:latin typeface="Arial"/>
                <a:cs typeface="Arial"/>
              </a:rPr>
              <a:t>, </a:t>
            </a:r>
            <a:r>
              <a:rPr lang="en-US" b="1" u="sng">
                <a:latin typeface="Arial"/>
                <a:cs typeface="Arial"/>
              </a:rPr>
              <a:t>Difficult</a:t>
            </a:r>
            <a:r>
              <a:rPr lang="en-US">
                <a:latin typeface="Arial"/>
                <a:cs typeface="Arial"/>
              </a:rPr>
              <a:t>, or </a:t>
            </a:r>
            <a:r>
              <a:rPr lang="en-US" b="1" u="sng">
                <a:latin typeface="Arial"/>
                <a:cs typeface="Arial"/>
              </a:rPr>
              <a:t>Different</a:t>
            </a:r>
            <a:r>
              <a:rPr lang="en-US">
                <a:latin typeface="Arial"/>
                <a:cs typeface="Arial"/>
              </a:rPr>
              <a:t>, the slide(s) should be moved into the 'Pre-Read Only' section.</a:t>
            </a:r>
            <a:endParaRPr lang="en-US">
              <a:solidFill>
                <a:srgbClr val="000000"/>
              </a:solidFill>
              <a:latin typeface="Arial"/>
              <a:cs typeface="Arial"/>
            </a:endParaRPr>
          </a:p>
          <a:p>
            <a:r>
              <a:rPr lang="en-US">
                <a:latin typeface="Arial"/>
                <a:cs typeface="Arial"/>
              </a:rPr>
              <a:t>When complete, the 'Only Present If Required' section should contain **no** slides.</a:t>
            </a:r>
            <a:endParaRPr lang="en-US"/>
          </a:p>
        </p:txBody>
      </p:sp>
    </p:spTree>
    <p:extLst>
      <p:ext uri="{BB962C8B-B14F-4D97-AF65-F5344CB8AC3E}">
        <p14:creationId xmlns:p14="http://schemas.microsoft.com/office/powerpoint/2010/main" val="261683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5DB04B-033A-254F-7CD8-9201FA87CA26}"/>
              </a:ext>
            </a:extLst>
          </p:cNvPr>
          <p:cNvSpPr>
            <a:spLocks noGrp="1"/>
          </p:cNvSpPr>
          <p:nvPr>
            <p:ph type="title"/>
          </p:nvPr>
        </p:nvSpPr>
        <p:spPr/>
        <p:txBody>
          <a:bodyPr/>
          <a:lstStyle/>
          <a:p>
            <a:r>
              <a:rPr lang="en-US"/>
              <a:t>Product Spec Coverage</a:t>
            </a:r>
          </a:p>
        </p:txBody>
      </p:sp>
      <p:sp>
        <p:nvSpPr>
          <p:cNvPr id="11" name="Content Placeholder 10">
            <a:extLst>
              <a:ext uri="{FF2B5EF4-FFF2-40B4-BE49-F238E27FC236}">
                <a16:creationId xmlns:a16="http://schemas.microsoft.com/office/drawing/2014/main" id="{7D15A944-C8A9-088A-B80E-EED1D1FD8A2C}"/>
              </a:ext>
            </a:extLst>
          </p:cNvPr>
          <p:cNvSpPr>
            <a:spLocks noGrp="1"/>
          </p:cNvSpPr>
          <p:nvPr>
            <p:ph idx="1"/>
          </p:nvPr>
        </p:nvSpPr>
        <p:spPr/>
        <p:txBody>
          <a:bodyPr/>
          <a:lstStyle/>
          <a:p>
            <a:pPr marL="171450" indent="-171450">
              <a:buFont typeface="Arial" panose="020B0604020202020204" pitchFamily="34" charset="0"/>
              <a:buChar char="•"/>
            </a:pPr>
            <a:r>
              <a:rPr lang="en-US" sz="1100"/>
              <a:t>All specifications should be considered.  It is recommended to add ‘Notes’ for KEY specs, tests that most impact the cost of the solution, and test that most impact the execution time of the solution.</a:t>
            </a:r>
          </a:p>
          <a:p>
            <a:pPr marL="171450" indent="-171450">
              <a:buFont typeface="Arial" panose="020B0604020202020204" pitchFamily="34" charset="0"/>
              <a:buChar char="•"/>
            </a:pPr>
            <a:r>
              <a:rPr lang="en-US" sz="1050"/>
              <a:t>Links to any technical deep dive information on spec coverage is useful (AzDO or Product Test Specification).</a:t>
            </a:r>
          </a:p>
        </p:txBody>
      </p:sp>
      <p:sp>
        <p:nvSpPr>
          <p:cNvPr id="8" name="Text Placeholder 7">
            <a:extLst>
              <a:ext uri="{FF2B5EF4-FFF2-40B4-BE49-F238E27FC236}">
                <a16:creationId xmlns:a16="http://schemas.microsoft.com/office/drawing/2014/main" id="{8CD2265B-019F-D39B-AD4E-18F29FADBC1B}"/>
              </a:ext>
            </a:extLst>
          </p:cNvPr>
          <p:cNvSpPr>
            <a:spLocks noGrp="1"/>
          </p:cNvSpPr>
          <p:nvPr>
            <p:ph type="body" sz="quarter" idx="10"/>
          </p:nvPr>
        </p:nvSpPr>
        <p:spPr/>
        <p:txBody>
          <a:bodyPr/>
          <a:lstStyle/>
          <a:p>
            <a:r>
              <a:rPr lang="en-US"/>
              <a:t>An overview of proposed tests as they relate to product specifications.</a:t>
            </a:r>
          </a:p>
        </p:txBody>
      </p:sp>
      <p:pic>
        <p:nvPicPr>
          <p:cNvPr id="5" name="Picture 4">
            <a:extLst>
              <a:ext uri="{FF2B5EF4-FFF2-40B4-BE49-F238E27FC236}">
                <a16:creationId xmlns:a16="http://schemas.microsoft.com/office/drawing/2014/main" id="{0D7745A3-75BD-C696-9E08-17E98F387680}"/>
              </a:ext>
            </a:extLst>
          </p:cNvPr>
          <p:cNvPicPr>
            <a:picLocks noChangeAspect="1"/>
          </p:cNvPicPr>
          <p:nvPr/>
        </p:nvPicPr>
        <p:blipFill>
          <a:blip r:embed="rId2"/>
          <a:stretch>
            <a:fillRect/>
          </a:stretch>
        </p:blipFill>
        <p:spPr>
          <a:xfrm>
            <a:off x="477905" y="2762053"/>
            <a:ext cx="8188189" cy="1462981"/>
          </a:xfrm>
          <a:prstGeom prst="rect">
            <a:avLst/>
          </a:prstGeom>
        </p:spPr>
      </p:pic>
      <p:sp>
        <p:nvSpPr>
          <p:cNvPr id="12" name="Title 1">
            <a:extLst>
              <a:ext uri="{FF2B5EF4-FFF2-40B4-BE49-F238E27FC236}">
                <a16:creationId xmlns:a16="http://schemas.microsoft.com/office/drawing/2014/main" id="{A5924D2C-221B-F704-D5B6-EDF4875A0C8F}"/>
              </a:ext>
            </a:extLst>
          </p:cNvPr>
          <p:cNvSpPr txBox="1">
            <a:spLocks/>
          </p:cNvSpPr>
          <p:nvPr/>
        </p:nvSpPr>
        <p:spPr>
          <a:xfrm>
            <a:off x="477905" y="4521494"/>
            <a:ext cx="2451596" cy="221599"/>
          </a:xfrm>
        </p:spPr>
        <p:txBody>
          <a:bodyPr lIns="0" tIns="45720" rIns="0" bIns="45720" anchor="t"/>
          <a:lstStyle>
            <a:lvl1pPr algn="l" defTabSz="914400" rtl="0" eaLnBrk="1" latinLnBrk="0" hangingPunct="1">
              <a:lnSpc>
                <a:spcPct val="90000"/>
              </a:lnSpc>
              <a:spcBef>
                <a:spcPct val="0"/>
              </a:spcBef>
              <a:buNone/>
              <a:defRPr sz="2400" b="0" i="0" kern="1000" spc="0" baseline="0">
                <a:solidFill>
                  <a:schemeClr val="tx2"/>
                </a:solidFill>
                <a:latin typeface="+mj-lt"/>
                <a:ea typeface="Arial" charset="0"/>
                <a:cs typeface="Arial" charset="0"/>
              </a:defRPr>
            </a:lvl1pPr>
          </a:lstStyle>
          <a:p>
            <a:r>
              <a:rPr lang="en-US" sz="1200">
                <a:solidFill>
                  <a:schemeClr val="accent3"/>
                </a:solidFill>
                <a:cs typeface="Arial"/>
                <a:hlinkClick r:id="rId3">
                  <a:extLst>
                    <a:ext uri="{A12FA001-AC4F-418D-AE19-62706E023703}">
                      <ahyp:hlinkClr xmlns:ahyp="http://schemas.microsoft.com/office/drawing/2018/hyperlinkcolor" val="tx"/>
                    </a:ext>
                  </a:extLst>
                </a:hlinkClick>
              </a:rPr>
              <a:t>Product Test List Template</a:t>
            </a:r>
            <a:endParaRPr lang="en-US" sz="1200">
              <a:solidFill>
                <a:schemeClr val="accent3"/>
              </a:solidFill>
              <a:cs typeface="Arial"/>
            </a:endParaRPr>
          </a:p>
        </p:txBody>
      </p:sp>
      <p:sp>
        <p:nvSpPr>
          <p:cNvPr id="2" name="Freeform: Shape 1">
            <a:extLst>
              <a:ext uri="{FF2B5EF4-FFF2-40B4-BE49-F238E27FC236}">
                <a16:creationId xmlns:a16="http://schemas.microsoft.com/office/drawing/2014/main" id="{EE5EEECE-8FB5-EE4B-55FE-2475064003FC}"/>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3157265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FBE97-5A75-469A-BED9-E472AFE12AC9}"/>
              </a:ext>
            </a:extLst>
          </p:cNvPr>
          <p:cNvSpPr>
            <a:spLocks noGrp="1"/>
          </p:cNvSpPr>
          <p:nvPr>
            <p:ph type="title"/>
          </p:nvPr>
        </p:nvSpPr>
        <p:spPr/>
        <p:txBody>
          <a:bodyPr/>
          <a:lstStyle/>
          <a:p>
            <a:r>
              <a:rPr lang="en-US" sz="2800">
                <a:solidFill>
                  <a:schemeClr val="tx1"/>
                </a:solidFill>
              </a:rPr>
              <a:t>Coverage Risks and Mitigations</a:t>
            </a:r>
          </a:p>
        </p:txBody>
      </p:sp>
      <p:graphicFrame>
        <p:nvGraphicFramePr>
          <p:cNvPr id="4" name="Table 4">
            <a:extLst>
              <a:ext uri="{FF2B5EF4-FFF2-40B4-BE49-F238E27FC236}">
                <a16:creationId xmlns:a16="http://schemas.microsoft.com/office/drawing/2014/main" id="{1F976532-B2AB-41CF-B3A8-D6B46744D64A}"/>
              </a:ext>
            </a:extLst>
          </p:cNvPr>
          <p:cNvGraphicFramePr>
            <a:graphicFrameLocks noGrp="1"/>
          </p:cNvGraphicFramePr>
          <p:nvPr>
            <p:ph type="chart" sz="quarter" idx="16"/>
            <p:extLst>
              <p:ext uri="{D42A27DB-BD31-4B8C-83A1-F6EECF244321}">
                <p14:modId xmlns:p14="http://schemas.microsoft.com/office/powerpoint/2010/main" val="2338455900"/>
              </p:ext>
            </p:extLst>
          </p:nvPr>
        </p:nvGraphicFramePr>
        <p:xfrm>
          <a:off x="313082" y="1470991"/>
          <a:ext cx="8515347" cy="2552700"/>
        </p:xfrm>
        <a:graphic>
          <a:graphicData uri="http://schemas.openxmlformats.org/drawingml/2006/table">
            <a:tbl>
              <a:tblPr firstRow="1" bandRow="1">
                <a:tableStyleId>{3C2FFA5D-87B4-456A-9821-1D502468CF0F}</a:tableStyleId>
              </a:tblPr>
              <a:tblGrid>
                <a:gridCol w="1749729">
                  <a:extLst>
                    <a:ext uri="{9D8B030D-6E8A-4147-A177-3AD203B41FA5}">
                      <a16:colId xmlns:a16="http://schemas.microsoft.com/office/drawing/2014/main" val="923483154"/>
                    </a:ext>
                  </a:extLst>
                </a:gridCol>
                <a:gridCol w="691836">
                  <a:extLst>
                    <a:ext uri="{9D8B030D-6E8A-4147-A177-3AD203B41FA5}">
                      <a16:colId xmlns:a16="http://schemas.microsoft.com/office/drawing/2014/main" val="774028419"/>
                    </a:ext>
                  </a:extLst>
                </a:gridCol>
                <a:gridCol w="3716655">
                  <a:extLst>
                    <a:ext uri="{9D8B030D-6E8A-4147-A177-3AD203B41FA5}">
                      <a16:colId xmlns:a16="http://schemas.microsoft.com/office/drawing/2014/main" val="2240521342"/>
                    </a:ext>
                  </a:extLst>
                </a:gridCol>
                <a:gridCol w="2357127">
                  <a:extLst>
                    <a:ext uri="{9D8B030D-6E8A-4147-A177-3AD203B41FA5}">
                      <a16:colId xmlns:a16="http://schemas.microsoft.com/office/drawing/2014/main" val="4162220490"/>
                    </a:ext>
                  </a:extLst>
                </a:gridCol>
              </a:tblGrid>
              <a:tr h="176338">
                <a:tc>
                  <a:txBody>
                    <a:bodyPr/>
                    <a:lstStyle/>
                    <a:p>
                      <a:pPr algn="ctr"/>
                      <a:r>
                        <a:rPr lang="en-US" sz="900"/>
                        <a:t>Description</a:t>
                      </a:r>
                    </a:p>
                  </a:txBody>
                  <a:tcPr marL="68580" marR="68580" marT="34290" marB="34290"/>
                </a:tc>
                <a:tc>
                  <a:txBody>
                    <a:bodyPr/>
                    <a:lstStyle/>
                    <a:p>
                      <a:pPr algn="ctr"/>
                      <a:r>
                        <a:rPr lang="en-US" sz="900"/>
                        <a:t>Risk </a:t>
                      </a:r>
                    </a:p>
                  </a:txBody>
                  <a:tcPr marL="68580" marR="68580" marT="34290" marB="34290"/>
                </a:tc>
                <a:tc>
                  <a:txBody>
                    <a:bodyPr/>
                    <a:lstStyle/>
                    <a:p>
                      <a:pPr algn="ctr"/>
                      <a:r>
                        <a:rPr lang="en-US" sz="900"/>
                        <a:t>Reason</a:t>
                      </a:r>
                    </a:p>
                  </a:txBody>
                  <a:tcPr marL="68580" marR="68580" marT="34290" marB="34290"/>
                </a:tc>
                <a:tc>
                  <a:txBody>
                    <a:bodyPr/>
                    <a:lstStyle/>
                    <a:p>
                      <a:pPr algn="ctr"/>
                      <a:r>
                        <a:rPr lang="en-US" sz="900"/>
                        <a:t>Mitigation Plan</a:t>
                      </a:r>
                    </a:p>
                  </a:txBody>
                  <a:tcPr marL="68580" marR="68580" marT="34290" marB="34290"/>
                </a:tc>
                <a:extLst>
                  <a:ext uri="{0D108BD9-81ED-4DB2-BD59-A6C34878D82A}">
                    <a16:rowId xmlns:a16="http://schemas.microsoft.com/office/drawing/2014/main" val="1587544773"/>
                  </a:ext>
                </a:extLst>
              </a:tr>
              <a:tr h="742452">
                <a:tc>
                  <a:txBody>
                    <a:bodyPr/>
                    <a:lstStyle/>
                    <a:p>
                      <a:pPr algn="l" fontAlgn="b"/>
                      <a:endParaRPr lang="en-US" sz="800" b="0" u="none" strike="noStrike">
                        <a:effectLst/>
                      </a:endParaRPr>
                    </a:p>
                    <a:p>
                      <a:pPr algn="l" fontAlgn="b"/>
                      <a:endParaRPr lang="en-US" sz="800" b="0" u="none" strike="noStrike">
                        <a:effectLst/>
                      </a:endParaRPr>
                    </a:p>
                    <a:p>
                      <a:pPr algn="l" fontAlgn="b"/>
                      <a:r>
                        <a:rPr lang="en-US" sz="800" b="0" u="none" strike="noStrike">
                          <a:effectLst/>
                        </a:rPr>
                        <a:t>SMU sense and DMM measurement at switch matrix.</a:t>
                      </a:r>
                    </a:p>
                    <a:p>
                      <a:pPr algn="l" fontAlgn="b"/>
                      <a:endParaRPr lang="en-US" sz="800" b="0" i="0" u="none" strike="noStrike">
                        <a:effectLst/>
                        <a:latin typeface="Arial" panose="020B0604020202020204" pitchFamily="34" charset="0"/>
                      </a:endParaRPr>
                    </a:p>
                  </a:txBody>
                  <a:tcPr marL="7144" marR="7144" marT="7144" marB="0" anchor="ctr"/>
                </a:tc>
                <a:tc>
                  <a:txBody>
                    <a:bodyPr/>
                    <a:lstStyle/>
                    <a:p>
                      <a:r>
                        <a:rPr lang="en-US" sz="800"/>
                        <a:t>Low</a:t>
                      </a:r>
                    </a:p>
                  </a:txBody>
                  <a:tcPr marL="68580" marR="68580" marT="34290" marB="34290" anchor="ctr"/>
                </a:tc>
                <a:tc>
                  <a:txBody>
                    <a:bodyPr/>
                    <a:lstStyle/>
                    <a:p>
                      <a:pPr marL="0" indent="0">
                        <a:buFont typeface="Arial" panose="020B0604020202020204" pitchFamily="34" charset="0"/>
                        <a:buNone/>
                      </a:pPr>
                      <a:r>
                        <a:rPr lang="en-US" sz="800"/>
                        <a:t>The test setup did not have probe plate CCA so no relay for shorting at very near DUT. SMU remote sense lines join to source lines at switch matrix. DMM also measures at switch matrix. These voltage measurement may differ to what DUT measures, and not able to test / calibrate up to the requirement. The risk should be low as USB-600x test is using same setup. USB-6218/6349 setup also similar with PXI-250x multiplexer. </a:t>
                      </a:r>
                    </a:p>
                  </a:txBody>
                  <a:tcPr marL="68580" marR="68580" marT="34290" marB="34290" anchor="ctr"/>
                </a:tc>
                <a:tc>
                  <a:txBody>
                    <a:bodyPr/>
                    <a:lstStyle/>
                    <a:p>
                      <a:r>
                        <a:rPr lang="hu-HU" sz="800" err="1"/>
                        <a:t>Since</a:t>
                      </a:r>
                      <a:r>
                        <a:rPr lang="hu-HU" sz="800"/>
                        <a:t> </a:t>
                      </a:r>
                      <a:r>
                        <a:rPr lang="hu-HU" sz="800" err="1"/>
                        <a:t>the</a:t>
                      </a:r>
                      <a:r>
                        <a:rPr lang="hu-HU" sz="800"/>
                        <a:t> </a:t>
                      </a:r>
                      <a:r>
                        <a:rPr lang="hu-HU" sz="800" err="1"/>
                        <a:t>risk</a:t>
                      </a:r>
                      <a:r>
                        <a:rPr lang="hu-HU" sz="800"/>
                        <a:t> is </a:t>
                      </a:r>
                      <a:r>
                        <a:rPr lang="hu-HU" sz="800" err="1"/>
                        <a:t>lo</a:t>
                      </a:r>
                      <a:r>
                        <a:rPr lang="en-US" sz="800"/>
                        <a:t>w, no plan for this. Add probe plate test CCA with relay will be add cost and development time to already tight schedule. Depend on the results, maybe need to widen test limit to compensate.</a:t>
                      </a:r>
                    </a:p>
                  </a:txBody>
                  <a:tcPr marL="68580" marR="68580" marT="34290" marB="34290" anchor="ctr"/>
                </a:tc>
                <a:extLst>
                  <a:ext uri="{0D108BD9-81ED-4DB2-BD59-A6C34878D82A}">
                    <a16:rowId xmlns:a16="http://schemas.microsoft.com/office/drawing/2014/main" val="2527727538"/>
                  </a:ext>
                </a:extLst>
              </a:tr>
              <a:tr h="395613">
                <a:tc>
                  <a:txBody>
                    <a:bodyPr/>
                    <a:lstStyle/>
                    <a:p>
                      <a:pPr algn="l" fontAlgn="b"/>
                      <a:r>
                        <a:rPr lang="en-US" sz="800" b="0" u="none" strike="noStrike">
                          <a:effectLst/>
                        </a:rPr>
                        <a:t>Partial coverage for voltage regulator and reference</a:t>
                      </a:r>
                      <a:endParaRPr lang="en-US" sz="800" b="0" i="0" u="none" strike="noStrike">
                        <a:effectLst/>
                        <a:latin typeface="Arial" panose="020B0604020202020204" pitchFamily="34" charset="0"/>
                      </a:endParaRPr>
                    </a:p>
                  </a:txBody>
                  <a:tcPr marL="7144" marR="7144" marT="7144"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Low</a:t>
                      </a:r>
                    </a:p>
                    <a:p>
                      <a:endParaRPr lang="en-US" sz="800"/>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a:t>The test setup </a:t>
                      </a:r>
                      <a:r>
                        <a:rPr lang="hu-HU" sz="800"/>
                        <a:t>is unable to </a:t>
                      </a:r>
                      <a:r>
                        <a:rPr lang="en-US" sz="800"/>
                        <a:t>access these, so they are not tested directly. However, if any issue with these circuitry will disrupt the power sequence and other tests will fail.</a:t>
                      </a:r>
                    </a:p>
                    <a:p>
                      <a:pPr marL="0" indent="0">
                        <a:buFont typeface="Arial" panose="020B0604020202020204" pitchFamily="34" charset="0"/>
                        <a:buNone/>
                      </a:pPr>
                      <a:endParaRPr lang="en-US" sz="800"/>
                    </a:p>
                  </a:txBody>
                  <a:tcPr marL="68580" marR="68580" marT="34290" marB="34290" anchor="ctr"/>
                </a:tc>
                <a:tc>
                  <a:txBody>
                    <a:bodyPr/>
                    <a:lstStyle/>
                    <a:p>
                      <a:r>
                        <a:rPr lang="en-US" sz="800"/>
                        <a:t>None</a:t>
                      </a:r>
                    </a:p>
                  </a:txBody>
                  <a:tcPr marL="68580" marR="68580" marT="34290" marB="34290" anchor="ctr"/>
                </a:tc>
                <a:extLst>
                  <a:ext uri="{0D108BD9-81ED-4DB2-BD59-A6C34878D82A}">
                    <a16:rowId xmlns:a16="http://schemas.microsoft.com/office/drawing/2014/main" val="833579987"/>
                  </a:ext>
                </a:extLst>
              </a:tr>
              <a:tr h="482323">
                <a:tc>
                  <a:txBody>
                    <a:bodyPr/>
                    <a:lstStyle/>
                    <a:p>
                      <a:pPr algn="l" fontAlgn="b"/>
                      <a:r>
                        <a:rPr lang="en-US" sz="800" b="0" u="none" strike="noStrike">
                          <a:effectLst/>
                        </a:rPr>
                        <a:t>Partial coverage for digital chips</a:t>
                      </a:r>
                      <a:endParaRPr lang="en-US" sz="800" b="0" i="0" u="none" strike="noStrike">
                        <a:effectLst/>
                        <a:latin typeface="Arial" panose="020B0604020202020204" pitchFamily="34" charset="0"/>
                      </a:endParaRPr>
                    </a:p>
                  </a:txBody>
                  <a:tcPr marL="7144" marR="7144" marT="7144"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Low</a:t>
                      </a:r>
                    </a:p>
                    <a:p>
                      <a:endParaRPr lang="en-US" sz="800"/>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FPGA, FX3, microcontroller, flash </a:t>
                      </a:r>
                      <a:r>
                        <a:rPr lang="en-US" sz="800" err="1"/>
                        <a:t>etc</a:t>
                      </a:r>
                      <a:r>
                        <a:rPr lang="en-US" sz="800"/>
                        <a:t> are not tested directly, got any issue will cause DUT detection and functionality fail. Some of them required programming so will be verified too when programming success.</a:t>
                      </a:r>
                    </a:p>
                    <a:p>
                      <a:endParaRPr lang="en-US" sz="800"/>
                    </a:p>
                  </a:txBody>
                  <a:tcPr marL="68580" marR="68580" marT="34290" marB="34290" anchor="ctr"/>
                </a:tc>
                <a:tc>
                  <a:txBody>
                    <a:bodyPr/>
                    <a:lstStyle/>
                    <a:p>
                      <a:r>
                        <a:rPr lang="en-US" sz="800"/>
                        <a:t>None</a:t>
                      </a:r>
                    </a:p>
                  </a:txBody>
                  <a:tcPr marL="68580" marR="68580" marT="34290" marB="34290" anchor="ctr"/>
                </a:tc>
                <a:extLst>
                  <a:ext uri="{0D108BD9-81ED-4DB2-BD59-A6C34878D82A}">
                    <a16:rowId xmlns:a16="http://schemas.microsoft.com/office/drawing/2014/main" val="3812686033"/>
                  </a:ext>
                </a:extLst>
              </a:tr>
              <a:tr h="395613">
                <a:tc>
                  <a:txBody>
                    <a:bodyPr/>
                    <a:lstStyle/>
                    <a:p>
                      <a:pPr algn="l" fontAlgn="b"/>
                      <a:r>
                        <a:rPr lang="en-US" sz="800" b="0" u="none" strike="noStrike">
                          <a:effectLst/>
                        </a:rPr>
                        <a:t>No Coverage for USB SS Protection Diodes</a:t>
                      </a:r>
                      <a:endParaRPr lang="en-US" sz="800" b="0" i="0" u="none" strike="noStrike">
                        <a:effectLst/>
                        <a:latin typeface="Arial" panose="020B0604020202020204" pitchFamily="34" charset="0"/>
                      </a:endParaRPr>
                    </a:p>
                  </a:txBody>
                  <a:tcPr marL="7144" marR="7144" marT="7144" marB="0" anchor="ctr"/>
                </a:tc>
                <a:tc>
                  <a:txBody>
                    <a:bodyPr/>
                    <a:lstStyle/>
                    <a:p>
                      <a:r>
                        <a:rPr lang="en-US" sz="800"/>
                        <a:t>Low</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The test setup </a:t>
                      </a:r>
                      <a:r>
                        <a:rPr lang="hu-HU" sz="800"/>
                        <a:t>is unable to </a:t>
                      </a:r>
                      <a:r>
                        <a:rPr lang="en-US" sz="800"/>
                        <a:t>access these, so they are not tested. After discussion, it’s okay to not cover these as they are only for ESD protection.</a:t>
                      </a:r>
                    </a:p>
                    <a:p>
                      <a:endParaRPr lang="en-US" sz="800"/>
                    </a:p>
                  </a:txBody>
                  <a:tcPr marL="68580" marR="68580" marT="34290" marB="34290" anchor="ctr"/>
                </a:tc>
                <a:tc>
                  <a:txBody>
                    <a:bodyPr/>
                    <a:lstStyle/>
                    <a:p>
                      <a:r>
                        <a:rPr lang="en-US" sz="800"/>
                        <a:t>None. It will be very difficult to route out the USB SS lines to test. Will rely on AOI inspection to check.</a:t>
                      </a:r>
                    </a:p>
                  </a:txBody>
                  <a:tcPr marL="68580" marR="68580" marT="34290" marB="34290" anchor="ctr"/>
                </a:tc>
                <a:extLst>
                  <a:ext uri="{0D108BD9-81ED-4DB2-BD59-A6C34878D82A}">
                    <a16:rowId xmlns:a16="http://schemas.microsoft.com/office/drawing/2014/main" val="1564801606"/>
                  </a:ext>
                </a:extLst>
              </a:tr>
            </a:tbl>
          </a:graphicData>
        </a:graphic>
      </p:graphicFrame>
      <p:sp>
        <p:nvSpPr>
          <p:cNvPr id="5" name="TextBox 4">
            <a:extLst>
              <a:ext uri="{FF2B5EF4-FFF2-40B4-BE49-F238E27FC236}">
                <a16:creationId xmlns:a16="http://schemas.microsoft.com/office/drawing/2014/main" id="{8B72ED16-B3A7-8D38-9690-DC7ED1DAB979}"/>
              </a:ext>
            </a:extLst>
          </p:cNvPr>
          <p:cNvSpPr txBox="1"/>
          <p:nvPr/>
        </p:nvSpPr>
        <p:spPr>
          <a:xfrm>
            <a:off x="314524" y="1121020"/>
            <a:ext cx="7605714" cy="261610"/>
          </a:xfrm>
          <a:prstGeom prst="rect">
            <a:avLst/>
          </a:prstGeom>
          <a:noFill/>
        </p:spPr>
        <p:txBody>
          <a:bodyPr wrap="square">
            <a:spAutoFit/>
          </a:bodyPr>
          <a:lstStyle/>
          <a:p>
            <a:r>
              <a:rPr lang="en-US" sz="1100"/>
              <a:t>Any product specifications that will NOT be covered should be listed here, along with any potential mitigation plans.  </a:t>
            </a:r>
          </a:p>
        </p:txBody>
      </p:sp>
      <p:sp>
        <p:nvSpPr>
          <p:cNvPr id="6" name="Title 1">
            <a:extLst>
              <a:ext uri="{FF2B5EF4-FFF2-40B4-BE49-F238E27FC236}">
                <a16:creationId xmlns:a16="http://schemas.microsoft.com/office/drawing/2014/main" id="{BBC89779-A13E-BA55-FC1A-2258746ABEC8}"/>
              </a:ext>
            </a:extLst>
          </p:cNvPr>
          <p:cNvSpPr txBox="1">
            <a:spLocks/>
          </p:cNvSpPr>
          <p:nvPr/>
        </p:nvSpPr>
        <p:spPr>
          <a:xfrm>
            <a:off x="314524" y="4154247"/>
            <a:ext cx="3459719" cy="221599"/>
          </a:xfrm>
        </p:spPr>
        <p:txBody>
          <a:bodyPr lIns="0" rIns="0"/>
          <a:lstStyle>
            <a:lvl1pPr algn="l" defTabSz="914400" rtl="0" eaLnBrk="1" latinLnBrk="0" hangingPunct="1">
              <a:lnSpc>
                <a:spcPct val="90000"/>
              </a:lnSpc>
              <a:spcBef>
                <a:spcPct val="0"/>
              </a:spcBef>
              <a:buNone/>
              <a:defRPr sz="2400" b="0" i="0" kern="1000" spc="0" baseline="0">
                <a:solidFill>
                  <a:schemeClr val="tx2"/>
                </a:solidFill>
                <a:latin typeface="+mj-lt"/>
                <a:ea typeface="Arial" charset="0"/>
                <a:cs typeface="Arial" charset="0"/>
              </a:defRPr>
            </a:lvl1pPr>
          </a:lstStyle>
          <a:p>
            <a:r>
              <a:rPr lang="en-US" sz="1200" err="1"/>
              <a:t>NimbusDAQ</a:t>
            </a:r>
            <a:r>
              <a:rPr lang="en-US" sz="1200"/>
              <a:t> Coverage Gaps Example</a:t>
            </a:r>
          </a:p>
        </p:txBody>
      </p:sp>
      <p:sp>
        <p:nvSpPr>
          <p:cNvPr id="3" name="Freeform: Shape 2">
            <a:extLst>
              <a:ext uri="{FF2B5EF4-FFF2-40B4-BE49-F238E27FC236}">
                <a16:creationId xmlns:a16="http://schemas.microsoft.com/office/drawing/2014/main" id="{097ABBEA-5A43-AD78-73F7-91EA73A16D01}"/>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539399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21EC1078-3502-43C0-8928-7B9FB61550BD}"/>
              </a:ext>
            </a:extLst>
          </p:cNvPr>
          <p:cNvGraphicFramePr>
            <a:graphicFrameLocks noGrp="1"/>
          </p:cNvGraphicFramePr>
          <p:nvPr>
            <p:ph idx="1"/>
            <p:extLst>
              <p:ext uri="{D42A27DB-BD31-4B8C-83A1-F6EECF244321}">
                <p14:modId xmlns:p14="http://schemas.microsoft.com/office/powerpoint/2010/main" val="453500024"/>
              </p:ext>
            </p:extLst>
          </p:nvPr>
        </p:nvGraphicFramePr>
        <p:xfrm>
          <a:off x="314524" y="841197"/>
          <a:ext cx="8515350" cy="2372360"/>
        </p:xfrm>
        <a:graphic>
          <a:graphicData uri="http://schemas.openxmlformats.org/drawingml/2006/table">
            <a:tbl>
              <a:tblPr firstRow="1" bandRow="1">
                <a:tableStyleId>{5C22544A-7EE6-4342-B048-85BDC9FD1C3A}</a:tableStyleId>
              </a:tblPr>
              <a:tblGrid>
                <a:gridCol w="1703070">
                  <a:extLst>
                    <a:ext uri="{9D8B030D-6E8A-4147-A177-3AD203B41FA5}">
                      <a16:colId xmlns:a16="http://schemas.microsoft.com/office/drawing/2014/main" val="1188494494"/>
                    </a:ext>
                  </a:extLst>
                </a:gridCol>
                <a:gridCol w="1703070">
                  <a:extLst>
                    <a:ext uri="{9D8B030D-6E8A-4147-A177-3AD203B41FA5}">
                      <a16:colId xmlns:a16="http://schemas.microsoft.com/office/drawing/2014/main" val="2472647178"/>
                    </a:ext>
                  </a:extLst>
                </a:gridCol>
                <a:gridCol w="1703070">
                  <a:extLst>
                    <a:ext uri="{9D8B030D-6E8A-4147-A177-3AD203B41FA5}">
                      <a16:colId xmlns:a16="http://schemas.microsoft.com/office/drawing/2014/main" val="3628923793"/>
                    </a:ext>
                  </a:extLst>
                </a:gridCol>
                <a:gridCol w="1703070">
                  <a:extLst>
                    <a:ext uri="{9D8B030D-6E8A-4147-A177-3AD203B41FA5}">
                      <a16:colId xmlns:a16="http://schemas.microsoft.com/office/drawing/2014/main" val="330469501"/>
                    </a:ext>
                  </a:extLst>
                </a:gridCol>
                <a:gridCol w="1703070">
                  <a:extLst>
                    <a:ext uri="{9D8B030D-6E8A-4147-A177-3AD203B41FA5}">
                      <a16:colId xmlns:a16="http://schemas.microsoft.com/office/drawing/2014/main" val="3278210541"/>
                    </a:ext>
                  </a:extLst>
                </a:gridCol>
              </a:tblGrid>
              <a:tr h="370840">
                <a:tc>
                  <a:txBody>
                    <a:bodyPr/>
                    <a:lstStyle/>
                    <a:p>
                      <a:pPr algn="ctr"/>
                      <a:r>
                        <a:rPr lang="en-US" sz="1400"/>
                        <a:t>Item Description</a:t>
                      </a:r>
                    </a:p>
                  </a:txBody>
                  <a:tcPr anchor="ctr"/>
                </a:tc>
                <a:tc>
                  <a:txBody>
                    <a:bodyPr/>
                    <a:lstStyle/>
                    <a:p>
                      <a:pPr algn="ctr"/>
                      <a:r>
                        <a:rPr lang="en-US" sz="1400"/>
                        <a:t>NI Part Number</a:t>
                      </a:r>
                    </a:p>
                  </a:txBody>
                  <a:tcPr anchor="ctr"/>
                </a:tc>
                <a:tc>
                  <a:txBody>
                    <a:bodyPr/>
                    <a:lstStyle/>
                    <a:p>
                      <a:pPr algn="ctr"/>
                      <a:r>
                        <a:rPr lang="en-US" sz="1400" err="1"/>
                        <a:t>Mfg</a:t>
                      </a:r>
                      <a:r>
                        <a:rPr lang="en-US" sz="1400"/>
                        <a:t> Part Number</a:t>
                      </a:r>
                    </a:p>
                  </a:txBody>
                  <a:tcPr anchor="ctr"/>
                </a:tc>
                <a:tc>
                  <a:txBody>
                    <a:bodyPr/>
                    <a:lstStyle/>
                    <a:p>
                      <a:pPr algn="ctr"/>
                      <a:r>
                        <a:rPr lang="en-US" sz="1400"/>
                        <a:t>Lead Time</a:t>
                      </a:r>
                    </a:p>
                  </a:txBody>
                  <a:tcPr anchor="ctr"/>
                </a:tc>
                <a:tc>
                  <a:txBody>
                    <a:bodyPr/>
                    <a:lstStyle/>
                    <a:p>
                      <a:pPr algn="ctr"/>
                      <a:r>
                        <a:rPr lang="en-US" sz="1400"/>
                        <a:t>Required Quantity Per Set</a:t>
                      </a:r>
                    </a:p>
                  </a:txBody>
                  <a:tcPr anchor="ctr"/>
                </a:tc>
                <a:extLst>
                  <a:ext uri="{0D108BD9-81ED-4DB2-BD59-A6C34878D82A}">
                    <a16:rowId xmlns:a16="http://schemas.microsoft.com/office/drawing/2014/main" val="33726134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6178730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7290722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2412937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3284300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90741244"/>
                  </a:ext>
                </a:extLst>
              </a:tr>
            </a:tbl>
          </a:graphicData>
        </a:graphic>
      </p:graphicFrame>
      <p:sp>
        <p:nvSpPr>
          <p:cNvPr id="6" name="Title 5">
            <a:extLst>
              <a:ext uri="{FF2B5EF4-FFF2-40B4-BE49-F238E27FC236}">
                <a16:creationId xmlns:a16="http://schemas.microsoft.com/office/drawing/2014/main" id="{E6E7958F-F062-E763-9688-6895167CCA17}"/>
              </a:ext>
            </a:extLst>
          </p:cNvPr>
          <p:cNvSpPr>
            <a:spLocks noGrp="1"/>
          </p:cNvSpPr>
          <p:nvPr>
            <p:ph type="title"/>
          </p:nvPr>
        </p:nvSpPr>
        <p:spPr/>
        <p:txBody>
          <a:bodyPr/>
          <a:lstStyle/>
          <a:p>
            <a:r>
              <a:rPr lang="en-US"/>
              <a:t>Long Lead Items</a:t>
            </a:r>
          </a:p>
        </p:txBody>
      </p:sp>
      <p:sp>
        <p:nvSpPr>
          <p:cNvPr id="2" name="Freeform: Shape 1">
            <a:extLst>
              <a:ext uri="{FF2B5EF4-FFF2-40B4-BE49-F238E27FC236}">
                <a16:creationId xmlns:a16="http://schemas.microsoft.com/office/drawing/2014/main" id="{4844DD2D-F394-7D2B-4588-C79177510E6F}"/>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200654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Debug Solution </a:t>
            </a:r>
          </a:p>
        </p:txBody>
      </p:sp>
      <p:sp>
        <p:nvSpPr>
          <p:cNvPr id="2" name="Text Placeholder 1">
            <a:extLst>
              <a:ext uri="{FF2B5EF4-FFF2-40B4-BE49-F238E27FC236}">
                <a16:creationId xmlns:a16="http://schemas.microsoft.com/office/drawing/2014/main" id="{505539E3-60B0-40EB-BF28-82735768C980}"/>
              </a:ext>
            </a:extLst>
          </p:cNvPr>
          <p:cNvSpPr>
            <a:spLocks noGrp="1"/>
          </p:cNvSpPr>
          <p:nvPr>
            <p:ph type="body" sz="quarter" idx="15"/>
          </p:nvPr>
        </p:nvSpPr>
        <p:spPr>
          <a:xfrm>
            <a:off x="553757" y="1436687"/>
            <a:ext cx="3692804" cy="2725245"/>
          </a:xfrm>
        </p:spPr>
        <p:txBody>
          <a:bodyPr anchor="t">
            <a:normAutofit/>
          </a:bodyPr>
          <a:lstStyle/>
          <a:p>
            <a:r>
              <a:rPr lang="en-US" sz="1400"/>
              <a:t>Product</a:t>
            </a:r>
          </a:p>
          <a:p>
            <a:pPr marL="285750" indent="-285750">
              <a:buFont typeface="Arial" panose="020B0604020202020204" pitchFamily="34" charset="0"/>
              <a:buChar char="•"/>
            </a:pPr>
            <a:r>
              <a:rPr lang="en-US" sz="1200"/>
              <a:t>What is the debug strategy? (maybe not available at TSDR, more sync up needed before MVR ~2-3 months)</a:t>
            </a:r>
          </a:p>
          <a:p>
            <a:pPr marL="560070" lvl="1" indent="-285750">
              <a:buFont typeface="Arial" panose="020B0604020202020204" pitchFamily="34" charset="0"/>
              <a:buChar char="•"/>
            </a:pPr>
            <a:r>
              <a:rPr lang="en-US"/>
              <a:t>Leverage production solution</a:t>
            </a:r>
          </a:p>
          <a:p>
            <a:pPr marL="560070" lvl="1" indent="-285750">
              <a:buFont typeface="Arial" panose="020B0604020202020204" pitchFamily="34" charset="0"/>
              <a:buChar char="•"/>
            </a:pPr>
            <a:r>
              <a:rPr lang="en-US"/>
              <a:t>Separate debug solution</a:t>
            </a:r>
          </a:p>
          <a:p>
            <a:pPr marL="285750" indent="-285750">
              <a:buFont typeface="Arial" panose="020B0604020202020204" pitchFamily="34" charset="0"/>
              <a:buChar char="•"/>
            </a:pPr>
            <a:r>
              <a:rPr lang="en-US" sz="1200"/>
              <a:t>Fixtures, adapters etc. from V&amp;V, HW teams (agile?)</a:t>
            </a:r>
          </a:p>
          <a:p>
            <a:pPr marL="285750" indent="-285750">
              <a:buFont typeface="Arial" panose="020B0604020202020204" pitchFamily="34" charset="0"/>
              <a:buChar char="•"/>
            </a:pPr>
            <a:r>
              <a:rPr lang="en-US" sz="1200"/>
              <a:t>Special equipment (PCB, probes </a:t>
            </a:r>
            <a:r>
              <a:rPr lang="en-US" sz="1200" err="1"/>
              <a:t>etc</a:t>
            </a:r>
            <a:r>
              <a:rPr lang="en-US" sz="1200"/>
              <a:t>…)</a:t>
            </a:r>
          </a:p>
          <a:p>
            <a:pPr marL="285750" indent="-285750">
              <a:buFont typeface="Arial" panose="020B0604020202020204" pitchFamily="34" charset="0"/>
              <a:buChar char="•"/>
            </a:pPr>
            <a:r>
              <a:rPr lang="en-US" sz="1200"/>
              <a:t>Debug VIs</a:t>
            </a:r>
          </a:p>
        </p:txBody>
      </p:sp>
      <p:sp>
        <p:nvSpPr>
          <p:cNvPr id="3" name="Text Placeholder 2">
            <a:extLst>
              <a:ext uri="{FF2B5EF4-FFF2-40B4-BE49-F238E27FC236}">
                <a16:creationId xmlns:a16="http://schemas.microsoft.com/office/drawing/2014/main" id="{5CB93D58-BDB2-4E71-B605-BB5810DC270E}"/>
              </a:ext>
            </a:extLst>
          </p:cNvPr>
          <p:cNvSpPr>
            <a:spLocks noGrp="1"/>
          </p:cNvSpPr>
          <p:nvPr>
            <p:ph type="body" sz="quarter" idx="16"/>
          </p:nvPr>
        </p:nvSpPr>
        <p:spPr>
          <a:xfrm>
            <a:off x="4837816" y="1436688"/>
            <a:ext cx="3980747" cy="2725246"/>
          </a:xfrm>
        </p:spPr>
        <p:txBody>
          <a:bodyPr anchor="t">
            <a:normAutofit/>
          </a:bodyPr>
          <a:lstStyle/>
          <a:p>
            <a:r>
              <a:rPr lang="en-US" sz="1400"/>
              <a:t>Test Solution Debug</a:t>
            </a:r>
            <a:endParaRPr lang="en-US"/>
          </a:p>
          <a:p>
            <a:pPr marL="285750" indent="-285750">
              <a:buFont typeface="Arial" panose="020B0604020202020204" pitchFamily="34" charset="0"/>
              <a:buChar char="•"/>
            </a:pPr>
            <a:r>
              <a:rPr lang="en-US" sz="1200"/>
              <a:t>Tools to make test debug easier</a:t>
            </a:r>
          </a:p>
        </p:txBody>
      </p:sp>
      <p:sp>
        <p:nvSpPr>
          <p:cNvPr id="5" name="Freeform: Shape 4">
            <a:extLst>
              <a:ext uri="{FF2B5EF4-FFF2-40B4-BE49-F238E27FC236}">
                <a16:creationId xmlns:a16="http://schemas.microsoft.com/office/drawing/2014/main" id="{97D97021-61A7-AD3C-3701-269EF9617C82}"/>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449888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Maintenance, spares</a:t>
            </a:r>
          </a:p>
        </p:txBody>
      </p:sp>
      <p:sp>
        <p:nvSpPr>
          <p:cNvPr id="6" name="Content Placeholder 5">
            <a:extLst>
              <a:ext uri="{FF2B5EF4-FFF2-40B4-BE49-F238E27FC236}">
                <a16:creationId xmlns:a16="http://schemas.microsoft.com/office/drawing/2014/main" id="{8D419D68-CB86-FBA7-4627-58619353C250}"/>
              </a:ext>
            </a:extLst>
          </p:cNvPr>
          <p:cNvSpPr>
            <a:spLocks noGrp="1"/>
          </p:cNvSpPr>
          <p:nvPr>
            <p:ph sz="quarter" idx="17"/>
          </p:nvPr>
        </p:nvSpPr>
        <p:spPr>
          <a:xfrm>
            <a:off x="553756" y="1436688"/>
            <a:ext cx="3692806" cy="2500313"/>
          </a:xfrm>
        </p:spPr>
        <p:txBody>
          <a:bodyPr/>
          <a:lstStyle/>
          <a:p>
            <a:r>
              <a:rPr lang="en-US" sz="1200"/>
              <a:t>PM Timeline (time vs. utilization based)</a:t>
            </a:r>
          </a:p>
          <a:p>
            <a:pPr marL="285750" indent="-285750">
              <a:buFont typeface="Arial" panose="020B0604020202020204" pitchFamily="34" charset="0"/>
              <a:buChar char="•"/>
            </a:pPr>
            <a:r>
              <a:rPr lang="en-US"/>
              <a:t>Calibration requirements, plans (station, instruments, artifact calibration)</a:t>
            </a:r>
          </a:p>
          <a:p>
            <a:pPr marL="560070" lvl="1" indent="-285750">
              <a:buFont typeface="Arial" panose="020B0604020202020204" pitchFamily="34" charset="0"/>
              <a:buChar char="•"/>
            </a:pPr>
            <a:r>
              <a:rPr lang="en-US"/>
              <a:t>Revisit calibration cycles </a:t>
            </a:r>
          </a:p>
          <a:p>
            <a:pPr marL="560070" lvl="1" indent="-285750">
              <a:buFont typeface="Arial" panose="020B0604020202020204" pitchFamily="34" charset="0"/>
              <a:buChar char="•"/>
            </a:pPr>
            <a:r>
              <a:rPr lang="en-US"/>
              <a:t>Inhouse vs. 3rd party calibration capabilities</a:t>
            </a:r>
          </a:p>
        </p:txBody>
      </p:sp>
      <p:sp>
        <p:nvSpPr>
          <p:cNvPr id="7" name="Content Placeholder 6">
            <a:extLst>
              <a:ext uri="{FF2B5EF4-FFF2-40B4-BE49-F238E27FC236}">
                <a16:creationId xmlns:a16="http://schemas.microsoft.com/office/drawing/2014/main" id="{3C50559D-F26F-A6E4-F979-98221CB106B0}"/>
              </a:ext>
            </a:extLst>
          </p:cNvPr>
          <p:cNvSpPr>
            <a:spLocks noGrp="1"/>
          </p:cNvSpPr>
          <p:nvPr>
            <p:ph sz="quarter" idx="18"/>
          </p:nvPr>
        </p:nvSpPr>
        <p:spPr>
          <a:xfrm>
            <a:off x="4848732" y="1436688"/>
            <a:ext cx="3980745" cy="2500313"/>
          </a:xfrm>
        </p:spPr>
        <p:txBody>
          <a:bodyPr/>
          <a:lstStyle/>
          <a:p>
            <a:r>
              <a:rPr lang="en-US" sz="1200"/>
              <a:t>Spare requirements</a:t>
            </a:r>
          </a:p>
          <a:p>
            <a:pPr marL="347742" indent="-285750">
              <a:buFont typeface="Arial" panose="020B0604020202020204" pitchFamily="34" charset="0"/>
              <a:buChar char="•"/>
            </a:pPr>
            <a:r>
              <a:rPr lang="en-US"/>
              <a:t>Capture recommendations for spares on following slide</a:t>
            </a:r>
          </a:p>
          <a:p>
            <a:pPr marL="616109" lvl="1" indent="-285750">
              <a:buFont typeface="Arial" panose="020B0604020202020204" pitchFamily="34" charset="0"/>
              <a:buChar char="•"/>
            </a:pPr>
            <a:r>
              <a:rPr lang="en-US"/>
              <a:t>Focus on long lead time items</a:t>
            </a:r>
          </a:p>
          <a:p>
            <a:pPr marL="616109" lvl="1" indent="-285750">
              <a:buFont typeface="Arial" panose="020B0604020202020204" pitchFamily="34" charset="0"/>
              <a:buChar char="•"/>
            </a:pPr>
            <a:r>
              <a:rPr lang="en-US"/>
              <a:t>Consumables (quick connects, cables, connectors etc..)</a:t>
            </a:r>
          </a:p>
          <a:p>
            <a:pPr marL="285750" indent="-285750">
              <a:buFont typeface="Arial" panose="020B0604020202020204" pitchFamily="34" charset="0"/>
              <a:buChar char="•"/>
            </a:pPr>
            <a:r>
              <a:rPr lang="en-US"/>
              <a:t>Global availability (lifecycle), suppliers? local suppliers?</a:t>
            </a:r>
          </a:p>
          <a:p>
            <a:pPr marL="285750" indent="-285750">
              <a:buFont typeface="Arial" panose="020B0604020202020204" pitchFamily="34" charset="0"/>
              <a:buChar char="•"/>
            </a:pPr>
            <a:r>
              <a:rPr lang="en-US"/>
              <a:t>Cost for budgeting (associate cost for project?)</a:t>
            </a:r>
          </a:p>
          <a:p>
            <a:endParaRPr lang="en-US"/>
          </a:p>
        </p:txBody>
      </p:sp>
      <p:sp>
        <p:nvSpPr>
          <p:cNvPr id="2" name="Freeform: Shape 1">
            <a:extLst>
              <a:ext uri="{FF2B5EF4-FFF2-40B4-BE49-F238E27FC236}">
                <a16:creationId xmlns:a16="http://schemas.microsoft.com/office/drawing/2014/main" id="{6E2BB9AD-178F-E913-323C-2827B7DE9280}"/>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886088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5F4E1-D00D-3CB7-691C-859C96A36F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1794C8-4826-110D-02C1-8E26BB8AB4DD}"/>
              </a:ext>
            </a:extLst>
          </p:cNvPr>
          <p:cNvSpPr>
            <a:spLocks noGrp="1"/>
          </p:cNvSpPr>
          <p:nvPr>
            <p:ph type="title"/>
          </p:nvPr>
        </p:nvSpPr>
        <p:spPr/>
        <p:txBody>
          <a:bodyPr vert="horz" lIns="91440" tIns="73152" rIns="146304" bIns="73152" rtlCol="0" anchor="ctr">
            <a:noAutofit/>
          </a:bodyPr>
          <a:lstStyle/>
          <a:p>
            <a:r>
              <a:rPr lang="en-US" sz="1850">
                <a:cs typeface="Times"/>
              </a:rPr>
              <a:t>Modernization</a:t>
            </a:r>
            <a:br>
              <a:rPr lang="en-US" sz="1850">
                <a:cs typeface="Times"/>
              </a:rPr>
            </a:br>
            <a:r>
              <a:rPr lang="en-US" sz="1400">
                <a:cs typeface="Times"/>
              </a:rPr>
              <a:t>  The Test Solution </a:t>
            </a:r>
            <a:r>
              <a:rPr lang="en-US" sz="1400">
                <a:highlight>
                  <a:srgbClr val="FF0000"/>
                </a:highlight>
                <a:cs typeface="Times"/>
              </a:rPr>
              <a:t>REQUIRES</a:t>
            </a:r>
            <a:r>
              <a:rPr lang="en-US" sz="1400">
                <a:cs typeface="Times"/>
              </a:rPr>
              <a:t> / </a:t>
            </a:r>
            <a:r>
              <a:rPr lang="en-US" sz="1400">
                <a:highlight>
                  <a:srgbClr val="00FF00"/>
                </a:highlight>
                <a:cs typeface="Times"/>
              </a:rPr>
              <a:t>DOES NOT REQUIRE</a:t>
            </a:r>
            <a:r>
              <a:rPr lang="en-US" sz="1400">
                <a:cs typeface="Times"/>
              </a:rPr>
              <a:t> Modernization</a:t>
            </a:r>
            <a:endParaRPr lang="en-US" sz="1400"/>
          </a:p>
        </p:txBody>
      </p:sp>
      <p:sp>
        <p:nvSpPr>
          <p:cNvPr id="6" name="Content Placeholder 5">
            <a:extLst>
              <a:ext uri="{FF2B5EF4-FFF2-40B4-BE49-F238E27FC236}">
                <a16:creationId xmlns:a16="http://schemas.microsoft.com/office/drawing/2014/main" id="{5A7E97E4-865C-EC56-8D3D-CFF0F84E73A1}"/>
              </a:ext>
            </a:extLst>
          </p:cNvPr>
          <p:cNvSpPr>
            <a:spLocks noGrp="1"/>
          </p:cNvSpPr>
          <p:nvPr>
            <p:ph sz="quarter" idx="17"/>
          </p:nvPr>
        </p:nvSpPr>
        <p:spPr>
          <a:xfrm>
            <a:off x="553755" y="1085526"/>
            <a:ext cx="3887615" cy="2851475"/>
          </a:xfrm>
        </p:spPr>
        <p:txBody>
          <a:bodyPr vert="horz" lIns="91440" tIns="91440" rIns="91440" bIns="45720" rtlCol="0" anchor="t">
            <a:noAutofit/>
          </a:bodyPr>
          <a:lstStyle/>
          <a:p>
            <a:pPr algn="ctr">
              <a:buClr>
                <a:srgbClr val="808080"/>
              </a:buClr>
            </a:pPr>
            <a:r>
              <a:rPr lang="en-US" sz="1200" b="1" u="sng">
                <a:ea typeface="Noto Sans"/>
                <a:cs typeface="Arial"/>
              </a:rPr>
              <a:t>Modernization Plan Details</a:t>
            </a:r>
            <a:endParaRPr lang="en-US"/>
          </a:p>
          <a:p>
            <a:r>
              <a:rPr lang="en-US">
                <a:ea typeface="Noto Sans"/>
                <a:cs typeface="Arial"/>
              </a:rPr>
              <a:t>Effort</a:t>
            </a:r>
            <a:endParaRPr lang="en-US"/>
          </a:p>
          <a:p>
            <a:r>
              <a:rPr lang="en-US">
                <a:ea typeface="Noto Sans"/>
                <a:cs typeface="Arial"/>
              </a:rPr>
              <a:t>Schedule</a:t>
            </a:r>
            <a:endParaRPr lang="en-US"/>
          </a:p>
          <a:p>
            <a:r>
              <a:rPr lang="en-US">
                <a:ea typeface="Noto Sans"/>
                <a:cs typeface="Arial"/>
              </a:rPr>
              <a:t>CAPEX cost</a:t>
            </a:r>
          </a:p>
          <a:p>
            <a:endParaRPr lang="en-US">
              <a:ea typeface="Noto Sans"/>
              <a:cs typeface="Arial"/>
            </a:endParaRPr>
          </a:p>
          <a:p>
            <a:pPr marL="62230" algn="ctr"/>
            <a:r>
              <a:rPr lang="en-US" sz="1200" b="1" u="sng">
                <a:ea typeface="Noto Sans"/>
                <a:cs typeface="Arial"/>
              </a:rPr>
              <a:t>Modernization Execution Schedule</a:t>
            </a:r>
            <a:br>
              <a:rPr lang="en-US" sz="1200" b="1" u="sng">
                <a:ea typeface="Noto Sans"/>
                <a:cs typeface="Arial"/>
              </a:rPr>
            </a:br>
            <a:r>
              <a:rPr lang="en-US" sz="1200" b="1" u="sng">
                <a:ea typeface="Noto Sans"/>
                <a:cs typeface="Arial"/>
              </a:rPr>
              <a:t>(pick one, delete the others)</a:t>
            </a:r>
            <a:endParaRPr lang="en-US">
              <a:ea typeface="Noto Sans"/>
              <a:cs typeface="Arial"/>
            </a:endParaRPr>
          </a:p>
          <a:p>
            <a:pPr marL="233680" indent="-171450">
              <a:buClr>
                <a:srgbClr val="808080"/>
              </a:buClr>
              <a:buFont typeface="Arial,Sans-Serif"/>
              <a:buChar char="•"/>
            </a:pPr>
            <a:r>
              <a:rPr lang="en-US" b="1">
                <a:ea typeface="Noto Sans"/>
                <a:cs typeface="Arial"/>
              </a:rPr>
              <a:t>Will Occur During Release</a:t>
            </a:r>
            <a:endParaRPr lang="en-US">
              <a:ea typeface="Noto Sans"/>
              <a:cs typeface="Arial"/>
            </a:endParaRPr>
          </a:p>
          <a:p>
            <a:pPr marL="233680" indent="-171450">
              <a:buClr>
                <a:srgbClr val="808080"/>
              </a:buClr>
              <a:buFont typeface="Arial,Sans-Serif"/>
              <a:buChar char="•"/>
            </a:pPr>
            <a:r>
              <a:rPr lang="en-US" b="1">
                <a:ea typeface="Noto Sans"/>
                <a:cs typeface="Arial"/>
              </a:rPr>
              <a:t>Will Occur After Release, but before Ship &amp; Ramp Exit</a:t>
            </a:r>
            <a:endParaRPr lang="en-US">
              <a:ea typeface="Noto Sans"/>
              <a:cs typeface="Arial"/>
            </a:endParaRPr>
          </a:p>
          <a:p>
            <a:pPr marL="233680" indent="-171450">
              <a:buClr>
                <a:srgbClr val="808080"/>
              </a:buClr>
              <a:buFont typeface="Arial,Sans-Serif"/>
              <a:buChar char="•"/>
            </a:pPr>
            <a:r>
              <a:rPr lang="en-US" b="1">
                <a:ea typeface="Noto Sans"/>
                <a:cs typeface="Arial"/>
              </a:rPr>
              <a:t>Will be captured in a modernization plan, but defer execution indefinitely after NPD (with </a:t>
            </a:r>
            <a:r>
              <a:rPr lang="en-US" b="1" err="1">
                <a:ea typeface="Noto Sans"/>
                <a:cs typeface="Arial"/>
              </a:rPr>
              <a:t>Mfg</a:t>
            </a:r>
            <a:r>
              <a:rPr lang="en-US" b="1">
                <a:ea typeface="Noto Sans"/>
                <a:cs typeface="Arial"/>
              </a:rPr>
              <a:t> agreement)</a:t>
            </a:r>
            <a:endParaRPr lang="en-US"/>
          </a:p>
        </p:txBody>
      </p:sp>
      <p:graphicFrame>
        <p:nvGraphicFramePr>
          <p:cNvPr id="2" name="Content Placeholder 1">
            <a:extLst>
              <a:ext uri="{FF2B5EF4-FFF2-40B4-BE49-F238E27FC236}">
                <a16:creationId xmlns:a16="http://schemas.microsoft.com/office/drawing/2014/main" id="{29ABE067-3165-C9E8-5052-F6C41B001C22}"/>
              </a:ext>
            </a:extLst>
          </p:cNvPr>
          <p:cNvGraphicFramePr>
            <a:graphicFrameLocks noGrp="1"/>
          </p:cNvGraphicFramePr>
          <p:nvPr>
            <p:ph sz="quarter" idx="18"/>
            <p:extLst>
              <p:ext uri="{D42A27DB-BD31-4B8C-83A1-F6EECF244321}">
                <p14:modId xmlns:p14="http://schemas.microsoft.com/office/powerpoint/2010/main" val="2923434701"/>
              </p:ext>
            </p:extLst>
          </p:nvPr>
        </p:nvGraphicFramePr>
        <p:xfrm>
          <a:off x="4550569" y="1314450"/>
          <a:ext cx="4597593" cy="3201767"/>
        </p:xfrm>
        <a:graphic>
          <a:graphicData uri="http://schemas.openxmlformats.org/drawingml/2006/table">
            <a:tbl>
              <a:tblPr firstRow="1" bandRow="1">
                <a:tableStyleId>{5C22544A-7EE6-4342-B048-85BDC9FD1C3A}</a:tableStyleId>
              </a:tblPr>
              <a:tblGrid>
                <a:gridCol w="2750343">
                  <a:extLst>
                    <a:ext uri="{9D8B030D-6E8A-4147-A177-3AD203B41FA5}">
                      <a16:colId xmlns:a16="http://schemas.microsoft.com/office/drawing/2014/main" val="1634528893"/>
                    </a:ext>
                  </a:extLst>
                </a:gridCol>
                <a:gridCol w="959393">
                  <a:extLst>
                    <a:ext uri="{9D8B030D-6E8A-4147-A177-3AD203B41FA5}">
                      <a16:colId xmlns:a16="http://schemas.microsoft.com/office/drawing/2014/main" val="3919364702"/>
                    </a:ext>
                  </a:extLst>
                </a:gridCol>
                <a:gridCol w="887857">
                  <a:extLst>
                    <a:ext uri="{9D8B030D-6E8A-4147-A177-3AD203B41FA5}">
                      <a16:colId xmlns:a16="http://schemas.microsoft.com/office/drawing/2014/main" val="3377490954"/>
                    </a:ext>
                  </a:extLst>
                </a:gridCol>
              </a:tblGrid>
              <a:tr h="456167">
                <a:tc>
                  <a:txBody>
                    <a:bodyPr/>
                    <a:lstStyle/>
                    <a:p>
                      <a:pPr algn="ctr"/>
                      <a:r>
                        <a:rPr lang="en-US" sz="1000"/>
                        <a:t>Test Asset</a:t>
                      </a:r>
                    </a:p>
                  </a:txBody>
                  <a:tcPr anchor="ctr"/>
                </a:tc>
                <a:tc>
                  <a:txBody>
                    <a:bodyPr/>
                    <a:lstStyle/>
                    <a:p>
                      <a:pPr lvl="0" algn="ctr">
                        <a:buNone/>
                      </a:pPr>
                      <a:r>
                        <a:rPr lang="en-US" sz="1000"/>
                        <a:t>Link to MDR </a:t>
                      </a:r>
                      <a:r>
                        <a:rPr lang="en-US" sz="1000" err="1"/>
                        <a:t>AzDO</a:t>
                      </a:r>
                      <a:r>
                        <a:rPr lang="en-US" sz="1000"/>
                        <a:t> Item</a:t>
                      </a:r>
                    </a:p>
                  </a:txBody>
                  <a:tcPr anchor="ctr"/>
                </a:tc>
                <a:tc>
                  <a:txBody>
                    <a:bodyPr/>
                    <a:lstStyle/>
                    <a:p>
                      <a:pPr algn="ctr"/>
                      <a:r>
                        <a:rPr lang="en-US" sz="1000"/>
                        <a:t>Exception Approved?</a:t>
                      </a:r>
                    </a:p>
                  </a:txBody>
                  <a:tcPr anchor="ctr"/>
                </a:tc>
                <a:extLst>
                  <a:ext uri="{0D108BD9-81ED-4DB2-BD59-A6C34878D82A}">
                    <a16:rowId xmlns:a16="http://schemas.microsoft.com/office/drawing/2014/main" val="2353363313"/>
                  </a:ext>
                </a:extLst>
              </a:tr>
              <a:tr h="249600">
                <a:tc>
                  <a:txBody>
                    <a:bodyPr/>
                    <a:lstStyle/>
                    <a:p>
                      <a:endParaRPr lang="en-US" sz="1000"/>
                    </a:p>
                  </a:txBody>
                  <a:tcPr/>
                </a:tc>
                <a:tc>
                  <a:txBody>
                    <a:bodyPr/>
                    <a:lstStyle/>
                    <a:p>
                      <a:endParaRPr lang="en-US" sz="1000"/>
                    </a:p>
                  </a:txBody>
                  <a:tcPr/>
                </a:tc>
                <a:tc>
                  <a:txBody>
                    <a:bodyPr/>
                    <a:lstStyle/>
                    <a:p>
                      <a:endParaRPr lang="en-US" sz="1000"/>
                    </a:p>
                  </a:txBody>
                  <a:tcPr/>
                </a:tc>
                <a:extLst>
                  <a:ext uri="{0D108BD9-81ED-4DB2-BD59-A6C34878D82A}">
                    <a16:rowId xmlns:a16="http://schemas.microsoft.com/office/drawing/2014/main" val="214333343"/>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2240778551"/>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3704951981"/>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1786918079"/>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3816628092"/>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1147973848"/>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3305029028"/>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4234689049"/>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2838570378"/>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778357922"/>
                  </a:ext>
                </a:extLst>
              </a:tr>
              <a:tr h="249600">
                <a:tc>
                  <a:txBody>
                    <a:bodyPr/>
                    <a:lstStyle/>
                    <a:p>
                      <a:pPr lvl="0">
                        <a:buNone/>
                      </a:pPr>
                      <a:endParaRPr lang="en-US" sz="1000"/>
                    </a:p>
                  </a:txBody>
                  <a:tcPr/>
                </a:tc>
                <a:tc>
                  <a:txBody>
                    <a:bodyPr/>
                    <a:lstStyle/>
                    <a:p>
                      <a:pPr lvl="0">
                        <a:buNone/>
                      </a:pPr>
                      <a:endParaRPr lang="en-US" sz="1000"/>
                    </a:p>
                  </a:txBody>
                  <a:tcPr/>
                </a:tc>
                <a:tc>
                  <a:txBody>
                    <a:bodyPr/>
                    <a:lstStyle/>
                    <a:p>
                      <a:pPr lvl="0">
                        <a:buNone/>
                      </a:pPr>
                      <a:endParaRPr lang="en-US" sz="1000"/>
                    </a:p>
                  </a:txBody>
                  <a:tcPr/>
                </a:tc>
                <a:extLst>
                  <a:ext uri="{0D108BD9-81ED-4DB2-BD59-A6C34878D82A}">
                    <a16:rowId xmlns:a16="http://schemas.microsoft.com/office/drawing/2014/main" val="63558013"/>
                  </a:ext>
                </a:extLst>
              </a:tr>
            </a:tbl>
          </a:graphicData>
        </a:graphic>
      </p:graphicFrame>
      <p:sp>
        <p:nvSpPr>
          <p:cNvPr id="8" name="TextBox 7">
            <a:extLst>
              <a:ext uri="{FF2B5EF4-FFF2-40B4-BE49-F238E27FC236}">
                <a16:creationId xmlns:a16="http://schemas.microsoft.com/office/drawing/2014/main" id="{3D535EAF-8F5E-BA8E-7A97-2C3274D48177}"/>
              </a:ext>
            </a:extLst>
          </p:cNvPr>
          <p:cNvSpPr txBox="1"/>
          <p:nvPr/>
        </p:nvSpPr>
        <p:spPr>
          <a:xfrm>
            <a:off x="4543424" y="1064419"/>
            <a:ext cx="460057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u="sng"/>
              <a:t>List of Test</a:t>
            </a:r>
            <a:r>
              <a:rPr lang="en-US" sz="1200" b="1" u="sng">
                <a:cs typeface="Arial"/>
              </a:rPr>
              <a:t> Assets Requiring Modernization</a:t>
            </a:r>
            <a:endParaRPr lang="en-US" sz="1200">
              <a:cs typeface="Arial"/>
            </a:endParaRPr>
          </a:p>
        </p:txBody>
      </p:sp>
      <p:sp>
        <p:nvSpPr>
          <p:cNvPr id="5" name="TextBox 4">
            <a:extLst>
              <a:ext uri="{FF2B5EF4-FFF2-40B4-BE49-F238E27FC236}">
                <a16:creationId xmlns:a16="http://schemas.microsoft.com/office/drawing/2014/main" id="{838DE20F-417E-B851-2D73-F5A4843E7AFF}"/>
              </a:ext>
            </a:extLst>
          </p:cNvPr>
          <p:cNvSpPr txBox="1"/>
          <p:nvPr/>
        </p:nvSpPr>
        <p:spPr>
          <a:xfrm rot="19919093">
            <a:off x="1454807" y="1783915"/>
            <a:ext cx="5966439" cy="1446550"/>
          </a:xfrm>
          <a:prstGeom prst="rect">
            <a:avLst/>
          </a:prstGeom>
          <a:solidFill>
            <a:schemeClr val="bg1"/>
          </a:solidFill>
          <a:ln>
            <a:solidFill>
              <a:srgbClr val="C00000"/>
            </a:solidFill>
          </a:ln>
        </p:spPr>
        <p:txBody>
          <a:bodyPr wrap="square" lIns="91440" tIns="45720" rIns="91440" bIns="45720" rtlCol="0" anchor="t">
            <a:spAutoFit/>
          </a:bodyPr>
          <a:lstStyle/>
          <a:p>
            <a:pPr algn="ctr"/>
            <a:r>
              <a:rPr lang="en-US" sz="4400" b="1">
                <a:solidFill>
                  <a:srgbClr val="C00000"/>
                </a:solidFill>
              </a:rPr>
              <a:t>See TSDR Checklist</a:t>
            </a:r>
            <a:endParaRPr lang="en-US">
              <a:cs typeface="Arial"/>
            </a:endParaRPr>
          </a:p>
          <a:p>
            <a:pPr algn="ctr"/>
            <a:r>
              <a:rPr lang="en-US" sz="4400" b="1">
                <a:solidFill>
                  <a:srgbClr val="C00000"/>
                </a:solidFill>
                <a:cs typeface="Arial"/>
              </a:rPr>
              <a:t>for full directions</a:t>
            </a:r>
          </a:p>
        </p:txBody>
      </p:sp>
      <p:sp>
        <p:nvSpPr>
          <p:cNvPr id="3" name="Freeform: Shape 2">
            <a:extLst>
              <a:ext uri="{FF2B5EF4-FFF2-40B4-BE49-F238E27FC236}">
                <a16:creationId xmlns:a16="http://schemas.microsoft.com/office/drawing/2014/main" id="{7BC9C43D-F44C-7DFF-6B08-A5804DC4F51D}"/>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054371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6E7958F-F062-E763-9688-6895167CCA17}"/>
              </a:ext>
            </a:extLst>
          </p:cNvPr>
          <p:cNvSpPr>
            <a:spLocks noGrp="1"/>
          </p:cNvSpPr>
          <p:nvPr>
            <p:ph type="title"/>
          </p:nvPr>
        </p:nvSpPr>
        <p:spPr>
          <a:xfrm>
            <a:off x="314524" y="205978"/>
            <a:ext cx="8514953" cy="635219"/>
          </a:xfrm>
        </p:spPr>
        <p:txBody>
          <a:bodyPr/>
          <a:lstStyle/>
          <a:p>
            <a:r>
              <a:rPr lang="en-US"/>
              <a:t>High-Cost Spares</a:t>
            </a:r>
          </a:p>
        </p:txBody>
      </p:sp>
      <p:graphicFrame>
        <p:nvGraphicFramePr>
          <p:cNvPr id="5" name="Content Placeholder 4">
            <a:extLst>
              <a:ext uri="{FF2B5EF4-FFF2-40B4-BE49-F238E27FC236}">
                <a16:creationId xmlns:a16="http://schemas.microsoft.com/office/drawing/2014/main" id="{D7B807F3-535B-17A9-B38E-35860490FDC9}"/>
              </a:ext>
            </a:extLst>
          </p:cNvPr>
          <p:cNvGraphicFramePr>
            <a:graphicFrameLocks noGrp="1"/>
          </p:cNvGraphicFramePr>
          <p:nvPr>
            <p:ph idx="1"/>
            <p:extLst>
              <p:ext uri="{D42A27DB-BD31-4B8C-83A1-F6EECF244321}">
                <p14:modId xmlns:p14="http://schemas.microsoft.com/office/powerpoint/2010/main" val="3294434600"/>
              </p:ext>
            </p:extLst>
          </p:nvPr>
        </p:nvGraphicFramePr>
        <p:xfrm>
          <a:off x="314524" y="1322070"/>
          <a:ext cx="8515348" cy="1854200"/>
        </p:xfrm>
        <a:graphic>
          <a:graphicData uri="http://schemas.openxmlformats.org/drawingml/2006/table">
            <a:tbl>
              <a:tblPr firstRow="1" bandRow="1">
                <a:tableStyleId>{5C22544A-7EE6-4342-B048-85BDC9FD1C3A}</a:tableStyleId>
              </a:tblPr>
              <a:tblGrid>
                <a:gridCol w="2128837">
                  <a:extLst>
                    <a:ext uri="{9D8B030D-6E8A-4147-A177-3AD203B41FA5}">
                      <a16:colId xmlns:a16="http://schemas.microsoft.com/office/drawing/2014/main" val="2356371336"/>
                    </a:ext>
                  </a:extLst>
                </a:gridCol>
                <a:gridCol w="2128837">
                  <a:extLst>
                    <a:ext uri="{9D8B030D-6E8A-4147-A177-3AD203B41FA5}">
                      <a16:colId xmlns:a16="http://schemas.microsoft.com/office/drawing/2014/main" val="520208773"/>
                    </a:ext>
                  </a:extLst>
                </a:gridCol>
                <a:gridCol w="2128837">
                  <a:extLst>
                    <a:ext uri="{9D8B030D-6E8A-4147-A177-3AD203B41FA5}">
                      <a16:colId xmlns:a16="http://schemas.microsoft.com/office/drawing/2014/main" val="3968718649"/>
                    </a:ext>
                  </a:extLst>
                </a:gridCol>
                <a:gridCol w="2128837">
                  <a:extLst>
                    <a:ext uri="{9D8B030D-6E8A-4147-A177-3AD203B41FA5}">
                      <a16:colId xmlns:a16="http://schemas.microsoft.com/office/drawing/2014/main" val="3599445238"/>
                    </a:ext>
                  </a:extLst>
                </a:gridCol>
              </a:tblGrid>
              <a:tr h="370840">
                <a:tc>
                  <a:txBody>
                    <a:bodyPr/>
                    <a:lstStyle/>
                    <a:p>
                      <a:r>
                        <a:rPr lang="en-US" sz="1600"/>
                        <a:t>Item Description</a:t>
                      </a:r>
                    </a:p>
                  </a:txBody>
                  <a:tcPr/>
                </a:tc>
                <a:tc>
                  <a:txBody>
                    <a:bodyPr/>
                    <a:lstStyle/>
                    <a:p>
                      <a:r>
                        <a:rPr lang="en-US" sz="1600"/>
                        <a:t>Estimated Lifespan</a:t>
                      </a:r>
                    </a:p>
                  </a:txBody>
                  <a:tcPr/>
                </a:tc>
                <a:tc>
                  <a:txBody>
                    <a:bodyPr/>
                    <a:lstStyle/>
                    <a:p>
                      <a:r>
                        <a:rPr lang="en-US" sz="1600"/>
                        <a:t>Effect Of Wear</a:t>
                      </a:r>
                    </a:p>
                  </a:txBody>
                  <a:tcPr/>
                </a:tc>
                <a:tc>
                  <a:txBody>
                    <a:bodyPr/>
                    <a:lstStyle/>
                    <a:p>
                      <a:r>
                        <a:rPr lang="en-US" sz="1600"/>
                        <a:t>Notes</a:t>
                      </a:r>
                    </a:p>
                  </a:txBody>
                  <a:tcPr/>
                </a:tc>
                <a:extLst>
                  <a:ext uri="{0D108BD9-81ED-4DB2-BD59-A6C34878D82A}">
                    <a16:rowId xmlns:a16="http://schemas.microsoft.com/office/drawing/2014/main" val="317355334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6494323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403500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6337641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34506774"/>
                  </a:ext>
                </a:extLst>
              </a:tr>
            </a:tbl>
          </a:graphicData>
        </a:graphic>
      </p:graphicFrame>
      <p:sp>
        <p:nvSpPr>
          <p:cNvPr id="2" name="TextBox 1">
            <a:extLst>
              <a:ext uri="{FF2B5EF4-FFF2-40B4-BE49-F238E27FC236}">
                <a16:creationId xmlns:a16="http://schemas.microsoft.com/office/drawing/2014/main" id="{70385B2F-DFAB-696D-005F-85FF7783659E}"/>
              </a:ext>
            </a:extLst>
          </p:cNvPr>
          <p:cNvSpPr txBox="1"/>
          <p:nvPr/>
        </p:nvSpPr>
        <p:spPr>
          <a:xfrm>
            <a:off x="314524" y="770319"/>
            <a:ext cx="8272936" cy="260972"/>
          </a:xfrm>
          <a:prstGeom prst="rect">
            <a:avLst/>
          </a:prstGeom>
          <a:noFill/>
        </p:spPr>
        <p:txBody>
          <a:bodyPr wrap="square" lIns="0" rIns="0" rtlCol="0">
            <a:noAutofit/>
          </a:bodyPr>
          <a:lstStyle/>
          <a:p>
            <a:pPr algn="l"/>
            <a:r>
              <a:rPr lang="en-US" sz="1100">
                <a:latin typeface="Consolas" panose="020B0609020204030204" pitchFamily="49" charset="0"/>
                <a:cs typeface="Consolas" panose="020B0609020204030204" pitchFamily="49" charset="0"/>
              </a:rPr>
              <a:t>	Identified during Planning</a:t>
            </a:r>
            <a:endParaRPr lang="en-US" sz="1100">
              <a:solidFill>
                <a:schemeClr val="tx1"/>
              </a:solidFill>
              <a:latin typeface="Consolas" panose="020B0609020204030204" pitchFamily="49" charset="0"/>
              <a:cs typeface="Consolas" panose="020B0609020204030204" pitchFamily="49" charset="0"/>
            </a:endParaRPr>
          </a:p>
        </p:txBody>
      </p:sp>
      <p:sp>
        <p:nvSpPr>
          <p:cNvPr id="3" name="Freeform: Shape 2">
            <a:extLst>
              <a:ext uri="{FF2B5EF4-FFF2-40B4-BE49-F238E27FC236}">
                <a16:creationId xmlns:a16="http://schemas.microsoft.com/office/drawing/2014/main" id="{7418A6F9-31E0-EFCB-57CB-FABCD3980FDE}"/>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1919191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76B47-D7FE-FC87-D551-8CE4D32D6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6114AB-2D02-6E63-DF92-CB38CCAD419E}"/>
              </a:ext>
            </a:extLst>
          </p:cNvPr>
          <p:cNvSpPr>
            <a:spLocks noGrp="1"/>
          </p:cNvSpPr>
          <p:nvPr>
            <p:ph type="title"/>
          </p:nvPr>
        </p:nvSpPr>
        <p:spPr/>
        <p:txBody>
          <a:bodyPr anchor="t"/>
          <a:lstStyle/>
          <a:p>
            <a:r>
              <a:rPr lang="en-US" sz="2000"/>
              <a:t>Test Eng. </a:t>
            </a:r>
            <a:r>
              <a:rPr lang="en-US" sz="2000" err="1"/>
              <a:t>CapEx</a:t>
            </a:r>
            <a:r>
              <a:rPr lang="en-US" sz="2000"/>
              <a:t> &amp; AR (&gt;$1k) Equipment List &amp; Timeline</a:t>
            </a:r>
          </a:p>
        </p:txBody>
      </p:sp>
      <p:graphicFrame>
        <p:nvGraphicFramePr>
          <p:cNvPr id="5" name="Content Placeholder 4">
            <a:extLst>
              <a:ext uri="{FF2B5EF4-FFF2-40B4-BE49-F238E27FC236}">
                <a16:creationId xmlns:a16="http://schemas.microsoft.com/office/drawing/2014/main" id="{75923FF3-1134-609B-39E4-00CB51B7052D}"/>
              </a:ext>
            </a:extLst>
          </p:cNvPr>
          <p:cNvGraphicFramePr>
            <a:graphicFrameLocks noGrp="1" noChangeAspect="1"/>
          </p:cNvGraphicFramePr>
          <p:nvPr>
            <p:ph idx="1"/>
            <p:extLst>
              <p:ext uri="{D42A27DB-BD31-4B8C-83A1-F6EECF244321}">
                <p14:modId xmlns:p14="http://schemas.microsoft.com/office/powerpoint/2010/main" val="357789885"/>
              </p:ext>
            </p:extLst>
          </p:nvPr>
        </p:nvGraphicFramePr>
        <p:xfrm>
          <a:off x="314524" y="1247440"/>
          <a:ext cx="8514954" cy="2778760"/>
        </p:xfrm>
        <a:graphic>
          <a:graphicData uri="http://schemas.openxmlformats.org/drawingml/2006/table">
            <a:tbl>
              <a:tblPr firstRow="1" lastRow="1" bandRow="1">
                <a:tableStyleId>{5C22544A-7EE6-4342-B048-85BDC9FD1C3A}</a:tableStyleId>
              </a:tblPr>
              <a:tblGrid>
                <a:gridCol w="565604">
                  <a:extLst>
                    <a:ext uri="{9D8B030D-6E8A-4147-A177-3AD203B41FA5}">
                      <a16:colId xmlns:a16="http://schemas.microsoft.com/office/drawing/2014/main" val="379362747"/>
                    </a:ext>
                  </a:extLst>
                </a:gridCol>
                <a:gridCol w="426410">
                  <a:extLst>
                    <a:ext uri="{9D8B030D-6E8A-4147-A177-3AD203B41FA5}">
                      <a16:colId xmlns:a16="http://schemas.microsoft.com/office/drawing/2014/main" val="3421957032"/>
                    </a:ext>
                  </a:extLst>
                </a:gridCol>
                <a:gridCol w="1619542">
                  <a:extLst>
                    <a:ext uri="{9D8B030D-6E8A-4147-A177-3AD203B41FA5}">
                      <a16:colId xmlns:a16="http://schemas.microsoft.com/office/drawing/2014/main" val="1670149385"/>
                    </a:ext>
                  </a:extLst>
                </a:gridCol>
                <a:gridCol w="552567">
                  <a:extLst>
                    <a:ext uri="{9D8B030D-6E8A-4147-A177-3AD203B41FA5}">
                      <a16:colId xmlns:a16="http://schemas.microsoft.com/office/drawing/2014/main" val="3909024470"/>
                    </a:ext>
                  </a:extLst>
                </a:gridCol>
                <a:gridCol w="910534">
                  <a:extLst>
                    <a:ext uri="{9D8B030D-6E8A-4147-A177-3AD203B41FA5}">
                      <a16:colId xmlns:a16="http://schemas.microsoft.com/office/drawing/2014/main" val="2657622406"/>
                    </a:ext>
                  </a:extLst>
                </a:gridCol>
                <a:gridCol w="798161">
                  <a:extLst>
                    <a:ext uri="{9D8B030D-6E8A-4147-A177-3AD203B41FA5}">
                      <a16:colId xmlns:a16="http://schemas.microsoft.com/office/drawing/2014/main" val="3011849585"/>
                    </a:ext>
                  </a:extLst>
                </a:gridCol>
                <a:gridCol w="489216">
                  <a:extLst>
                    <a:ext uri="{9D8B030D-6E8A-4147-A177-3AD203B41FA5}">
                      <a16:colId xmlns:a16="http://schemas.microsoft.com/office/drawing/2014/main" val="439799947"/>
                    </a:ext>
                  </a:extLst>
                </a:gridCol>
                <a:gridCol w="727884">
                  <a:extLst>
                    <a:ext uri="{9D8B030D-6E8A-4147-A177-3AD203B41FA5}">
                      <a16:colId xmlns:a16="http://schemas.microsoft.com/office/drawing/2014/main" val="3726259288"/>
                    </a:ext>
                  </a:extLst>
                </a:gridCol>
                <a:gridCol w="765908">
                  <a:extLst>
                    <a:ext uri="{9D8B030D-6E8A-4147-A177-3AD203B41FA5}">
                      <a16:colId xmlns:a16="http://schemas.microsoft.com/office/drawing/2014/main" val="1836945815"/>
                    </a:ext>
                  </a:extLst>
                </a:gridCol>
                <a:gridCol w="1659128">
                  <a:extLst>
                    <a:ext uri="{9D8B030D-6E8A-4147-A177-3AD203B41FA5}">
                      <a16:colId xmlns:a16="http://schemas.microsoft.com/office/drawing/2014/main" val="3669755844"/>
                    </a:ext>
                  </a:extLst>
                </a:gridCol>
              </a:tblGrid>
              <a:tr h="370840">
                <a:tc>
                  <a:txBody>
                    <a:bodyPr/>
                    <a:lstStyle/>
                    <a:p>
                      <a:r>
                        <a:rPr lang="en-US" sz="800"/>
                        <a:t>Cost Center</a:t>
                      </a:r>
                    </a:p>
                  </a:txBody>
                  <a:tcPr/>
                </a:tc>
                <a:tc>
                  <a:txBody>
                    <a:bodyPr/>
                    <a:lstStyle/>
                    <a:p>
                      <a:r>
                        <a:rPr lang="en-US" sz="800"/>
                        <a:t>Site</a:t>
                      </a:r>
                    </a:p>
                  </a:txBody>
                  <a:tcPr/>
                </a:tc>
                <a:tc>
                  <a:txBody>
                    <a:bodyPr/>
                    <a:lstStyle/>
                    <a:p>
                      <a:r>
                        <a:rPr lang="en-US" sz="800"/>
                        <a:t>CAPEX Item Description (</a:t>
                      </a:r>
                      <a:r>
                        <a:rPr lang="en-US" sz="800" err="1"/>
                        <a:t>Requipment</a:t>
                      </a:r>
                      <a:r>
                        <a:rPr lang="en-US" sz="800"/>
                        <a:t>, NRE, Tooling)</a:t>
                      </a:r>
                    </a:p>
                  </a:txBody>
                  <a:tcPr/>
                </a:tc>
                <a:tc>
                  <a:txBody>
                    <a:bodyPr/>
                    <a:lstStyle/>
                    <a:p>
                      <a:r>
                        <a:rPr lang="en-US" sz="800"/>
                        <a:t>Owner</a:t>
                      </a:r>
                    </a:p>
                  </a:txBody>
                  <a:tcPr/>
                </a:tc>
                <a:tc>
                  <a:txBody>
                    <a:bodyPr/>
                    <a:lstStyle/>
                    <a:p>
                      <a:r>
                        <a:rPr lang="en-US" sz="800"/>
                        <a:t>Budget Code (if assigned)</a:t>
                      </a:r>
                    </a:p>
                  </a:txBody>
                  <a:tcPr/>
                </a:tc>
                <a:tc>
                  <a:txBody>
                    <a:bodyPr/>
                    <a:lstStyle/>
                    <a:p>
                      <a:r>
                        <a:rPr lang="en-US" sz="800"/>
                        <a:t>Cost (USD)</a:t>
                      </a:r>
                    </a:p>
                  </a:txBody>
                  <a:tcPr/>
                </a:tc>
                <a:tc>
                  <a:txBody>
                    <a:bodyPr/>
                    <a:lstStyle/>
                    <a:p>
                      <a:r>
                        <a:rPr lang="en-US" sz="800" err="1"/>
                        <a:t>Depr</a:t>
                      </a:r>
                      <a:r>
                        <a:rPr lang="en-US" sz="800"/>
                        <a:t>. (3yr, 5yr, 7yr)</a:t>
                      </a:r>
                    </a:p>
                  </a:txBody>
                  <a:tcPr/>
                </a:tc>
                <a:tc>
                  <a:txBody>
                    <a:bodyPr/>
                    <a:lstStyle/>
                    <a:p>
                      <a:r>
                        <a:rPr lang="en-US" sz="800"/>
                        <a:t>Purchase Fiscal Quarter/ Year</a:t>
                      </a:r>
                    </a:p>
                  </a:txBody>
                  <a:tcPr/>
                </a:tc>
                <a:tc>
                  <a:txBody>
                    <a:bodyPr/>
                    <a:lstStyle/>
                    <a:p>
                      <a:r>
                        <a:rPr lang="en-US" sz="800"/>
                        <a:t>In-Service Fiscal Quarter/ Year</a:t>
                      </a:r>
                    </a:p>
                  </a:txBody>
                  <a:tcPr/>
                </a:tc>
                <a:tc>
                  <a:txBody>
                    <a:bodyPr/>
                    <a:lstStyle/>
                    <a:p>
                      <a:r>
                        <a:rPr lang="en-US" sz="800"/>
                        <a:t>Other Options Considered, Additional Notes</a:t>
                      </a:r>
                    </a:p>
                  </a:txBody>
                  <a:tcPr/>
                </a:tc>
                <a:extLst>
                  <a:ext uri="{0D108BD9-81ED-4DB2-BD59-A6C34878D82A}">
                    <a16:rowId xmlns:a16="http://schemas.microsoft.com/office/drawing/2014/main" val="305950434"/>
                  </a:ext>
                </a:extLst>
              </a:tr>
              <a:tr h="370840">
                <a:tc>
                  <a:txBody>
                    <a:bodyPr/>
                    <a:lstStyle/>
                    <a:p>
                      <a:r>
                        <a:rPr lang="en-US" sz="800"/>
                        <a:t>2053</a:t>
                      </a:r>
                    </a:p>
                  </a:txBody>
                  <a:tcPr/>
                </a:tc>
                <a:tc>
                  <a:txBody>
                    <a:bodyPr/>
                    <a:lstStyle/>
                    <a:p>
                      <a:r>
                        <a:rPr lang="en-US" sz="800"/>
                        <a:t>NIC</a:t>
                      </a:r>
                    </a:p>
                  </a:txBody>
                  <a:tcPr/>
                </a:tc>
                <a:tc>
                  <a:txBody>
                    <a:bodyPr/>
                    <a:lstStyle/>
                    <a:p>
                      <a:r>
                        <a:rPr lang="en-US" sz="800"/>
                        <a:t>Development ITA</a:t>
                      </a:r>
                    </a:p>
                  </a:txBody>
                  <a:tcPr/>
                </a:tc>
                <a:tc>
                  <a:txBody>
                    <a:bodyPr/>
                    <a:lstStyle/>
                    <a:p>
                      <a:r>
                        <a:rPr lang="en-US" sz="800"/>
                        <a:t>R&amp;D Test Eng.</a:t>
                      </a:r>
                    </a:p>
                  </a:txBody>
                  <a:tcPr/>
                </a:tc>
                <a:tc>
                  <a:txBody>
                    <a:bodyPr/>
                    <a:lstStyle/>
                    <a:p>
                      <a:r>
                        <a:rPr lang="en-US" sz="800"/>
                        <a:t>&lt;Some number from Finance&gt;</a:t>
                      </a:r>
                    </a:p>
                  </a:txBody>
                  <a:tcPr/>
                </a:tc>
                <a:tc>
                  <a:txBody>
                    <a:bodyPr/>
                    <a:lstStyle/>
                    <a:p>
                      <a:r>
                        <a:rPr lang="en-US" sz="800"/>
                        <a:t>$7,000</a:t>
                      </a:r>
                    </a:p>
                  </a:txBody>
                  <a:tcPr/>
                </a:tc>
                <a:tc>
                  <a:txBody>
                    <a:bodyPr/>
                    <a:lstStyle/>
                    <a:p>
                      <a:r>
                        <a:rPr lang="en-US" sz="800"/>
                        <a:t>5 yr.</a:t>
                      </a:r>
                    </a:p>
                  </a:txBody>
                  <a:tcPr/>
                </a:tc>
                <a:tc>
                  <a:txBody>
                    <a:bodyPr/>
                    <a:lstStyle/>
                    <a:p>
                      <a:r>
                        <a:rPr lang="en-US" sz="800"/>
                        <a:t>‘25 Q2</a:t>
                      </a:r>
                    </a:p>
                  </a:txBody>
                  <a:tcPr/>
                </a:tc>
                <a:tc>
                  <a:txBody>
                    <a:bodyPr/>
                    <a:lstStyle/>
                    <a:p>
                      <a:r>
                        <a:rPr lang="en-US" sz="800"/>
                        <a:t>‘25 Q2</a:t>
                      </a:r>
                    </a:p>
                  </a:txBody>
                  <a:tcPr/>
                </a:tc>
                <a:tc>
                  <a:txBody>
                    <a:bodyPr/>
                    <a:lstStyle/>
                    <a:p>
                      <a:endParaRPr lang="en-US" sz="800"/>
                    </a:p>
                  </a:txBody>
                  <a:tcPr/>
                </a:tc>
                <a:extLst>
                  <a:ext uri="{0D108BD9-81ED-4DB2-BD59-A6C34878D82A}">
                    <a16:rowId xmlns:a16="http://schemas.microsoft.com/office/drawing/2014/main" val="3816613687"/>
                  </a:ext>
                </a:extLst>
              </a:tr>
              <a:tr h="370840">
                <a:tc>
                  <a:txBody>
                    <a:bodyPr/>
                    <a:lstStyle/>
                    <a:p>
                      <a:r>
                        <a:rPr lang="en-US" sz="800"/>
                        <a:t>2053</a:t>
                      </a:r>
                    </a:p>
                  </a:txBody>
                  <a:tcPr/>
                </a:tc>
                <a:tc>
                  <a:txBody>
                    <a:bodyPr/>
                    <a:lstStyle/>
                    <a:p>
                      <a:r>
                        <a:rPr lang="en-US" sz="800"/>
                        <a:t>NIC</a:t>
                      </a:r>
                    </a:p>
                  </a:txBody>
                  <a:tcPr/>
                </a:tc>
                <a:tc>
                  <a:txBody>
                    <a:bodyPr/>
                    <a:lstStyle/>
                    <a:p>
                      <a:r>
                        <a:rPr lang="en-US" sz="800"/>
                        <a:t>Development Fixture</a:t>
                      </a:r>
                    </a:p>
                  </a:txBody>
                  <a:tcPr/>
                </a:tc>
                <a:tc>
                  <a:txBody>
                    <a:bodyPr/>
                    <a:lstStyle/>
                    <a:p>
                      <a:r>
                        <a:rPr lang="en-US" sz="800"/>
                        <a:t>R&amp;D Test Eng.</a:t>
                      </a:r>
                    </a:p>
                  </a:txBody>
                  <a:tcPr/>
                </a:tc>
                <a:tc>
                  <a:txBody>
                    <a:bodyPr/>
                    <a:lstStyle/>
                    <a:p>
                      <a:r>
                        <a:rPr lang="en-US" sz="800"/>
                        <a:t>&lt;Some number from Finance&gt;</a:t>
                      </a:r>
                    </a:p>
                  </a:txBody>
                  <a:tcPr/>
                </a:tc>
                <a:tc>
                  <a:txBody>
                    <a:bodyPr/>
                    <a:lstStyle/>
                    <a:p>
                      <a:r>
                        <a:rPr lang="en-US" sz="800"/>
                        <a:t>$23,000</a:t>
                      </a:r>
                    </a:p>
                  </a:txBody>
                  <a:tcPr/>
                </a:tc>
                <a:tc>
                  <a:txBody>
                    <a:bodyPr/>
                    <a:lstStyle/>
                    <a:p>
                      <a:r>
                        <a:rPr lang="en-US" sz="800"/>
                        <a:t>5 yr.</a:t>
                      </a:r>
                    </a:p>
                  </a:txBody>
                  <a:tcPr/>
                </a:tc>
                <a:tc>
                  <a:txBody>
                    <a:bodyPr/>
                    <a:lstStyle/>
                    <a:p>
                      <a:r>
                        <a:rPr lang="en-US" sz="800"/>
                        <a:t>’25 Q2</a:t>
                      </a:r>
                    </a:p>
                  </a:txBody>
                  <a:tcPr/>
                </a:tc>
                <a:tc>
                  <a:txBody>
                    <a:bodyPr/>
                    <a:lstStyle/>
                    <a:p>
                      <a:r>
                        <a:rPr lang="en-US" sz="800"/>
                        <a:t>’25 Q2</a:t>
                      </a:r>
                    </a:p>
                  </a:txBody>
                  <a:tcPr/>
                </a:tc>
                <a:tc>
                  <a:txBody>
                    <a:bodyPr/>
                    <a:lstStyle/>
                    <a:p>
                      <a:endParaRPr lang="en-US" sz="800"/>
                    </a:p>
                  </a:txBody>
                  <a:tcPr/>
                </a:tc>
                <a:extLst>
                  <a:ext uri="{0D108BD9-81ED-4DB2-BD59-A6C34878D82A}">
                    <a16:rowId xmlns:a16="http://schemas.microsoft.com/office/drawing/2014/main" val="1776657731"/>
                  </a:ext>
                </a:extLst>
              </a:tr>
              <a:tr h="370840">
                <a:tc>
                  <a:txBody>
                    <a:bodyPr/>
                    <a:lstStyle/>
                    <a:p>
                      <a:pPr lvl="0">
                        <a:buNone/>
                      </a:pPr>
                      <a:r>
                        <a:rPr lang="en-US" sz="800"/>
                        <a:t>2053</a:t>
                      </a:r>
                      <a:endParaRPr lang="en-US"/>
                    </a:p>
                  </a:txBody>
                  <a:tcPr/>
                </a:tc>
                <a:tc>
                  <a:txBody>
                    <a:bodyPr/>
                    <a:lstStyle/>
                    <a:p>
                      <a:pPr lvl="0">
                        <a:buNone/>
                      </a:pPr>
                      <a:r>
                        <a:rPr lang="en-US" sz="800"/>
                        <a:t>NIC</a:t>
                      </a:r>
                      <a:endParaRPr lang="en-US"/>
                    </a:p>
                  </a:txBody>
                  <a:tcPr/>
                </a:tc>
                <a:tc>
                  <a:txBody>
                    <a:bodyPr/>
                    <a:lstStyle/>
                    <a:p>
                      <a:pPr lvl="0">
                        <a:buNone/>
                      </a:pPr>
                      <a:r>
                        <a:rPr lang="en-US" sz="800"/>
                        <a:t>Probe Spares and Tools</a:t>
                      </a:r>
                      <a:endParaRPr lang="en-US"/>
                    </a:p>
                  </a:txBody>
                  <a:tcPr/>
                </a:tc>
                <a:tc>
                  <a:txBody>
                    <a:bodyPr/>
                    <a:lstStyle/>
                    <a:p>
                      <a:pPr lvl="0">
                        <a:buNone/>
                      </a:pPr>
                      <a:r>
                        <a:rPr lang="en-US" sz="800" b="0" i="0" u="none" strike="noStrike" noProof="0">
                          <a:solidFill>
                            <a:srgbClr val="000000"/>
                          </a:solidFill>
                          <a:latin typeface="Arial"/>
                        </a:rPr>
                        <a:t>R&amp;D Test Eng.</a:t>
                      </a:r>
                      <a:endParaRPr lang="en-US"/>
                    </a:p>
                  </a:txBody>
                  <a:tcPr/>
                </a:tc>
                <a:tc>
                  <a:txBody>
                    <a:bodyPr/>
                    <a:lstStyle/>
                    <a:p>
                      <a:pPr lvl="0">
                        <a:buNone/>
                      </a:pPr>
                      <a:endParaRPr lang="en-US" sz="800"/>
                    </a:p>
                  </a:txBody>
                  <a:tcPr/>
                </a:tc>
                <a:tc>
                  <a:txBody>
                    <a:bodyPr/>
                    <a:lstStyle/>
                    <a:p>
                      <a:pPr lvl="0">
                        <a:buNone/>
                      </a:pPr>
                      <a:r>
                        <a:rPr lang="en-US" sz="800"/>
                        <a:t>$1,500</a:t>
                      </a:r>
                      <a:endParaRPr lang="en-US"/>
                    </a:p>
                  </a:txBody>
                  <a:tcPr/>
                </a:tc>
                <a:tc>
                  <a:txBody>
                    <a:bodyPr/>
                    <a:lstStyle/>
                    <a:p>
                      <a:pPr lvl="0">
                        <a:buNone/>
                      </a:pPr>
                      <a:r>
                        <a:rPr lang="en-US" sz="800"/>
                        <a:t>NA – </a:t>
                      </a:r>
                      <a:r>
                        <a:rPr lang="en-US" sz="800" err="1"/>
                        <a:t>OpEx</a:t>
                      </a:r>
                      <a:endParaRPr lang="en-US" sz="800"/>
                    </a:p>
                  </a:txBody>
                  <a:tcPr/>
                </a:tc>
                <a:tc>
                  <a:txBody>
                    <a:bodyPr/>
                    <a:lstStyle/>
                    <a:p>
                      <a:pPr lvl="0">
                        <a:buNone/>
                      </a:pPr>
                      <a:r>
                        <a:rPr lang="en-US" sz="800"/>
                        <a:t>Q3 '27</a:t>
                      </a:r>
                      <a:endParaRPr lang="en-US"/>
                    </a:p>
                  </a:txBody>
                  <a:tcPr/>
                </a:tc>
                <a:tc>
                  <a:txBody>
                    <a:bodyPr/>
                    <a:lstStyle/>
                    <a:p>
                      <a:pPr lvl="0">
                        <a:buNone/>
                      </a:pPr>
                      <a:r>
                        <a:rPr lang="en-US" sz="800"/>
                        <a:t>Q3 '27</a:t>
                      </a:r>
                      <a:endParaRPr lang="en-US"/>
                    </a:p>
                  </a:txBody>
                  <a:tcPr/>
                </a:tc>
                <a:tc>
                  <a:txBody>
                    <a:bodyPr/>
                    <a:lstStyle/>
                    <a:p>
                      <a:pPr lvl="0">
                        <a:buNone/>
                      </a:pPr>
                      <a:r>
                        <a:rPr lang="en-US" sz="800"/>
                        <a:t>Spare </a:t>
                      </a:r>
                      <a:r>
                        <a:rPr lang="en-US" sz="800" err="1"/>
                        <a:t>XProbes</a:t>
                      </a:r>
                      <a:r>
                        <a:rPr lang="en-US" sz="800"/>
                        <a:t> + Insertion/Extraction Tools</a:t>
                      </a:r>
                      <a:endParaRPr lang="en-US"/>
                    </a:p>
                  </a:txBody>
                  <a:tcPr/>
                </a:tc>
                <a:extLst>
                  <a:ext uri="{0D108BD9-81ED-4DB2-BD59-A6C34878D82A}">
                    <a16:rowId xmlns:a16="http://schemas.microsoft.com/office/drawing/2014/main" val="114571957"/>
                  </a:ext>
                </a:extLst>
              </a:tr>
              <a:tr h="370840">
                <a:tc>
                  <a:txBody>
                    <a:bodyPr/>
                    <a:lstStyle/>
                    <a:p>
                      <a:r>
                        <a:rPr lang="en-US" sz="800"/>
                        <a:t>2053</a:t>
                      </a:r>
                    </a:p>
                  </a:txBody>
                  <a:tcPr/>
                </a:tc>
                <a:tc>
                  <a:txBody>
                    <a:bodyPr/>
                    <a:lstStyle/>
                    <a:p>
                      <a:r>
                        <a:rPr lang="en-US" sz="800"/>
                        <a:t>NIC</a:t>
                      </a:r>
                    </a:p>
                  </a:txBody>
                  <a:tcPr/>
                </a:tc>
                <a:tc>
                  <a:txBody>
                    <a:bodyPr/>
                    <a:lstStyle/>
                    <a:p>
                      <a:r>
                        <a:rPr lang="en-US" sz="800"/>
                        <a:t>Safety Verification Test Equipment*</a:t>
                      </a:r>
                    </a:p>
                  </a:txBody>
                  <a:tcPr/>
                </a:tc>
                <a:tc>
                  <a:txBody>
                    <a:bodyPr/>
                    <a:lstStyle/>
                    <a:p>
                      <a:r>
                        <a:rPr lang="en-US" sz="800"/>
                        <a:t>R&amp;D Test Eng.</a:t>
                      </a:r>
                    </a:p>
                  </a:txBody>
                  <a:tcPr/>
                </a:tc>
                <a:tc>
                  <a:txBody>
                    <a:bodyPr/>
                    <a:lstStyle/>
                    <a:p>
                      <a:endParaRPr lang="en-US" sz="800"/>
                    </a:p>
                  </a:txBody>
                  <a:tcPr/>
                </a:tc>
                <a:tc>
                  <a:txBody>
                    <a:bodyPr/>
                    <a:lstStyle/>
                    <a:p>
                      <a:r>
                        <a:rPr lang="en-US" sz="800"/>
                        <a:t>$1000</a:t>
                      </a:r>
                    </a:p>
                  </a:txBody>
                  <a:tcPr/>
                </a:tc>
                <a:tc>
                  <a:txBody>
                    <a:bodyPr/>
                    <a:lstStyle/>
                    <a:p>
                      <a:r>
                        <a:rPr lang="en-US" sz="800"/>
                        <a:t>NA -</a:t>
                      </a:r>
                      <a:r>
                        <a:rPr lang="en-US" sz="800" err="1"/>
                        <a:t>Opex</a:t>
                      </a:r>
                      <a:endParaRPr lang="en-US" sz="800"/>
                    </a:p>
                  </a:txBody>
                  <a:tcPr/>
                </a:tc>
                <a:tc>
                  <a:txBody>
                    <a:bodyPr/>
                    <a:lstStyle/>
                    <a:p>
                      <a:r>
                        <a:rPr lang="en-US" sz="800"/>
                        <a:t>25 Q2</a:t>
                      </a:r>
                    </a:p>
                  </a:txBody>
                  <a:tcPr/>
                </a:tc>
                <a:tc>
                  <a:txBody>
                    <a:bodyPr/>
                    <a:lstStyle/>
                    <a:p>
                      <a:r>
                        <a:rPr lang="en-US" sz="800"/>
                        <a:t>25 Q2</a:t>
                      </a:r>
                    </a:p>
                  </a:txBody>
                  <a:tcPr/>
                </a:tc>
                <a:tc>
                  <a:txBody>
                    <a:bodyPr/>
                    <a:lstStyle/>
                    <a:p>
                      <a:endParaRPr lang="en-US" sz="800"/>
                    </a:p>
                  </a:txBody>
                  <a:tcPr/>
                </a:tc>
                <a:extLst>
                  <a:ext uri="{0D108BD9-81ED-4DB2-BD59-A6C34878D82A}">
                    <a16:rowId xmlns:a16="http://schemas.microsoft.com/office/drawing/2014/main" val="2322199510"/>
                  </a:ext>
                </a:extLst>
              </a:tr>
              <a:tr h="370840">
                <a:tc>
                  <a:txBody>
                    <a:bodyPr/>
                    <a:lstStyle/>
                    <a:p>
                      <a:r>
                        <a:rPr lang="en-US" sz="800"/>
                        <a:t>TOTAL:</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r>
                        <a:rPr lang="en-US" sz="800"/>
                        <a:t>$30,000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2845330617"/>
                  </a:ext>
                </a:extLst>
              </a:tr>
            </a:tbl>
          </a:graphicData>
        </a:graphic>
      </p:graphicFrame>
      <p:sp>
        <p:nvSpPr>
          <p:cNvPr id="7" name="TextBox 6">
            <a:extLst>
              <a:ext uri="{FF2B5EF4-FFF2-40B4-BE49-F238E27FC236}">
                <a16:creationId xmlns:a16="http://schemas.microsoft.com/office/drawing/2014/main" id="{CBFC4386-DA23-043A-9CCF-168534626F21}"/>
              </a:ext>
            </a:extLst>
          </p:cNvPr>
          <p:cNvSpPr txBox="1"/>
          <p:nvPr/>
        </p:nvSpPr>
        <p:spPr>
          <a:xfrm>
            <a:off x="7589674" y="4520045"/>
            <a:ext cx="1401346" cy="207749"/>
          </a:xfrm>
          <a:prstGeom prst="rect">
            <a:avLst/>
          </a:prstGeom>
          <a:noFill/>
        </p:spPr>
        <p:txBody>
          <a:bodyPr wrap="none" lIns="91440" tIns="45720" rIns="91440" bIns="45720" rtlCol="0" anchor="t">
            <a:spAutoFit/>
          </a:bodyPr>
          <a:lstStyle/>
          <a:p>
            <a:r>
              <a:rPr lang="en-US" sz="750">
                <a:hlinkClick r:id="rId3"/>
              </a:rPr>
              <a:t>Capital Equipment Guidance</a:t>
            </a:r>
          </a:p>
        </p:txBody>
      </p:sp>
      <p:sp>
        <p:nvSpPr>
          <p:cNvPr id="11" name="TextBox 10">
            <a:extLst>
              <a:ext uri="{FF2B5EF4-FFF2-40B4-BE49-F238E27FC236}">
                <a16:creationId xmlns:a16="http://schemas.microsoft.com/office/drawing/2014/main" id="{B0836657-43CE-3165-DC0F-E109FD5C3B72}"/>
              </a:ext>
            </a:extLst>
          </p:cNvPr>
          <p:cNvSpPr txBox="1"/>
          <p:nvPr/>
        </p:nvSpPr>
        <p:spPr>
          <a:xfrm>
            <a:off x="2007182" y="2176714"/>
            <a:ext cx="5133020" cy="790071"/>
          </a:xfrm>
          <a:prstGeom prst="rect">
            <a:avLst/>
          </a:prstGeom>
          <a:solidFill>
            <a:schemeClr val="accent1"/>
          </a:solidFill>
          <a:ln w="22225">
            <a:solidFill>
              <a:schemeClr val="accent1"/>
            </a:solidFill>
          </a:ln>
        </p:spPr>
        <p:txBody>
          <a:bodyPr wrap="square" lIns="0" rIns="0" rtlCol="0">
            <a:noAutofit/>
          </a:bodyPr>
          <a:lstStyle/>
          <a:p>
            <a:pPr algn="ctr"/>
            <a:r>
              <a:rPr lang="en-US" sz="2400" b="1">
                <a:solidFill>
                  <a:srgbClr val="FF0000"/>
                </a:solidFill>
                <a:latin typeface="Consolas" panose="020B0609020204030204" pitchFamily="49" charset="0"/>
                <a:cs typeface="Consolas" panose="020B0609020204030204" pitchFamily="49" charset="0"/>
              </a:rPr>
              <a:t>EXAMPLE ENTRIES; DELETE AND FILL IN CORRECT VALUES</a:t>
            </a:r>
          </a:p>
        </p:txBody>
      </p:sp>
      <p:sp>
        <p:nvSpPr>
          <p:cNvPr id="12" name="TextBox 11">
            <a:extLst>
              <a:ext uri="{FF2B5EF4-FFF2-40B4-BE49-F238E27FC236}">
                <a16:creationId xmlns:a16="http://schemas.microsoft.com/office/drawing/2014/main" id="{08047E6E-B8FB-EDEA-780D-DB2C4DBD3649}"/>
              </a:ext>
            </a:extLst>
          </p:cNvPr>
          <p:cNvSpPr txBox="1"/>
          <p:nvPr/>
        </p:nvSpPr>
        <p:spPr>
          <a:xfrm>
            <a:off x="1987698" y="4816374"/>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Required for PPA meeting, do not delete</a:t>
            </a:r>
          </a:p>
        </p:txBody>
      </p:sp>
      <p:sp>
        <p:nvSpPr>
          <p:cNvPr id="3" name="Freeform: Shape 2">
            <a:extLst>
              <a:ext uri="{FF2B5EF4-FFF2-40B4-BE49-F238E27FC236}">
                <a16:creationId xmlns:a16="http://schemas.microsoft.com/office/drawing/2014/main" id="{DF797A6C-459E-F596-57D6-D019C804C0DE}"/>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1265870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76B47-D7FE-FC87-D551-8CE4D32D6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6114AB-2D02-6E63-DF92-CB38CCAD419E}"/>
              </a:ext>
            </a:extLst>
          </p:cNvPr>
          <p:cNvSpPr>
            <a:spLocks noGrp="1"/>
          </p:cNvSpPr>
          <p:nvPr>
            <p:ph type="title"/>
          </p:nvPr>
        </p:nvSpPr>
        <p:spPr/>
        <p:txBody>
          <a:bodyPr anchor="t"/>
          <a:lstStyle/>
          <a:p>
            <a:r>
              <a:rPr lang="en-US" sz="2000"/>
              <a:t>Mfg. </a:t>
            </a:r>
            <a:r>
              <a:rPr lang="en-US" sz="2000" err="1"/>
              <a:t>CapEx</a:t>
            </a:r>
            <a:r>
              <a:rPr lang="en-US" sz="2000"/>
              <a:t> &amp; AR (&gt;$1k) Equipment List &amp; Timeline</a:t>
            </a:r>
          </a:p>
        </p:txBody>
      </p:sp>
      <p:graphicFrame>
        <p:nvGraphicFramePr>
          <p:cNvPr id="5" name="Content Placeholder 4">
            <a:extLst>
              <a:ext uri="{FF2B5EF4-FFF2-40B4-BE49-F238E27FC236}">
                <a16:creationId xmlns:a16="http://schemas.microsoft.com/office/drawing/2014/main" id="{75923FF3-1134-609B-39E4-00CB51B7052D}"/>
              </a:ext>
            </a:extLst>
          </p:cNvPr>
          <p:cNvGraphicFramePr>
            <a:graphicFrameLocks noGrp="1" noChangeAspect="1"/>
          </p:cNvGraphicFramePr>
          <p:nvPr>
            <p:ph idx="1"/>
            <p:extLst>
              <p:ext uri="{D42A27DB-BD31-4B8C-83A1-F6EECF244321}">
                <p14:modId xmlns:p14="http://schemas.microsoft.com/office/powerpoint/2010/main" val="865974023"/>
              </p:ext>
            </p:extLst>
          </p:nvPr>
        </p:nvGraphicFramePr>
        <p:xfrm>
          <a:off x="242454" y="1021772"/>
          <a:ext cx="8650559" cy="3545840"/>
        </p:xfrm>
        <a:graphic>
          <a:graphicData uri="http://schemas.openxmlformats.org/drawingml/2006/table">
            <a:tbl>
              <a:tblPr firstRow="1" lastRow="1" bandRow="1">
                <a:tableStyleId>{5C22544A-7EE6-4342-B048-85BDC9FD1C3A}</a:tableStyleId>
              </a:tblPr>
              <a:tblGrid>
                <a:gridCol w="595312">
                  <a:extLst>
                    <a:ext uri="{9D8B030D-6E8A-4147-A177-3AD203B41FA5}">
                      <a16:colId xmlns:a16="http://schemas.microsoft.com/office/drawing/2014/main" val="379362747"/>
                    </a:ext>
                  </a:extLst>
                </a:gridCol>
                <a:gridCol w="412499">
                  <a:extLst>
                    <a:ext uri="{9D8B030D-6E8A-4147-A177-3AD203B41FA5}">
                      <a16:colId xmlns:a16="http://schemas.microsoft.com/office/drawing/2014/main" val="3421957032"/>
                    </a:ext>
                  </a:extLst>
                </a:gridCol>
                <a:gridCol w="1645336">
                  <a:extLst>
                    <a:ext uri="{9D8B030D-6E8A-4147-A177-3AD203B41FA5}">
                      <a16:colId xmlns:a16="http://schemas.microsoft.com/office/drawing/2014/main" val="1670149385"/>
                    </a:ext>
                  </a:extLst>
                </a:gridCol>
                <a:gridCol w="561367">
                  <a:extLst>
                    <a:ext uri="{9D8B030D-6E8A-4147-A177-3AD203B41FA5}">
                      <a16:colId xmlns:a16="http://schemas.microsoft.com/office/drawing/2014/main" val="3909024470"/>
                    </a:ext>
                  </a:extLst>
                </a:gridCol>
                <a:gridCol w="925033">
                  <a:extLst>
                    <a:ext uri="{9D8B030D-6E8A-4147-A177-3AD203B41FA5}">
                      <a16:colId xmlns:a16="http://schemas.microsoft.com/office/drawing/2014/main" val="2657622406"/>
                    </a:ext>
                  </a:extLst>
                </a:gridCol>
                <a:gridCol w="810873">
                  <a:extLst>
                    <a:ext uri="{9D8B030D-6E8A-4147-A177-3AD203B41FA5}">
                      <a16:colId xmlns:a16="http://schemas.microsoft.com/office/drawing/2014/main" val="3011849585"/>
                    </a:ext>
                  </a:extLst>
                </a:gridCol>
                <a:gridCol w="497006">
                  <a:extLst>
                    <a:ext uri="{9D8B030D-6E8A-4147-A177-3AD203B41FA5}">
                      <a16:colId xmlns:a16="http://schemas.microsoft.com/office/drawing/2014/main" val="439799947"/>
                    </a:ext>
                  </a:extLst>
                </a:gridCol>
                <a:gridCol w="739476">
                  <a:extLst>
                    <a:ext uri="{9D8B030D-6E8A-4147-A177-3AD203B41FA5}">
                      <a16:colId xmlns:a16="http://schemas.microsoft.com/office/drawing/2014/main" val="3726259288"/>
                    </a:ext>
                  </a:extLst>
                </a:gridCol>
                <a:gridCol w="778106">
                  <a:extLst>
                    <a:ext uri="{9D8B030D-6E8A-4147-A177-3AD203B41FA5}">
                      <a16:colId xmlns:a16="http://schemas.microsoft.com/office/drawing/2014/main" val="1836945815"/>
                    </a:ext>
                  </a:extLst>
                </a:gridCol>
                <a:gridCol w="1685551">
                  <a:extLst>
                    <a:ext uri="{9D8B030D-6E8A-4147-A177-3AD203B41FA5}">
                      <a16:colId xmlns:a16="http://schemas.microsoft.com/office/drawing/2014/main" val="3669755844"/>
                    </a:ext>
                  </a:extLst>
                </a:gridCol>
              </a:tblGrid>
              <a:tr h="370840">
                <a:tc>
                  <a:txBody>
                    <a:bodyPr/>
                    <a:lstStyle/>
                    <a:p>
                      <a:r>
                        <a:rPr lang="en-US" sz="800"/>
                        <a:t>Cost Center / Account</a:t>
                      </a:r>
                    </a:p>
                  </a:txBody>
                  <a:tcPr/>
                </a:tc>
                <a:tc>
                  <a:txBody>
                    <a:bodyPr/>
                    <a:lstStyle/>
                    <a:p>
                      <a:r>
                        <a:rPr lang="en-US" sz="800"/>
                        <a:t>Site</a:t>
                      </a:r>
                    </a:p>
                  </a:txBody>
                  <a:tcPr/>
                </a:tc>
                <a:tc>
                  <a:txBody>
                    <a:bodyPr/>
                    <a:lstStyle/>
                    <a:p>
                      <a:r>
                        <a:rPr lang="en-US" sz="800"/>
                        <a:t>CAPEX Item Description (</a:t>
                      </a:r>
                      <a:r>
                        <a:rPr lang="en-US" sz="800" err="1"/>
                        <a:t>Requipment</a:t>
                      </a:r>
                      <a:r>
                        <a:rPr lang="en-US" sz="800"/>
                        <a:t>, NRE, Tooling)</a:t>
                      </a:r>
                    </a:p>
                  </a:txBody>
                  <a:tcPr/>
                </a:tc>
                <a:tc>
                  <a:txBody>
                    <a:bodyPr/>
                    <a:lstStyle/>
                    <a:p>
                      <a:r>
                        <a:rPr lang="en-US" sz="800"/>
                        <a:t>Owner</a:t>
                      </a:r>
                    </a:p>
                  </a:txBody>
                  <a:tcPr/>
                </a:tc>
                <a:tc>
                  <a:txBody>
                    <a:bodyPr/>
                    <a:lstStyle/>
                    <a:p>
                      <a:r>
                        <a:rPr lang="en-US" sz="800"/>
                        <a:t>Budget Code (if assigned)</a:t>
                      </a:r>
                    </a:p>
                  </a:txBody>
                  <a:tcPr/>
                </a:tc>
                <a:tc>
                  <a:txBody>
                    <a:bodyPr/>
                    <a:lstStyle/>
                    <a:p>
                      <a:r>
                        <a:rPr lang="en-US" sz="800"/>
                        <a:t>Cost (USD)</a:t>
                      </a:r>
                    </a:p>
                  </a:txBody>
                  <a:tcPr/>
                </a:tc>
                <a:tc>
                  <a:txBody>
                    <a:bodyPr/>
                    <a:lstStyle/>
                    <a:p>
                      <a:r>
                        <a:rPr lang="en-US" sz="800" err="1"/>
                        <a:t>Depr</a:t>
                      </a:r>
                      <a:r>
                        <a:rPr lang="en-US" sz="800"/>
                        <a:t>. (3yr, 5yr, 7yr)</a:t>
                      </a:r>
                    </a:p>
                  </a:txBody>
                  <a:tcPr/>
                </a:tc>
                <a:tc>
                  <a:txBody>
                    <a:bodyPr/>
                    <a:lstStyle/>
                    <a:p>
                      <a:r>
                        <a:rPr lang="en-US" sz="800"/>
                        <a:t>Purchase Fiscal Quarter/ Year</a:t>
                      </a:r>
                    </a:p>
                  </a:txBody>
                  <a:tcPr/>
                </a:tc>
                <a:tc>
                  <a:txBody>
                    <a:bodyPr/>
                    <a:lstStyle/>
                    <a:p>
                      <a:r>
                        <a:rPr lang="en-US" sz="800"/>
                        <a:t>In-Service Fiscal Quarter/ Year</a:t>
                      </a:r>
                    </a:p>
                  </a:txBody>
                  <a:tcPr/>
                </a:tc>
                <a:tc>
                  <a:txBody>
                    <a:bodyPr/>
                    <a:lstStyle/>
                    <a:p>
                      <a:r>
                        <a:rPr lang="en-US" sz="800"/>
                        <a:t>Other Options Considered, Additional Notes</a:t>
                      </a:r>
                    </a:p>
                  </a:txBody>
                  <a:tcPr/>
                </a:tc>
                <a:extLst>
                  <a:ext uri="{0D108BD9-81ED-4DB2-BD59-A6C34878D82A}">
                    <a16:rowId xmlns:a16="http://schemas.microsoft.com/office/drawing/2014/main" val="305950434"/>
                  </a:ext>
                </a:extLst>
              </a:tr>
              <a:tr h="370840">
                <a:tc>
                  <a:txBody>
                    <a:bodyPr/>
                    <a:lstStyle/>
                    <a:p>
                      <a:r>
                        <a:rPr lang="en-US" sz="800"/>
                        <a:t>1070</a:t>
                      </a:r>
                    </a:p>
                  </a:txBody>
                  <a:tcPr/>
                </a:tc>
                <a:tc>
                  <a:txBody>
                    <a:bodyPr/>
                    <a:lstStyle/>
                    <a:p>
                      <a:r>
                        <a:rPr lang="en-US" sz="800"/>
                        <a:t>NIH</a:t>
                      </a:r>
                    </a:p>
                  </a:txBody>
                  <a:tcPr/>
                </a:tc>
                <a:tc>
                  <a:txBody>
                    <a:bodyPr/>
                    <a:lstStyle/>
                    <a:p>
                      <a:r>
                        <a:rPr lang="en-US" sz="800" err="1"/>
                        <a:t>Mfg</a:t>
                      </a:r>
                      <a:r>
                        <a:rPr lang="en-US" sz="800"/>
                        <a:t> ITA 1</a:t>
                      </a:r>
                    </a:p>
                  </a:txBody>
                  <a:tcPr/>
                </a:tc>
                <a:tc>
                  <a:txBody>
                    <a:bodyPr/>
                    <a:lstStyle/>
                    <a:p>
                      <a:r>
                        <a:rPr lang="en-US" sz="800" err="1"/>
                        <a:t>Mfg</a:t>
                      </a:r>
                      <a:endParaRPr lang="en-US" sz="800"/>
                    </a:p>
                  </a:txBody>
                  <a:tcPr/>
                </a:tc>
                <a:tc>
                  <a:txBody>
                    <a:bodyPr/>
                    <a:lstStyle/>
                    <a:p>
                      <a:endParaRPr lang="en-US" sz="800"/>
                    </a:p>
                  </a:txBody>
                  <a:tcPr/>
                </a:tc>
                <a:tc>
                  <a:txBody>
                    <a:bodyPr/>
                    <a:lstStyle/>
                    <a:p>
                      <a:r>
                        <a:rPr lang="en-US" sz="800"/>
                        <a:t>$7,000</a:t>
                      </a:r>
                    </a:p>
                  </a:txBody>
                  <a:tcPr/>
                </a:tc>
                <a:tc>
                  <a:txBody>
                    <a:bodyPr/>
                    <a:lstStyle/>
                    <a:p>
                      <a:r>
                        <a:rPr lang="en-US" sz="800"/>
                        <a:t>5 yr.</a:t>
                      </a:r>
                    </a:p>
                  </a:txBody>
                  <a:tcPr/>
                </a:tc>
                <a:tc>
                  <a:txBody>
                    <a:bodyPr/>
                    <a:lstStyle/>
                    <a:p>
                      <a:r>
                        <a:rPr lang="en-US" sz="800"/>
                        <a:t>Q3 ’25</a:t>
                      </a:r>
                    </a:p>
                  </a:txBody>
                  <a:tcPr/>
                </a:tc>
                <a:tc>
                  <a:txBody>
                    <a:bodyPr/>
                    <a:lstStyle/>
                    <a:p>
                      <a:r>
                        <a:rPr lang="en-US" sz="800"/>
                        <a:t>Q4 ‘25</a:t>
                      </a:r>
                    </a:p>
                  </a:txBody>
                  <a:tcPr/>
                </a:tc>
                <a:tc>
                  <a:txBody>
                    <a:bodyPr/>
                    <a:lstStyle/>
                    <a:p>
                      <a:endParaRPr lang="en-US" sz="800"/>
                    </a:p>
                  </a:txBody>
                  <a:tcPr/>
                </a:tc>
                <a:extLst>
                  <a:ext uri="{0D108BD9-81ED-4DB2-BD59-A6C34878D82A}">
                    <a16:rowId xmlns:a16="http://schemas.microsoft.com/office/drawing/2014/main" val="3816613687"/>
                  </a:ext>
                </a:extLst>
              </a:tr>
              <a:tr h="370840">
                <a:tc>
                  <a:txBody>
                    <a:bodyPr/>
                    <a:lstStyle/>
                    <a:p>
                      <a:r>
                        <a:rPr lang="en-US" sz="800"/>
                        <a:t>1070</a:t>
                      </a:r>
                    </a:p>
                  </a:txBody>
                  <a:tcPr/>
                </a:tc>
                <a:tc>
                  <a:txBody>
                    <a:bodyPr/>
                    <a:lstStyle/>
                    <a:p>
                      <a:r>
                        <a:rPr lang="en-US" sz="800"/>
                        <a:t>NIH</a:t>
                      </a:r>
                    </a:p>
                  </a:txBody>
                  <a:tcPr/>
                </a:tc>
                <a:tc>
                  <a:txBody>
                    <a:bodyPr/>
                    <a:lstStyle/>
                    <a:p>
                      <a:r>
                        <a:rPr lang="en-US" sz="800" err="1"/>
                        <a:t>Mfg</a:t>
                      </a:r>
                      <a:r>
                        <a:rPr lang="en-US" sz="800"/>
                        <a:t> Fixture 1</a:t>
                      </a:r>
                    </a:p>
                  </a:txBody>
                  <a:tcPr/>
                </a:tc>
                <a:tc>
                  <a:txBody>
                    <a:bodyPr/>
                    <a:lstStyle/>
                    <a:p>
                      <a:r>
                        <a:rPr lang="en-US" sz="800" err="1"/>
                        <a:t>Mfg</a:t>
                      </a:r>
                      <a:endParaRPr lang="en-US" sz="800"/>
                    </a:p>
                  </a:txBody>
                  <a:tcPr/>
                </a:tc>
                <a:tc>
                  <a:txBody>
                    <a:bodyPr/>
                    <a:lstStyle/>
                    <a:p>
                      <a:endParaRPr lang="en-US" sz="800"/>
                    </a:p>
                  </a:txBody>
                  <a:tcPr/>
                </a:tc>
                <a:tc>
                  <a:txBody>
                    <a:bodyPr/>
                    <a:lstStyle/>
                    <a:p>
                      <a:r>
                        <a:rPr lang="en-US" sz="800"/>
                        <a:t>$23,000</a:t>
                      </a:r>
                    </a:p>
                  </a:txBody>
                  <a:tcPr/>
                </a:tc>
                <a:tc>
                  <a:txBody>
                    <a:bodyPr/>
                    <a:lstStyle/>
                    <a:p>
                      <a:r>
                        <a:rPr lang="en-US" sz="800"/>
                        <a:t>5 yr.</a:t>
                      </a:r>
                    </a:p>
                  </a:txBody>
                  <a:tcPr/>
                </a:tc>
                <a:tc>
                  <a:txBody>
                    <a:bodyPr/>
                    <a:lstStyle/>
                    <a:p>
                      <a:r>
                        <a:rPr lang="en-US" sz="800"/>
                        <a:t>Q3 ’25</a:t>
                      </a:r>
                    </a:p>
                  </a:txBody>
                  <a:tcPr/>
                </a:tc>
                <a:tc>
                  <a:txBody>
                    <a:bodyPr/>
                    <a:lstStyle/>
                    <a:p>
                      <a:r>
                        <a:rPr lang="en-US" sz="800"/>
                        <a:t>Q4 ’25</a:t>
                      </a:r>
                    </a:p>
                  </a:txBody>
                  <a:tcPr/>
                </a:tc>
                <a:tc>
                  <a:txBody>
                    <a:bodyPr/>
                    <a:lstStyle/>
                    <a:p>
                      <a:endParaRPr lang="en-US" sz="800"/>
                    </a:p>
                  </a:txBody>
                  <a:tcPr/>
                </a:tc>
                <a:extLst>
                  <a:ext uri="{0D108BD9-81ED-4DB2-BD59-A6C34878D82A}">
                    <a16:rowId xmlns:a16="http://schemas.microsoft.com/office/drawing/2014/main" val="1776657731"/>
                  </a:ext>
                </a:extLst>
              </a:tr>
              <a:tr h="370840">
                <a:tc>
                  <a:txBody>
                    <a:bodyPr/>
                    <a:lstStyle/>
                    <a:p>
                      <a:r>
                        <a:rPr lang="en-US" sz="800"/>
                        <a:t>1070</a:t>
                      </a:r>
                    </a:p>
                  </a:txBody>
                  <a:tcPr/>
                </a:tc>
                <a:tc>
                  <a:txBody>
                    <a:bodyPr/>
                    <a:lstStyle/>
                    <a:p>
                      <a:r>
                        <a:rPr lang="en-US" sz="800"/>
                        <a:t>NIH</a:t>
                      </a:r>
                    </a:p>
                  </a:txBody>
                  <a:tcPr/>
                </a:tc>
                <a:tc>
                  <a:txBody>
                    <a:bodyPr/>
                    <a:lstStyle/>
                    <a:p>
                      <a:r>
                        <a:rPr lang="en-US" sz="800"/>
                        <a:t>MEAS Station Upgrade Items</a:t>
                      </a:r>
                    </a:p>
                  </a:txBody>
                  <a:tcPr/>
                </a:tc>
                <a:tc>
                  <a:txBody>
                    <a:bodyPr/>
                    <a:lstStyle/>
                    <a:p>
                      <a:r>
                        <a:rPr lang="en-US" sz="800" err="1"/>
                        <a:t>Mfg</a:t>
                      </a:r>
                      <a:endParaRPr lang="en-US" sz="800"/>
                    </a:p>
                  </a:txBody>
                  <a:tcPr/>
                </a:tc>
                <a:tc>
                  <a:txBody>
                    <a:bodyPr/>
                    <a:lstStyle/>
                    <a:p>
                      <a:endParaRPr lang="en-US" sz="800"/>
                    </a:p>
                  </a:txBody>
                  <a:tcPr/>
                </a:tc>
                <a:tc>
                  <a:txBody>
                    <a:bodyPr/>
                    <a:lstStyle/>
                    <a:p>
                      <a:r>
                        <a:rPr lang="en-US" sz="800"/>
                        <a:t>$5,000</a:t>
                      </a:r>
                    </a:p>
                  </a:txBody>
                  <a:tcPr/>
                </a:tc>
                <a:tc>
                  <a:txBody>
                    <a:bodyPr/>
                    <a:lstStyle/>
                    <a:p>
                      <a:r>
                        <a:rPr lang="en-US" sz="800"/>
                        <a:t>7 yr.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Q3 ’25</a:t>
                      </a:r>
                    </a:p>
                  </a:txBody>
                  <a:tcPr/>
                </a:tc>
                <a:tc>
                  <a:txBody>
                    <a:bodyPr/>
                    <a:lstStyle/>
                    <a:p>
                      <a:r>
                        <a:rPr lang="en-US" sz="800"/>
                        <a:t>Q4 ’25</a:t>
                      </a:r>
                    </a:p>
                  </a:txBody>
                  <a:tcPr/>
                </a:tc>
                <a:tc>
                  <a:txBody>
                    <a:bodyPr/>
                    <a:lstStyle/>
                    <a:p>
                      <a:r>
                        <a:rPr lang="en-US" sz="800"/>
                        <a:t>Adds required instruments</a:t>
                      </a:r>
                    </a:p>
                  </a:txBody>
                  <a:tcPr/>
                </a:tc>
                <a:extLst>
                  <a:ext uri="{0D108BD9-81ED-4DB2-BD59-A6C34878D82A}">
                    <a16:rowId xmlns:a16="http://schemas.microsoft.com/office/drawing/2014/main" val="114571957"/>
                  </a:ext>
                </a:extLst>
              </a:tr>
              <a:tr h="370840">
                <a:tc>
                  <a:txBody>
                    <a:bodyPr/>
                    <a:lstStyle/>
                    <a:p>
                      <a:r>
                        <a:rPr lang="en-US" sz="800"/>
                        <a:t>1070</a:t>
                      </a:r>
                    </a:p>
                  </a:txBody>
                  <a:tcPr/>
                </a:tc>
                <a:tc>
                  <a:txBody>
                    <a:bodyPr/>
                    <a:lstStyle/>
                    <a:p>
                      <a:r>
                        <a:rPr lang="en-US" sz="800"/>
                        <a:t>PEN</a:t>
                      </a:r>
                    </a:p>
                  </a:txBody>
                  <a:tcPr/>
                </a:tc>
                <a:tc>
                  <a:txBody>
                    <a:bodyPr/>
                    <a:lstStyle/>
                    <a:p>
                      <a:r>
                        <a:rPr lang="en-US" sz="800"/>
                        <a:t>MEAS Station Upgrade Items</a:t>
                      </a:r>
                    </a:p>
                  </a:txBody>
                  <a:tcPr/>
                </a:tc>
                <a:tc>
                  <a:txBody>
                    <a:bodyPr/>
                    <a:lstStyle/>
                    <a:p>
                      <a:r>
                        <a:rPr lang="en-US" sz="800" err="1"/>
                        <a:t>Mfg</a:t>
                      </a:r>
                      <a:endParaRPr lang="en-US" sz="800"/>
                    </a:p>
                  </a:txBody>
                  <a:tcPr/>
                </a:tc>
                <a:tc>
                  <a:txBody>
                    <a:bodyPr/>
                    <a:lstStyle/>
                    <a:p>
                      <a:endParaRPr lang="en-US" sz="800"/>
                    </a:p>
                  </a:txBody>
                  <a:tcPr/>
                </a:tc>
                <a:tc>
                  <a:txBody>
                    <a:bodyPr/>
                    <a:lstStyle/>
                    <a:p>
                      <a:r>
                        <a:rPr lang="en-US" sz="800"/>
                        <a:t>$5,000</a:t>
                      </a:r>
                    </a:p>
                  </a:txBody>
                  <a:tcPr/>
                </a:tc>
                <a:tc>
                  <a:txBody>
                    <a:bodyPr/>
                    <a:lstStyle/>
                    <a:p>
                      <a:r>
                        <a:rPr lang="en-US" sz="800"/>
                        <a:t>7 yr.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t>Q3 ’25</a:t>
                      </a:r>
                    </a:p>
                  </a:txBody>
                  <a:tcPr/>
                </a:tc>
                <a:tc>
                  <a:txBody>
                    <a:bodyPr/>
                    <a:lstStyle/>
                    <a:p>
                      <a:r>
                        <a:rPr lang="en-US" sz="800"/>
                        <a:t>Q4 ’25</a:t>
                      </a:r>
                    </a:p>
                  </a:txBody>
                  <a:tcPr/>
                </a:tc>
                <a:tc>
                  <a:txBody>
                    <a:bodyPr/>
                    <a:lstStyle/>
                    <a:p>
                      <a:r>
                        <a:rPr lang="en-US" sz="800"/>
                        <a:t>Adds required instruments</a:t>
                      </a:r>
                    </a:p>
                  </a:txBody>
                  <a:tcPr/>
                </a:tc>
                <a:extLst>
                  <a:ext uri="{0D108BD9-81ED-4DB2-BD59-A6C34878D82A}">
                    <a16:rowId xmlns:a16="http://schemas.microsoft.com/office/drawing/2014/main" val="2322199510"/>
                  </a:ext>
                </a:extLst>
              </a:tr>
              <a:tr h="370840">
                <a:tc>
                  <a:txBody>
                    <a:bodyPr/>
                    <a:lstStyle/>
                    <a:p>
                      <a:r>
                        <a:rPr lang="en-US" sz="800"/>
                        <a:t>1070</a:t>
                      </a:r>
                    </a:p>
                  </a:txBody>
                  <a:tcPr/>
                </a:tc>
                <a:tc>
                  <a:txBody>
                    <a:bodyPr/>
                    <a:lstStyle/>
                    <a:p>
                      <a:r>
                        <a:rPr lang="en-US" sz="800"/>
                        <a:t>NIH</a:t>
                      </a:r>
                    </a:p>
                  </a:txBody>
                  <a:tcPr/>
                </a:tc>
                <a:tc>
                  <a:txBody>
                    <a:bodyPr/>
                    <a:lstStyle/>
                    <a:p>
                      <a:r>
                        <a:rPr lang="en-US" sz="800" err="1"/>
                        <a:t>Mfg</a:t>
                      </a:r>
                      <a:r>
                        <a:rPr lang="en-US" sz="800"/>
                        <a:t> ITA 2</a:t>
                      </a:r>
                    </a:p>
                  </a:txBody>
                  <a:tcPr/>
                </a:tc>
                <a:tc>
                  <a:txBody>
                    <a:bodyPr/>
                    <a:lstStyle/>
                    <a:p>
                      <a:r>
                        <a:rPr lang="en-US" sz="800" err="1"/>
                        <a:t>Mfg</a:t>
                      </a:r>
                      <a:endParaRPr lang="en-US" sz="800"/>
                    </a:p>
                  </a:txBody>
                  <a:tcPr/>
                </a:tc>
                <a:tc>
                  <a:txBody>
                    <a:bodyPr/>
                    <a:lstStyle/>
                    <a:p>
                      <a:endParaRPr lang="en-US" sz="800"/>
                    </a:p>
                  </a:txBody>
                  <a:tcPr/>
                </a:tc>
                <a:tc>
                  <a:txBody>
                    <a:bodyPr/>
                    <a:lstStyle/>
                    <a:p>
                      <a:r>
                        <a:rPr lang="en-US" sz="800"/>
                        <a:t>$7,000</a:t>
                      </a:r>
                    </a:p>
                  </a:txBody>
                  <a:tcPr/>
                </a:tc>
                <a:tc>
                  <a:txBody>
                    <a:bodyPr/>
                    <a:lstStyle/>
                    <a:p>
                      <a:r>
                        <a:rPr lang="en-US" sz="800"/>
                        <a:t>5 yr.</a:t>
                      </a:r>
                    </a:p>
                  </a:txBody>
                  <a:tcPr/>
                </a:tc>
                <a:tc>
                  <a:txBody>
                    <a:bodyPr/>
                    <a:lstStyle/>
                    <a:p>
                      <a:r>
                        <a:rPr lang="en-US" sz="800"/>
                        <a:t>Q3 ’27</a:t>
                      </a:r>
                    </a:p>
                  </a:txBody>
                  <a:tcPr/>
                </a:tc>
                <a:tc>
                  <a:txBody>
                    <a:bodyPr/>
                    <a:lstStyle/>
                    <a:p>
                      <a:r>
                        <a:rPr lang="en-US" sz="800"/>
                        <a:t>Q3 ’27</a:t>
                      </a:r>
                    </a:p>
                  </a:txBody>
                  <a:tcPr/>
                </a:tc>
                <a:tc>
                  <a:txBody>
                    <a:bodyPr/>
                    <a:lstStyle/>
                    <a:p>
                      <a:r>
                        <a:rPr lang="en-US" sz="800"/>
                        <a:t>Based on predicted forecast growth</a:t>
                      </a:r>
                    </a:p>
                  </a:txBody>
                  <a:tcPr/>
                </a:tc>
                <a:extLst>
                  <a:ext uri="{0D108BD9-81ED-4DB2-BD59-A6C34878D82A}">
                    <a16:rowId xmlns:a16="http://schemas.microsoft.com/office/drawing/2014/main" val="2845330617"/>
                  </a:ext>
                </a:extLst>
              </a:tr>
              <a:tr h="370840">
                <a:tc>
                  <a:txBody>
                    <a:bodyPr/>
                    <a:lstStyle/>
                    <a:p>
                      <a:r>
                        <a:rPr lang="en-US" sz="800"/>
                        <a:t>1070 / </a:t>
                      </a:r>
                    </a:p>
                    <a:p>
                      <a:pPr lvl="0">
                        <a:buNone/>
                      </a:pPr>
                      <a:r>
                        <a:rPr lang="en-US" sz="800"/>
                        <a:t>780000</a:t>
                      </a:r>
                    </a:p>
                  </a:txBody>
                  <a:tcPr/>
                </a:tc>
                <a:tc>
                  <a:txBody>
                    <a:bodyPr/>
                    <a:lstStyle/>
                    <a:p>
                      <a:r>
                        <a:rPr lang="en-US" sz="800"/>
                        <a:t>NIH</a:t>
                      </a:r>
                    </a:p>
                  </a:txBody>
                  <a:tcPr/>
                </a:tc>
                <a:tc>
                  <a:txBody>
                    <a:bodyPr/>
                    <a:lstStyle/>
                    <a:p>
                      <a:r>
                        <a:rPr lang="en-US" sz="800"/>
                        <a:t>POT Unit(s)</a:t>
                      </a:r>
                    </a:p>
                  </a:txBody>
                  <a:tcPr/>
                </a:tc>
                <a:tc>
                  <a:txBody>
                    <a:bodyPr/>
                    <a:lstStyle/>
                    <a:p>
                      <a:r>
                        <a:rPr lang="en-US" sz="800" err="1"/>
                        <a:t>Mfg</a:t>
                      </a:r>
                      <a:endParaRPr lang="en-US" sz="800"/>
                    </a:p>
                  </a:txBody>
                  <a:tcPr/>
                </a:tc>
                <a:tc>
                  <a:txBody>
                    <a:bodyPr/>
                    <a:lstStyle/>
                    <a:p>
                      <a:endParaRPr lang="en-US" sz="800"/>
                    </a:p>
                  </a:txBody>
                  <a:tcPr/>
                </a:tc>
                <a:tc>
                  <a:txBody>
                    <a:bodyPr/>
                    <a:lstStyle/>
                    <a:p>
                      <a:r>
                        <a:rPr lang="en-US" sz="800"/>
                        <a:t>$23,000</a:t>
                      </a:r>
                    </a:p>
                  </a:txBody>
                  <a:tcPr/>
                </a:tc>
                <a:tc>
                  <a:txBody>
                    <a:bodyPr/>
                    <a:lstStyle/>
                    <a:p>
                      <a:r>
                        <a:rPr lang="en-US" sz="800"/>
                        <a:t>5 yr.</a:t>
                      </a:r>
                    </a:p>
                  </a:txBody>
                  <a:tcPr/>
                </a:tc>
                <a:tc>
                  <a:txBody>
                    <a:bodyPr/>
                    <a:lstStyle/>
                    <a:p>
                      <a:r>
                        <a:rPr lang="en-US" sz="800"/>
                        <a:t>Q3 ‘27</a:t>
                      </a:r>
                    </a:p>
                  </a:txBody>
                  <a:tcPr/>
                </a:tc>
                <a:tc>
                  <a:txBody>
                    <a:bodyPr/>
                    <a:lstStyle/>
                    <a:p>
                      <a:r>
                        <a:rPr lang="en-US" sz="800"/>
                        <a:t>Q3 ‘27</a:t>
                      </a:r>
                    </a:p>
                  </a:txBody>
                  <a:tcPr/>
                </a:tc>
                <a:tc>
                  <a:txBody>
                    <a:bodyPr/>
                    <a:lstStyle/>
                    <a:p>
                      <a:r>
                        <a:rPr lang="en-US" sz="800"/>
                        <a:t>&lt;List all recommended POT variants for purchase&gt;</a:t>
                      </a:r>
                    </a:p>
                  </a:txBody>
                  <a:tcPr/>
                </a:tc>
                <a:extLst>
                  <a:ext uri="{0D108BD9-81ED-4DB2-BD59-A6C34878D82A}">
                    <a16:rowId xmlns:a16="http://schemas.microsoft.com/office/drawing/2014/main" val="2816638534"/>
                  </a:ext>
                </a:extLst>
              </a:tr>
              <a:tr h="370840">
                <a:tc>
                  <a:txBody>
                    <a:bodyPr/>
                    <a:lstStyle/>
                    <a:p>
                      <a:r>
                        <a:rPr lang="en-US" sz="800"/>
                        <a:t>1070 /</a:t>
                      </a:r>
                    </a:p>
                    <a:p>
                      <a:pPr lvl="0">
                        <a:buNone/>
                      </a:pPr>
                      <a:r>
                        <a:rPr lang="en-US" sz="800"/>
                        <a:t>780001</a:t>
                      </a:r>
                    </a:p>
                  </a:txBody>
                  <a:tcPr/>
                </a:tc>
                <a:tc>
                  <a:txBody>
                    <a:bodyPr/>
                    <a:lstStyle/>
                    <a:p>
                      <a:r>
                        <a:rPr lang="en-US" sz="800"/>
                        <a:t>PEN</a:t>
                      </a:r>
                    </a:p>
                  </a:txBody>
                  <a:tcPr/>
                </a:tc>
                <a:tc>
                  <a:txBody>
                    <a:bodyPr/>
                    <a:lstStyle/>
                    <a:p>
                      <a:r>
                        <a:rPr lang="en-US" sz="800"/>
                        <a:t>Probe Spares and Tools</a:t>
                      </a:r>
                    </a:p>
                  </a:txBody>
                  <a:tcPr/>
                </a:tc>
                <a:tc>
                  <a:txBody>
                    <a:bodyPr/>
                    <a:lstStyle/>
                    <a:p>
                      <a:r>
                        <a:rPr lang="en-US" sz="800" err="1"/>
                        <a:t>Mfg</a:t>
                      </a:r>
                    </a:p>
                  </a:txBody>
                  <a:tcPr/>
                </a:tc>
                <a:tc>
                  <a:txBody>
                    <a:bodyPr/>
                    <a:lstStyle/>
                    <a:p>
                      <a:endParaRPr lang="en-US" sz="800"/>
                    </a:p>
                  </a:txBody>
                  <a:tcPr/>
                </a:tc>
                <a:tc>
                  <a:txBody>
                    <a:bodyPr/>
                    <a:lstStyle/>
                    <a:p>
                      <a:r>
                        <a:rPr lang="en-US" sz="800"/>
                        <a:t>$1,200</a:t>
                      </a:r>
                      <a:endParaRPr lang="en-US"/>
                    </a:p>
                  </a:txBody>
                  <a:tcPr/>
                </a:tc>
                <a:tc>
                  <a:txBody>
                    <a:bodyPr/>
                    <a:lstStyle/>
                    <a:p>
                      <a:r>
                        <a:rPr lang="en-US" sz="800"/>
                        <a:t>NA – </a:t>
                      </a:r>
                      <a:r>
                        <a:rPr lang="en-US" sz="800" err="1"/>
                        <a:t>OpEx</a:t>
                      </a:r>
                    </a:p>
                  </a:txBody>
                  <a:tcPr/>
                </a:tc>
                <a:tc>
                  <a:txBody>
                    <a:bodyPr/>
                    <a:lstStyle/>
                    <a:p>
                      <a:r>
                        <a:rPr lang="en-US" sz="800"/>
                        <a:t>Q3 '27</a:t>
                      </a:r>
                    </a:p>
                  </a:txBody>
                  <a:tcPr/>
                </a:tc>
                <a:tc>
                  <a:txBody>
                    <a:bodyPr/>
                    <a:lstStyle/>
                    <a:p>
                      <a:r>
                        <a:rPr lang="en-US" sz="800"/>
                        <a:t>Q3 '27</a:t>
                      </a:r>
                    </a:p>
                  </a:txBody>
                  <a:tcPr/>
                </a:tc>
                <a:tc>
                  <a:txBody>
                    <a:bodyPr/>
                    <a:lstStyle/>
                    <a:p>
                      <a:r>
                        <a:rPr lang="en-US" sz="800"/>
                        <a:t>Spare </a:t>
                      </a:r>
                      <a:r>
                        <a:rPr lang="en-US" sz="800" err="1"/>
                        <a:t>XProbes</a:t>
                      </a:r>
                      <a:r>
                        <a:rPr lang="en-US" sz="800"/>
                        <a:t> + Insertion/Extraction Tools</a:t>
                      </a:r>
                    </a:p>
                  </a:txBody>
                  <a:tcPr/>
                </a:tc>
                <a:extLst>
                  <a:ext uri="{0D108BD9-81ED-4DB2-BD59-A6C34878D82A}">
                    <a16:rowId xmlns:a16="http://schemas.microsoft.com/office/drawing/2014/main" val="1059651876"/>
                  </a:ext>
                </a:extLst>
              </a:tr>
              <a:tr h="370840">
                <a:tc>
                  <a:txBody>
                    <a:bodyPr/>
                    <a:lstStyle/>
                    <a:p>
                      <a:r>
                        <a:rPr lang="en-US" sz="800"/>
                        <a:t>TOTAL:</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r>
                        <a:rPr lang="en-US" sz="800"/>
                        <a:t>$70,000</a:t>
                      </a:r>
                    </a:p>
                  </a:txBody>
                  <a:tcPr/>
                </a:tc>
                <a:tc>
                  <a:txBody>
                    <a:bodyPr/>
                    <a:lstStyle/>
                    <a:p>
                      <a:endParaRPr lang="en-US" sz="800"/>
                    </a:p>
                  </a:txBody>
                  <a:tcPr/>
                </a:tc>
                <a:tc>
                  <a:txBody>
                    <a:bodyPr/>
                    <a:lstStyle/>
                    <a:p>
                      <a:endParaRPr lang="en-US" sz="800"/>
                    </a:p>
                  </a:txBody>
                  <a:tcPr/>
                </a:tc>
                <a:tc>
                  <a:txBody>
                    <a:bodyPr/>
                    <a:lstStyle/>
                    <a:p>
                      <a:endParaRPr lang="en-US" sz="800"/>
                    </a:p>
                  </a:txBody>
                  <a:tcPr/>
                </a:tc>
                <a:tc>
                  <a:txBody>
                    <a:bodyPr/>
                    <a:lstStyle/>
                    <a:p>
                      <a:endParaRPr lang="en-US" sz="800"/>
                    </a:p>
                  </a:txBody>
                  <a:tcPr/>
                </a:tc>
                <a:extLst>
                  <a:ext uri="{0D108BD9-81ED-4DB2-BD59-A6C34878D82A}">
                    <a16:rowId xmlns:a16="http://schemas.microsoft.com/office/drawing/2014/main" val="2299507757"/>
                  </a:ext>
                </a:extLst>
              </a:tr>
            </a:tbl>
          </a:graphicData>
        </a:graphic>
      </p:graphicFrame>
      <p:sp>
        <p:nvSpPr>
          <p:cNvPr id="7" name="TextBox 6">
            <a:extLst>
              <a:ext uri="{FF2B5EF4-FFF2-40B4-BE49-F238E27FC236}">
                <a16:creationId xmlns:a16="http://schemas.microsoft.com/office/drawing/2014/main" id="{CBFC4386-DA23-043A-9CCF-168534626F21}"/>
              </a:ext>
            </a:extLst>
          </p:cNvPr>
          <p:cNvSpPr txBox="1"/>
          <p:nvPr/>
        </p:nvSpPr>
        <p:spPr>
          <a:xfrm>
            <a:off x="7589674" y="4520045"/>
            <a:ext cx="1401346" cy="207749"/>
          </a:xfrm>
          <a:prstGeom prst="rect">
            <a:avLst/>
          </a:prstGeom>
          <a:noFill/>
        </p:spPr>
        <p:txBody>
          <a:bodyPr wrap="none" lIns="91440" tIns="45720" rIns="91440" bIns="45720" rtlCol="0" anchor="t">
            <a:spAutoFit/>
          </a:bodyPr>
          <a:lstStyle/>
          <a:p>
            <a:r>
              <a:rPr lang="en-US" sz="750">
                <a:hlinkClick r:id="rId3"/>
              </a:rPr>
              <a:t>Capital Equipment Guidance</a:t>
            </a:r>
          </a:p>
        </p:txBody>
      </p:sp>
      <p:sp>
        <p:nvSpPr>
          <p:cNvPr id="11" name="TextBox 10">
            <a:extLst>
              <a:ext uri="{FF2B5EF4-FFF2-40B4-BE49-F238E27FC236}">
                <a16:creationId xmlns:a16="http://schemas.microsoft.com/office/drawing/2014/main" id="{B0836657-43CE-3165-DC0F-E109FD5C3B72}"/>
              </a:ext>
            </a:extLst>
          </p:cNvPr>
          <p:cNvSpPr txBox="1"/>
          <p:nvPr/>
        </p:nvSpPr>
        <p:spPr>
          <a:xfrm>
            <a:off x="2005489" y="2395649"/>
            <a:ext cx="5133020" cy="790071"/>
          </a:xfrm>
          <a:prstGeom prst="rect">
            <a:avLst/>
          </a:prstGeom>
          <a:solidFill>
            <a:schemeClr val="accent1"/>
          </a:solidFill>
          <a:ln w="22225">
            <a:solidFill>
              <a:schemeClr val="accent1"/>
            </a:solidFill>
          </a:ln>
        </p:spPr>
        <p:txBody>
          <a:bodyPr wrap="square" lIns="0" rIns="0" rtlCol="0">
            <a:noAutofit/>
          </a:bodyPr>
          <a:lstStyle/>
          <a:p>
            <a:pPr algn="ctr"/>
            <a:r>
              <a:rPr lang="en-US" sz="2400" b="1">
                <a:solidFill>
                  <a:srgbClr val="FF0000"/>
                </a:solidFill>
                <a:latin typeface="Consolas" panose="020B0609020204030204" pitchFamily="49" charset="0"/>
                <a:cs typeface="Consolas" panose="020B0609020204030204" pitchFamily="49" charset="0"/>
              </a:rPr>
              <a:t>EXAMPLE ENTRIES; DELETE AND FILL IN CORRECT VALUES</a:t>
            </a:r>
          </a:p>
        </p:txBody>
      </p:sp>
      <p:sp>
        <p:nvSpPr>
          <p:cNvPr id="12" name="TextBox 11">
            <a:extLst>
              <a:ext uri="{FF2B5EF4-FFF2-40B4-BE49-F238E27FC236}">
                <a16:creationId xmlns:a16="http://schemas.microsoft.com/office/drawing/2014/main" id="{08047E6E-B8FB-EDEA-780D-DB2C4DBD3649}"/>
              </a:ext>
            </a:extLst>
          </p:cNvPr>
          <p:cNvSpPr txBox="1"/>
          <p:nvPr/>
        </p:nvSpPr>
        <p:spPr>
          <a:xfrm>
            <a:off x="1987698" y="4816374"/>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Required for PPA meeting, do not delete</a:t>
            </a:r>
          </a:p>
        </p:txBody>
      </p:sp>
      <p:sp>
        <p:nvSpPr>
          <p:cNvPr id="3" name="Freeform: Shape 2">
            <a:extLst>
              <a:ext uri="{FF2B5EF4-FFF2-40B4-BE49-F238E27FC236}">
                <a16:creationId xmlns:a16="http://schemas.microsoft.com/office/drawing/2014/main" id="{0C8C5A63-FC74-40E6-88F7-BD0D6F8B509F}"/>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5751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64C1-D0C9-16D8-BA29-C55A6CB79893}"/>
              </a:ext>
            </a:extLst>
          </p:cNvPr>
          <p:cNvSpPr>
            <a:spLocks noGrp="1"/>
          </p:cNvSpPr>
          <p:nvPr>
            <p:ph type="title"/>
          </p:nvPr>
        </p:nvSpPr>
        <p:spPr>
          <a:xfrm>
            <a:off x="-1305" y="439"/>
            <a:ext cx="8514953" cy="635219"/>
          </a:xfrm>
        </p:spPr>
        <p:txBody>
          <a:bodyPr vert="horz" lIns="91440" tIns="73152" rIns="146304" bIns="73152" rtlCol="0" anchor="t">
            <a:noAutofit/>
          </a:bodyPr>
          <a:lstStyle/>
          <a:p>
            <a:r>
              <a:rPr lang="en-US" sz="1850">
                <a:cs typeface="Times"/>
              </a:rPr>
              <a:t>Safety Risks Matrix</a:t>
            </a:r>
            <a:br>
              <a:rPr lang="en-US" sz="1850">
                <a:cs typeface="Times"/>
              </a:rPr>
            </a:br>
            <a:r>
              <a:rPr lang="en-US" sz="700">
                <a:cs typeface="Times"/>
              </a:rPr>
              <a:t>Notes:</a:t>
            </a:r>
            <a:br>
              <a:rPr lang="en-US" sz="700">
                <a:cs typeface="Times"/>
              </a:rPr>
            </a:br>
            <a:r>
              <a:rPr lang="en-US" sz="700">
                <a:cs typeface="Times"/>
              </a:rPr>
              <a:t>     </a:t>
            </a:r>
            <a:r>
              <a:rPr lang="en-US" sz="700" err="1">
                <a:cs typeface="Times"/>
              </a:rPr>
              <a:t>AzDO</a:t>
            </a:r>
            <a:r>
              <a:rPr lang="en-US" sz="700">
                <a:cs typeface="Times"/>
              </a:rPr>
              <a:t> Item numbers are captured in Slide Notes for each Risk</a:t>
            </a:r>
            <a:br>
              <a:rPr lang="en-US" sz="700">
                <a:cs typeface="Times"/>
              </a:rPr>
            </a:br>
            <a:r>
              <a:rPr lang="en-US" sz="700">
                <a:cs typeface="Times"/>
              </a:rPr>
              <a:t>     See Slide Notes for classification of Impact and Likelihood of Mitigation Failure</a:t>
            </a:r>
            <a:endParaRPr lang="en-US" sz="900"/>
          </a:p>
        </p:txBody>
      </p:sp>
      <p:graphicFrame>
        <p:nvGraphicFramePr>
          <p:cNvPr id="7" name="Content Placeholder 6">
            <a:extLst>
              <a:ext uri="{FF2B5EF4-FFF2-40B4-BE49-F238E27FC236}">
                <a16:creationId xmlns:a16="http://schemas.microsoft.com/office/drawing/2014/main" id="{D41AA2B0-06B3-1611-9958-42C53B14BC15}"/>
              </a:ext>
            </a:extLst>
          </p:cNvPr>
          <p:cNvGraphicFramePr>
            <a:graphicFrameLocks noGrp="1"/>
          </p:cNvGraphicFramePr>
          <p:nvPr>
            <p:ph idx="1"/>
            <p:extLst>
              <p:ext uri="{D42A27DB-BD31-4B8C-83A1-F6EECF244321}">
                <p14:modId xmlns:p14="http://schemas.microsoft.com/office/powerpoint/2010/main" val="2707209489"/>
              </p:ext>
            </p:extLst>
          </p:nvPr>
        </p:nvGraphicFramePr>
        <p:xfrm>
          <a:off x="0" y="733853"/>
          <a:ext cx="9150804" cy="3903907"/>
        </p:xfrm>
        <a:graphic>
          <a:graphicData uri="http://schemas.openxmlformats.org/drawingml/2006/table">
            <a:tbl>
              <a:tblPr firstRow="1" bandRow="1">
                <a:tableStyleId>{5C22544A-7EE6-4342-B048-85BDC9FD1C3A}</a:tableStyleId>
              </a:tblPr>
              <a:tblGrid>
                <a:gridCol w="2086513">
                  <a:extLst>
                    <a:ext uri="{9D8B030D-6E8A-4147-A177-3AD203B41FA5}">
                      <a16:colId xmlns:a16="http://schemas.microsoft.com/office/drawing/2014/main" val="3118970833"/>
                    </a:ext>
                  </a:extLst>
                </a:gridCol>
                <a:gridCol w="867903">
                  <a:extLst>
                    <a:ext uri="{9D8B030D-6E8A-4147-A177-3AD203B41FA5}">
                      <a16:colId xmlns:a16="http://schemas.microsoft.com/office/drawing/2014/main" val="3230670794"/>
                    </a:ext>
                  </a:extLst>
                </a:gridCol>
                <a:gridCol w="3899192">
                  <a:extLst>
                    <a:ext uri="{9D8B030D-6E8A-4147-A177-3AD203B41FA5}">
                      <a16:colId xmlns:a16="http://schemas.microsoft.com/office/drawing/2014/main" val="2295634403"/>
                    </a:ext>
                  </a:extLst>
                </a:gridCol>
                <a:gridCol w="1200150">
                  <a:extLst>
                    <a:ext uri="{9D8B030D-6E8A-4147-A177-3AD203B41FA5}">
                      <a16:colId xmlns:a16="http://schemas.microsoft.com/office/drawing/2014/main" val="1303583629"/>
                    </a:ext>
                  </a:extLst>
                </a:gridCol>
                <a:gridCol w="1097046">
                  <a:extLst>
                    <a:ext uri="{9D8B030D-6E8A-4147-A177-3AD203B41FA5}">
                      <a16:colId xmlns:a16="http://schemas.microsoft.com/office/drawing/2014/main" val="3073028862"/>
                    </a:ext>
                  </a:extLst>
                </a:gridCol>
              </a:tblGrid>
              <a:tr h="670361">
                <a:tc>
                  <a:txBody>
                    <a:bodyPr/>
                    <a:lstStyle/>
                    <a:p>
                      <a:pPr algn="l"/>
                      <a:r>
                        <a:rPr lang="en-US" sz="1050" b="1" u="sng"/>
                        <a:t>Risk Name</a:t>
                      </a:r>
                      <a:endParaRPr lang="en-US" sz="800"/>
                    </a:p>
                    <a:p>
                      <a:pPr lvl="0" algn="l">
                        <a:buNone/>
                      </a:pPr>
                      <a:r>
                        <a:rPr lang="en-US" sz="800"/>
                        <a:t>Description</a:t>
                      </a:r>
                      <a:endParaRPr lang="en-US" sz="1600"/>
                    </a:p>
                  </a:txBody>
                  <a:tcPr/>
                </a:tc>
                <a:tc>
                  <a:txBody>
                    <a:bodyPr/>
                    <a:lstStyle/>
                    <a:p>
                      <a:pPr lvl="0" algn="ctr">
                        <a:buNone/>
                      </a:pPr>
                      <a:r>
                        <a:rPr lang="en-US" sz="1100" b="1" i="0" u="none" strike="noStrike" noProof="0">
                          <a:solidFill>
                            <a:srgbClr val="FFFFFF"/>
                          </a:solidFill>
                          <a:latin typeface="Arial"/>
                        </a:rPr>
                        <a:t>Severity</a:t>
                      </a:r>
                    </a:p>
                    <a:p>
                      <a:pPr lvl="0" algn="ctr">
                        <a:buNone/>
                      </a:pPr>
                      <a:r>
                        <a:rPr lang="en-US" sz="1100" b="1" i="0" u="none" strike="noStrike" noProof="0">
                          <a:solidFill>
                            <a:srgbClr val="FFFFFF"/>
                          </a:solidFill>
                          <a:latin typeface="Arial"/>
                        </a:rPr>
                        <a:t>(1-5)</a:t>
                      </a:r>
                    </a:p>
                  </a:txBody>
                  <a:tcPr/>
                </a:tc>
                <a:tc>
                  <a:txBody>
                    <a:bodyPr/>
                    <a:lstStyle/>
                    <a:p>
                      <a:pPr algn="ctr"/>
                      <a:r>
                        <a:rPr lang="en-US" sz="1050"/>
                        <a:t>Mitigation(s)</a:t>
                      </a:r>
                    </a:p>
                  </a:txBody>
                  <a:tcPr/>
                </a:tc>
                <a:tc>
                  <a:txBody>
                    <a:bodyPr/>
                    <a:lstStyle/>
                    <a:p>
                      <a:pPr lvl="0" algn="ctr">
                        <a:buNone/>
                      </a:pPr>
                      <a:r>
                        <a:rPr lang="en-US" sz="1050"/>
                        <a:t>Likelihood of Mitigation Failure (1-6)</a:t>
                      </a:r>
                      <a:endParaRPr lang="en-US"/>
                    </a:p>
                  </a:txBody>
                  <a:tcPr/>
                </a:tc>
                <a:tc>
                  <a:txBody>
                    <a:bodyPr/>
                    <a:lstStyle/>
                    <a:p>
                      <a:pPr lvl="0" algn="ctr">
                        <a:buNone/>
                      </a:pPr>
                      <a:r>
                        <a:rPr lang="en-US" sz="1050"/>
                        <a:t>Risk Ranking</a:t>
                      </a:r>
                    </a:p>
                    <a:p>
                      <a:pPr lvl="0" algn="ctr">
                        <a:buNone/>
                      </a:pPr>
                      <a:r>
                        <a:rPr lang="en-US" sz="1050"/>
                        <a:t>(Higher = Larger Risk)</a:t>
                      </a:r>
                    </a:p>
                  </a:txBody>
                  <a:tcPr/>
                </a:tc>
                <a:extLst>
                  <a:ext uri="{0D108BD9-81ED-4DB2-BD59-A6C34878D82A}">
                    <a16:rowId xmlns:a16="http://schemas.microsoft.com/office/drawing/2014/main" val="694780070"/>
                  </a:ext>
                </a:extLst>
              </a:tr>
              <a:tr h="496304">
                <a:tc rowSpan="2">
                  <a:txBody>
                    <a:bodyPr/>
                    <a:lstStyle/>
                    <a:p>
                      <a:pPr lvl="0">
                        <a:buNone/>
                      </a:pPr>
                      <a:r>
                        <a:rPr lang="en-US" sz="900" b="1" i="0" u="sng" strike="noStrike" noProof="0">
                          <a:solidFill>
                            <a:srgbClr val="000000"/>
                          </a:solidFill>
                          <a:latin typeface="Arial"/>
                        </a:rPr>
                        <a:t>Risk #1: Power through VPC</a:t>
                      </a:r>
                      <a:endParaRPr lang="en-US" sz="900" b="0" i="0" u="none" strike="noStrike" noProof="0">
                        <a:solidFill>
                          <a:srgbClr val="000000"/>
                        </a:solidFill>
                        <a:latin typeface="Arial"/>
                      </a:endParaRPr>
                    </a:p>
                    <a:p>
                      <a:pPr lvl="0">
                        <a:buNone/>
                      </a:pPr>
                      <a:r>
                        <a:rPr lang="en-US" sz="700" b="0" i="0" u="none" strike="noStrike" noProof="0">
                          <a:solidFill>
                            <a:srgbClr val="000000"/>
                          </a:solidFill>
                          <a:latin typeface="Arial"/>
                        </a:rPr>
                        <a:t>Unclear if VPC design satisfies safety requirements to carry Power signals, as parts are uncertified.</a:t>
                      </a:r>
                      <a:endParaRPr lang="en-US"/>
                    </a:p>
                  </a:txBody>
                  <a:tcPr>
                    <a:lnB w="12700">
                      <a:solidFill>
                        <a:schemeClr val="tx1"/>
                      </a:solidFill>
                    </a:lnB>
                  </a:tcPr>
                </a:tc>
                <a:tc rowSpan="2">
                  <a:txBody>
                    <a:bodyPr/>
                    <a:lstStyle/>
                    <a:p>
                      <a:pPr lvl="0" algn="ctr">
                        <a:buNone/>
                      </a:pPr>
                      <a:r>
                        <a:rPr lang="en-US" sz="1200"/>
                        <a:t>4</a:t>
                      </a:r>
                    </a:p>
                  </a:txBody>
                  <a:tcPr anchor="ctr">
                    <a:lnB w="12700">
                      <a:solidFill>
                        <a:schemeClr val="tx1"/>
                      </a:solidFill>
                    </a:lnB>
                  </a:tcPr>
                </a:tc>
                <a:tc>
                  <a:txBody>
                    <a:bodyPr/>
                    <a:lstStyle/>
                    <a:p>
                      <a:pPr lvl="0">
                        <a:buNone/>
                      </a:pPr>
                      <a:r>
                        <a:rPr lang="en-US" sz="700" b="1" i="0" u="sng" strike="noStrike" noProof="0">
                          <a:solidFill>
                            <a:srgbClr val="000000"/>
                          </a:solidFill>
                          <a:latin typeface="Arial"/>
                        </a:rPr>
                        <a:t>Mitigation #1: Qualify Power through VPC for the Floor</a:t>
                      </a:r>
                      <a:endParaRPr lang="en-US" sz="700" b="0" i="0" u="none" strike="noStrike" noProof="0">
                        <a:solidFill>
                          <a:srgbClr val="000000"/>
                        </a:solidFill>
                        <a:latin typeface="Arial"/>
                      </a:endParaRPr>
                    </a:p>
                    <a:p>
                      <a:pPr lvl="0">
                        <a:buNone/>
                      </a:pPr>
                      <a:r>
                        <a:rPr lang="en-US" sz="700" b="0" i="0" u="none" strike="noStrike" noProof="0">
                          <a:solidFill>
                            <a:srgbClr val="000000"/>
                          </a:solidFill>
                          <a:latin typeface="Arial"/>
                        </a:rPr>
                        <a:t>Work with Safety to provide appropriate design considerations and evidence to alleviate concerns. Work with Safety to drive down unknowns to increase probability of success.</a:t>
                      </a:r>
                      <a:endParaRPr lang="en-US"/>
                    </a:p>
                  </a:txBody>
                  <a:tcPr>
                    <a:lnB w="12700">
                      <a:solidFill>
                        <a:schemeClr val="tx1"/>
                      </a:solidFill>
                    </a:lnB>
                  </a:tcPr>
                </a:tc>
                <a:tc>
                  <a:txBody>
                    <a:bodyPr/>
                    <a:lstStyle/>
                    <a:p>
                      <a:pPr lvl="0" algn="ctr">
                        <a:buNone/>
                      </a:pPr>
                      <a:r>
                        <a:rPr lang="en-US" sz="1200" b="0" i="0" u="none" strike="noStrike" noProof="0">
                          <a:solidFill>
                            <a:srgbClr val="000000"/>
                          </a:solidFill>
                          <a:latin typeface="Arial"/>
                        </a:rPr>
                        <a:t>4</a:t>
                      </a:r>
                    </a:p>
                  </a:txBody>
                  <a:tcPr anchor="ctr">
                    <a:lnB w="12700">
                      <a:solidFill>
                        <a:schemeClr val="tx1"/>
                      </a:solidFill>
                    </a:lnB>
                  </a:tcPr>
                </a:tc>
                <a:tc>
                  <a:txBody>
                    <a:bodyPr/>
                    <a:lstStyle/>
                    <a:p>
                      <a:pPr lvl="0" algn="ctr">
                        <a:buNone/>
                      </a:pPr>
                      <a:r>
                        <a:rPr lang="en-US" sz="1600" b="0" i="0" u="none" strike="noStrike" noProof="0">
                          <a:solidFill>
                            <a:srgbClr val="000000"/>
                          </a:solidFill>
                          <a:latin typeface="Arial"/>
                        </a:rPr>
                        <a:t>16</a:t>
                      </a:r>
                    </a:p>
                  </a:txBody>
                  <a:tcPr anchor="ctr">
                    <a:lnB w="12700">
                      <a:solidFill>
                        <a:schemeClr val="tx1"/>
                      </a:solidFill>
                    </a:lnB>
                    <a:solidFill>
                      <a:srgbClr val="FF0000"/>
                    </a:solidFill>
                  </a:tcPr>
                </a:tc>
                <a:extLst>
                  <a:ext uri="{0D108BD9-81ED-4DB2-BD59-A6C34878D82A}">
                    <a16:rowId xmlns:a16="http://schemas.microsoft.com/office/drawing/2014/main" val="2679122592"/>
                  </a:ext>
                </a:extLst>
              </a:tr>
              <a:tr h="663388">
                <a:tc vMerge="1">
                  <a:txBody>
                    <a:bodyPr/>
                    <a:lstStyle/>
                    <a:p>
                      <a:endParaRPr lang="en-US"/>
                    </a:p>
                  </a:txBody>
                  <a:tcPr>
                    <a:lnB w="12700">
                      <a:solidFill>
                        <a:schemeClr val="tx1"/>
                      </a:solidFill>
                    </a:lnB>
                  </a:tcPr>
                </a:tc>
                <a:tc vMerge="1">
                  <a:txBody>
                    <a:bodyPr/>
                    <a:lstStyle/>
                    <a:p>
                      <a:endParaRPr lang="en-US"/>
                    </a:p>
                  </a:txBody>
                  <a:tcPr anchor="ctr">
                    <a:lnB w="12700">
                      <a:solidFill>
                        <a:schemeClr val="tx1"/>
                      </a:solidFill>
                    </a:lnB>
                  </a:tcPr>
                </a:tc>
                <a:tc>
                  <a:txBody>
                    <a:bodyPr/>
                    <a:lstStyle/>
                    <a:p>
                      <a:pPr lvl="0">
                        <a:buNone/>
                      </a:pPr>
                      <a:r>
                        <a:rPr lang="en-US" sz="700" b="1" i="0" u="sng" strike="noStrike" noProof="0">
                          <a:solidFill>
                            <a:srgbClr val="000000"/>
                          </a:solidFill>
                          <a:latin typeface="Arial"/>
                        </a:rPr>
                        <a:t>Mitigation #2: Move Power Connectivity</a:t>
                      </a:r>
                      <a:endParaRPr lang="en-US" sz="700" b="0" i="0" u="none" strike="noStrike" noProof="0">
                        <a:solidFill>
                          <a:srgbClr val="000000"/>
                        </a:solidFill>
                        <a:latin typeface="Arial"/>
                      </a:endParaRPr>
                    </a:p>
                    <a:p>
                      <a:pPr lvl="0">
                        <a:buNone/>
                      </a:pPr>
                      <a:r>
                        <a:rPr lang="en-US" sz="700" b="0" i="0" u="none" strike="noStrike" noProof="0">
                          <a:solidFill>
                            <a:srgbClr val="000000"/>
                          </a:solidFill>
                          <a:latin typeface="Arial"/>
                        </a:rPr>
                        <a:t>Move Power connections off the VPC Power interface and onto a safety compliant interface. Work with Safety to develop custom cable adapters to achieve required DUT connectivity. Reduces ease of hardware use and is less elegant for manufacturing use.</a:t>
                      </a:r>
                      <a:endParaRPr lang="en-US"/>
                    </a:p>
                  </a:txBody>
                  <a:tcPr>
                    <a:lnT w="12700" cap="flat" cmpd="sng" algn="ctr">
                      <a:solidFill>
                        <a:schemeClr val="tx1"/>
                      </a:solidFill>
                      <a:prstDash val="solid"/>
                      <a:round/>
                      <a:headEnd type="none" w="med" len="med"/>
                      <a:tailEnd type="none" w="med" len="med"/>
                    </a:lnT>
                    <a:lnB w="12700">
                      <a:solidFill>
                        <a:schemeClr val="tx1"/>
                      </a:solidFill>
                    </a:lnB>
                  </a:tcPr>
                </a:tc>
                <a:tc>
                  <a:txBody>
                    <a:bodyPr/>
                    <a:lstStyle/>
                    <a:p>
                      <a:pPr lvl="0" algn="ctr">
                        <a:buNone/>
                      </a:pPr>
                      <a:r>
                        <a:rPr lang="en-US" sz="1200" b="0" i="0" u="none" strike="noStrike" noProof="0">
                          <a:solidFill>
                            <a:srgbClr val="000000"/>
                          </a:solidFill>
                          <a:latin typeface="Arial"/>
                        </a:rPr>
                        <a:t>3</a:t>
                      </a:r>
                    </a:p>
                  </a:txBody>
                  <a:tcPr anchor="ctr">
                    <a:lnT w="12700" cap="flat" cmpd="sng" algn="ctr">
                      <a:solidFill>
                        <a:schemeClr val="tx1"/>
                      </a:solidFill>
                      <a:prstDash val="solid"/>
                      <a:round/>
                      <a:headEnd type="none" w="med" len="med"/>
                      <a:tailEnd type="none" w="med" len="med"/>
                    </a:lnT>
                    <a:lnB w="12700">
                      <a:solidFill>
                        <a:schemeClr val="tx1"/>
                      </a:solidFill>
                    </a:lnB>
                  </a:tcPr>
                </a:tc>
                <a:tc>
                  <a:txBody>
                    <a:bodyPr/>
                    <a:lstStyle/>
                    <a:p>
                      <a:pPr lvl="0" algn="ctr">
                        <a:buNone/>
                      </a:pPr>
                      <a:r>
                        <a:rPr lang="en-US" sz="1600" b="0" i="0" u="none" strike="noStrike" noProof="0">
                          <a:solidFill>
                            <a:srgbClr val="000000"/>
                          </a:solidFill>
                          <a:latin typeface="Arial"/>
                        </a:rPr>
                        <a:t>12</a:t>
                      </a:r>
                    </a:p>
                  </a:txBody>
                  <a:tcPr anchor="ctr">
                    <a:lnT w="12700" cap="flat" cmpd="sng" algn="ctr">
                      <a:solidFill>
                        <a:schemeClr val="tx1"/>
                      </a:solidFill>
                      <a:prstDash val="solid"/>
                      <a:round/>
                      <a:headEnd type="none" w="med" len="med"/>
                      <a:tailEnd type="none" w="med" len="med"/>
                    </a:lnT>
                    <a:lnB w="12700">
                      <a:solidFill>
                        <a:schemeClr val="tx1"/>
                      </a:solidFill>
                    </a:lnB>
                    <a:solidFill>
                      <a:srgbClr val="FF0000"/>
                    </a:solidFill>
                  </a:tcPr>
                </a:tc>
                <a:extLst>
                  <a:ext uri="{0D108BD9-81ED-4DB2-BD59-A6C34878D82A}">
                    <a16:rowId xmlns:a16="http://schemas.microsoft.com/office/drawing/2014/main" val="1198272693"/>
                  </a:ext>
                </a:extLst>
              </a:tr>
              <a:tr h="491947">
                <a:tc rowSpan="2">
                  <a:txBody>
                    <a:bodyPr/>
                    <a:lstStyle/>
                    <a:p>
                      <a:pPr lvl="0">
                        <a:buNone/>
                      </a:pPr>
                      <a:r>
                        <a:rPr lang="en-US" sz="900" b="1" u="sng"/>
                        <a:t>Risk #2: Instrumentation Missing Safety Certification</a:t>
                      </a:r>
                    </a:p>
                    <a:p>
                      <a:pPr lvl="0">
                        <a:buNone/>
                      </a:pPr>
                      <a:r>
                        <a:rPr lang="en-US" sz="700" b="0" u="none"/>
                        <a:t>Instrument Manufacturer confirmed that acceptable safety certifications are being pursued and will be completed within project timeframe. May be delayed or fail, rendering the instrument unacceptable for use.</a:t>
                      </a:r>
                    </a:p>
                  </a:txBody>
                  <a:tcPr>
                    <a:lnT w="12700" cap="flat" cmpd="sng" algn="ctr">
                      <a:solidFill>
                        <a:schemeClr val="tx1"/>
                      </a:solidFill>
                      <a:prstDash val="solid"/>
                      <a:round/>
                      <a:headEnd type="none" w="med" len="med"/>
                      <a:tailEnd type="none" w="med" len="med"/>
                    </a:lnT>
                    <a:lnB w="12700">
                      <a:solidFill>
                        <a:schemeClr val="tx1"/>
                      </a:solidFill>
                    </a:lnB>
                  </a:tcPr>
                </a:tc>
                <a:tc rowSpan="2">
                  <a:txBody>
                    <a:bodyPr/>
                    <a:lstStyle/>
                    <a:p>
                      <a:pPr lvl="0" algn="ctr">
                        <a:buNone/>
                      </a:pPr>
                      <a:r>
                        <a:rPr lang="en-US" sz="1200"/>
                        <a:t>4</a:t>
                      </a:r>
                    </a:p>
                  </a:txBody>
                  <a:tcPr anchor="ctr">
                    <a:lnT w="12700">
                      <a:solidFill>
                        <a:schemeClr val="tx1"/>
                      </a:solidFill>
                    </a:lnT>
                    <a:lnB w="12700" cap="flat" cmpd="sng" algn="ctr">
                      <a:solidFill>
                        <a:schemeClr val="tx1"/>
                      </a:solidFill>
                      <a:prstDash val="solid"/>
                      <a:round/>
                      <a:headEnd type="none" w="med" len="med"/>
                      <a:tailEnd type="none" w="med" len="med"/>
                    </a:lnB>
                  </a:tcPr>
                </a:tc>
                <a:tc>
                  <a:txBody>
                    <a:bodyPr/>
                    <a:lstStyle/>
                    <a:p>
                      <a:pPr lvl="0">
                        <a:buNone/>
                      </a:pPr>
                      <a:r>
                        <a:rPr lang="en-US" sz="700" b="1" u="sng"/>
                        <a:t>Mitigation #1: Wait for Safety Certification</a:t>
                      </a:r>
                    </a:p>
                    <a:p>
                      <a:pPr lvl="0">
                        <a:buNone/>
                      </a:pPr>
                      <a:r>
                        <a:rPr lang="en-US" sz="700"/>
                        <a:t>Lease demo units for development, purchase and populate post-certification units</a:t>
                      </a:r>
                    </a:p>
                  </a:txBody>
                  <a:tcPr>
                    <a:lnT w="12700" cap="flat" cmpd="sng" algn="ctr">
                      <a:solidFill>
                        <a:schemeClr val="tx1"/>
                      </a:solidFill>
                      <a:prstDash val="solid"/>
                      <a:round/>
                      <a:headEnd type="none" w="med" len="med"/>
                      <a:tailEnd type="none" w="med" len="med"/>
                    </a:lnT>
                  </a:tcPr>
                </a:tc>
                <a:tc>
                  <a:txBody>
                    <a:bodyPr/>
                    <a:lstStyle/>
                    <a:p>
                      <a:pPr lvl="0" algn="ctr">
                        <a:buNone/>
                      </a:pPr>
                      <a:r>
                        <a:rPr lang="en-US" sz="1200"/>
                        <a:t>2</a:t>
                      </a:r>
                    </a:p>
                  </a:txBody>
                  <a:tcPr anchor="ctr">
                    <a:lnT w="12700">
                      <a:solidFill>
                        <a:schemeClr val="tx1"/>
                      </a:solidFill>
                    </a:lnT>
                  </a:tcPr>
                </a:tc>
                <a:tc>
                  <a:txBody>
                    <a:bodyPr/>
                    <a:lstStyle/>
                    <a:p>
                      <a:pPr lvl="0" algn="ctr">
                        <a:buNone/>
                      </a:pPr>
                      <a:r>
                        <a:rPr lang="en-US" sz="1600"/>
                        <a:t>8</a:t>
                      </a:r>
                    </a:p>
                  </a:txBody>
                  <a:tcPr anchor="ct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2906290565"/>
                  </a:ext>
                </a:extLst>
              </a:tr>
              <a:tr h="673465">
                <a:tc vMerge="1">
                  <a:txBody>
                    <a:bodyPr/>
                    <a:lstStyle/>
                    <a:p>
                      <a:endParaRPr lang="en-US"/>
                    </a:p>
                  </a:txBody>
                  <a:tcPr/>
                </a:tc>
                <a:tc vMerge="1">
                  <a:txBody>
                    <a:bodyPr/>
                    <a:lstStyle/>
                    <a:p>
                      <a:endParaRPr lang="en-US"/>
                    </a:p>
                  </a:txBody>
                  <a:tcPr/>
                </a:tc>
                <a:tc>
                  <a:txBody>
                    <a:bodyPr/>
                    <a:lstStyle/>
                    <a:p>
                      <a:pPr lvl="0">
                        <a:buNone/>
                      </a:pPr>
                      <a:r>
                        <a:rPr lang="en-US" sz="700" b="1" u="sng"/>
                        <a:t>Mitigation #2: Select another Instrument</a:t>
                      </a:r>
                    </a:p>
                    <a:p>
                      <a:pPr lvl="0">
                        <a:buNone/>
                      </a:pPr>
                      <a:r>
                        <a:rPr lang="en-US" sz="700"/>
                        <a:t>Should the certification fail or be delayed beyond acceptable dates, design out the instrument in favor of another which already carries acceptable certification. This would likely carry a significant redesign burden.</a:t>
                      </a:r>
                    </a:p>
                  </a:txBody>
                  <a:tcPr>
                    <a:lnB w="12700">
                      <a:solidFill>
                        <a:schemeClr val="tx1"/>
                      </a:solidFill>
                    </a:lnB>
                  </a:tcPr>
                </a:tc>
                <a:tc>
                  <a:txBody>
                    <a:bodyPr/>
                    <a:lstStyle/>
                    <a:p>
                      <a:pPr lvl="0" algn="ctr">
                        <a:buNone/>
                      </a:pPr>
                      <a:r>
                        <a:rPr lang="en-US" sz="1200"/>
                        <a:t>2</a:t>
                      </a:r>
                    </a:p>
                  </a:txBody>
                  <a:tcPr anchor="ctr">
                    <a:lnB w="12700" cap="flat" cmpd="sng" algn="ctr">
                      <a:solidFill>
                        <a:schemeClr val="tx1"/>
                      </a:solidFill>
                      <a:prstDash val="solid"/>
                      <a:round/>
                      <a:headEnd type="none" w="med" len="med"/>
                      <a:tailEnd type="none" w="med" len="med"/>
                    </a:lnB>
                  </a:tcPr>
                </a:tc>
                <a:tc>
                  <a:txBody>
                    <a:bodyPr/>
                    <a:lstStyle/>
                    <a:p>
                      <a:pPr lvl="0" algn="ctr">
                        <a:buNone/>
                      </a:pPr>
                      <a:r>
                        <a:rPr lang="en-US" sz="1600"/>
                        <a:t>8</a:t>
                      </a:r>
                    </a:p>
                  </a:txBody>
                  <a:tcPr anchor="ctr">
                    <a:lnB w="12700">
                      <a:solidFill>
                        <a:schemeClr val="tx1"/>
                      </a:solidFill>
                    </a:lnB>
                    <a:solidFill>
                      <a:srgbClr val="FFC000"/>
                    </a:solidFill>
                  </a:tcPr>
                </a:tc>
                <a:extLst>
                  <a:ext uri="{0D108BD9-81ED-4DB2-BD59-A6C34878D82A}">
                    <a16:rowId xmlns:a16="http://schemas.microsoft.com/office/drawing/2014/main" val="2035977334"/>
                  </a:ext>
                </a:extLst>
              </a:tr>
              <a:tr h="908442">
                <a:tc>
                  <a:txBody>
                    <a:bodyPr/>
                    <a:lstStyle/>
                    <a:p>
                      <a:pPr lvl="0">
                        <a:buNone/>
                      </a:pPr>
                      <a:r>
                        <a:rPr lang="en-US" sz="900" b="1" i="0" u="sng" strike="noStrike" kern="1200" noProof="0">
                          <a:solidFill>
                            <a:srgbClr val="000000"/>
                          </a:solidFill>
                          <a:effectLst/>
                          <a:latin typeface="Arial"/>
                        </a:rPr>
                        <a:t>Risk #3: Fixture Design includes Pinch Points</a:t>
                      </a:r>
                      <a:endParaRPr lang="en-US"/>
                    </a:p>
                    <a:p>
                      <a:pPr lvl="0">
                        <a:buNone/>
                      </a:pPr>
                      <a:r>
                        <a:rPr lang="en-US" sz="700" b="0" i="0" u="none" strike="noStrike" kern="1200" noProof="0">
                          <a:solidFill>
                            <a:srgbClr val="000000"/>
                          </a:solidFill>
                          <a:effectLst/>
                          <a:latin typeface="Arial"/>
                        </a:rPr>
                        <a:t>DUT Engagement mechanism of the test fixture requires using pinch points exposed to the operator</a:t>
                      </a:r>
                    </a:p>
                  </a:txBody>
                  <a:tcPr>
                    <a:lnT w="12700" cap="flat" cmpd="sng" algn="ctr">
                      <a:solidFill>
                        <a:schemeClr val="tx1"/>
                      </a:solidFill>
                      <a:prstDash val="solid"/>
                      <a:round/>
                      <a:headEnd type="none" w="med" len="med"/>
                      <a:tailEnd type="none" w="med" len="med"/>
                    </a:lnT>
                  </a:tcPr>
                </a:tc>
                <a:tc>
                  <a:txBody>
                    <a:bodyPr/>
                    <a:lstStyle/>
                    <a:p>
                      <a:pPr lvl="0" algn="ctr">
                        <a:buNone/>
                      </a:pPr>
                      <a:r>
                        <a:rPr lang="en-US" sz="1200"/>
                        <a:t>2</a:t>
                      </a:r>
                    </a:p>
                  </a:txBody>
                  <a:tcPr anchor="ctr">
                    <a:lnT w="12700" cap="flat" cmpd="sng" algn="ctr">
                      <a:solidFill>
                        <a:schemeClr val="tx1"/>
                      </a:solidFill>
                      <a:prstDash val="solid"/>
                      <a:round/>
                      <a:headEnd type="none" w="med" len="med"/>
                      <a:tailEnd type="none" w="med" len="med"/>
                    </a:lnT>
                  </a:tcPr>
                </a:tc>
                <a:tc>
                  <a:txBody>
                    <a:bodyPr/>
                    <a:lstStyle/>
                    <a:p>
                      <a:pPr lvl="0">
                        <a:buNone/>
                      </a:pPr>
                      <a:r>
                        <a:rPr lang="en-US" sz="700" b="1" i="0" u="sng" strike="noStrike" noProof="0">
                          <a:solidFill>
                            <a:srgbClr val="000000"/>
                          </a:solidFill>
                          <a:latin typeface="Arial"/>
                        </a:rPr>
                        <a:t>Mitigation: Work with ME Team to eliminate Pinch Points</a:t>
                      </a:r>
                      <a:endParaRPr lang="en-US" sz="700" b="0" i="0" u="none" strike="noStrike" noProof="0">
                        <a:solidFill>
                          <a:srgbClr val="000000"/>
                        </a:solidFill>
                        <a:latin typeface="Arial"/>
                      </a:endParaRPr>
                    </a:p>
                    <a:p>
                      <a:pPr lvl="0">
                        <a:buNone/>
                      </a:pPr>
                      <a:r>
                        <a:rPr lang="en-US" sz="700" b="0" i="0" u="none" strike="noStrike" noProof="0">
                          <a:solidFill>
                            <a:srgbClr val="000000"/>
                          </a:solidFill>
                          <a:latin typeface="Arial"/>
                        </a:rPr>
                        <a:t>Engage with the ME team to ensure considerations for additional guards or enclosures around pinch points are accounted for; may reduce useability/increase fixture design complexity</a:t>
                      </a:r>
                      <a:endParaRPr lang="en-US"/>
                    </a:p>
                  </a:txBody>
                  <a:tcPr>
                    <a:lnT w="12700" cap="flat" cmpd="sng" algn="ctr">
                      <a:solidFill>
                        <a:schemeClr val="tx1"/>
                      </a:solidFill>
                      <a:prstDash val="solid"/>
                      <a:round/>
                      <a:headEnd type="none" w="med" len="med"/>
                      <a:tailEnd type="none" w="med" len="med"/>
                    </a:lnT>
                  </a:tcPr>
                </a:tc>
                <a:tc>
                  <a:txBody>
                    <a:bodyPr/>
                    <a:lstStyle/>
                    <a:p>
                      <a:pPr marL="0" lvl="0" indent="0" algn="ctr" defTabSz="914400">
                        <a:lnSpc>
                          <a:spcPct val="100000"/>
                        </a:lnSpc>
                        <a:spcBef>
                          <a:spcPts val="0"/>
                        </a:spcBef>
                        <a:spcAft>
                          <a:spcPts val="0"/>
                        </a:spcAft>
                        <a:buNone/>
                        <a:tabLst/>
                        <a:defRPr/>
                      </a:pPr>
                      <a:r>
                        <a:rPr lang="en-US" sz="1200"/>
                        <a:t>1</a:t>
                      </a:r>
                    </a:p>
                  </a:txBody>
                  <a:tcPr anchor="ctr">
                    <a:lnT w="12700" cap="flat" cmpd="sng" algn="ctr">
                      <a:solidFill>
                        <a:schemeClr val="tx1"/>
                      </a:solidFill>
                      <a:prstDash val="solid"/>
                      <a:round/>
                      <a:headEnd type="none" w="med" len="med"/>
                      <a:tailEnd type="none" w="med" len="med"/>
                    </a:lnT>
                  </a:tcPr>
                </a:tc>
                <a:tc>
                  <a:txBody>
                    <a:bodyPr/>
                    <a:lstStyle/>
                    <a:p>
                      <a:pPr lvl="0" algn="ctr">
                        <a:buNone/>
                      </a:pPr>
                      <a:r>
                        <a:rPr lang="en-US" sz="1600"/>
                        <a:t>2</a:t>
                      </a:r>
                      <a:endParaRPr lang="en-US"/>
                    </a:p>
                  </a:txBody>
                  <a:tcPr anchor="ctr">
                    <a:lnT w="12700" cap="flat" cmpd="sng" algn="ctr">
                      <a:solidFill>
                        <a:schemeClr val="tx1"/>
                      </a:solidFill>
                      <a:prstDash val="solid"/>
                      <a:round/>
                      <a:headEnd type="none" w="med" len="med"/>
                      <a:tailEnd type="none" w="med" len="med"/>
                    </a:lnT>
                    <a:solidFill>
                      <a:srgbClr val="00B050"/>
                    </a:solidFill>
                  </a:tcPr>
                </a:tc>
                <a:extLst>
                  <a:ext uri="{0D108BD9-81ED-4DB2-BD59-A6C34878D82A}">
                    <a16:rowId xmlns:a16="http://schemas.microsoft.com/office/drawing/2014/main" val="4288818704"/>
                  </a:ext>
                </a:extLst>
              </a:tr>
            </a:tbl>
          </a:graphicData>
        </a:graphic>
      </p:graphicFrame>
      <p:sp>
        <p:nvSpPr>
          <p:cNvPr id="5" name="TextBox 4">
            <a:extLst>
              <a:ext uri="{FF2B5EF4-FFF2-40B4-BE49-F238E27FC236}">
                <a16:creationId xmlns:a16="http://schemas.microsoft.com/office/drawing/2014/main" id="{43E44459-C39B-215F-7222-5D9E4D85D328}"/>
              </a:ext>
            </a:extLst>
          </p:cNvPr>
          <p:cNvSpPr txBox="1"/>
          <p:nvPr/>
        </p:nvSpPr>
        <p:spPr>
          <a:xfrm>
            <a:off x="2005489" y="2395649"/>
            <a:ext cx="5133020" cy="790071"/>
          </a:xfrm>
          <a:prstGeom prst="rect">
            <a:avLst/>
          </a:prstGeom>
          <a:solidFill>
            <a:schemeClr val="accent1"/>
          </a:solidFill>
          <a:ln w="22225">
            <a:solidFill>
              <a:schemeClr val="accent1"/>
            </a:solidFill>
          </a:ln>
        </p:spPr>
        <p:txBody>
          <a:bodyPr wrap="square" lIns="0" rIns="0" rtlCol="0">
            <a:noAutofit/>
          </a:bodyPr>
          <a:lstStyle/>
          <a:p>
            <a:pPr algn="ctr"/>
            <a:r>
              <a:rPr lang="en-US" sz="2400" b="1">
                <a:solidFill>
                  <a:srgbClr val="FF0000"/>
                </a:solidFill>
                <a:latin typeface="Consolas" panose="020B0609020204030204" pitchFamily="49" charset="0"/>
                <a:cs typeface="Consolas" panose="020B0609020204030204" pitchFamily="49" charset="0"/>
              </a:rPr>
              <a:t>EXAMPLE ENTRIES; DELETE AND FILL IN CORRECT VALUES</a:t>
            </a:r>
          </a:p>
        </p:txBody>
      </p:sp>
      <p:sp>
        <p:nvSpPr>
          <p:cNvPr id="6" name="TextBox 5">
            <a:extLst>
              <a:ext uri="{FF2B5EF4-FFF2-40B4-BE49-F238E27FC236}">
                <a16:creationId xmlns:a16="http://schemas.microsoft.com/office/drawing/2014/main" id="{54F8060E-D16C-14C2-CD5C-8CC075D543AF}"/>
              </a:ext>
            </a:extLst>
          </p:cNvPr>
          <p:cNvSpPr txBox="1"/>
          <p:nvPr/>
        </p:nvSpPr>
        <p:spPr>
          <a:xfrm>
            <a:off x="1987698" y="4816374"/>
            <a:ext cx="5168603" cy="335655"/>
          </a:xfrm>
          <a:prstGeom prst="rect">
            <a:avLst/>
          </a:prstGeom>
          <a:solidFill>
            <a:schemeClr val="tx1"/>
          </a:solidFill>
        </p:spPr>
        <p:txBody>
          <a:bodyPr wrap="square" lIns="0" rIns="0" rtlCol="0">
            <a:noAutofit/>
          </a:bodyPr>
          <a:lstStyle/>
          <a:p>
            <a:pPr algn="ctr"/>
            <a:r>
              <a:rPr lang="en-US" b="1">
                <a:solidFill>
                  <a:schemeClr val="bg1"/>
                </a:solidFill>
                <a:latin typeface="Consolas" panose="020B0609020204030204" pitchFamily="49" charset="0"/>
                <a:cs typeface="Consolas" panose="020B0609020204030204" pitchFamily="49" charset="0"/>
              </a:rPr>
              <a:t>Required for PPA meeting, do not delete</a:t>
            </a:r>
          </a:p>
        </p:txBody>
      </p:sp>
      <p:sp>
        <p:nvSpPr>
          <p:cNvPr id="3" name="Freeform: Shape 2">
            <a:extLst>
              <a:ext uri="{FF2B5EF4-FFF2-40B4-BE49-F238E27FC236}">
                <a16:creationId xmlns:a16="http://schemas.microsoft.com/office/drawing/2014/main" id="{3D2AAB8D-8469-6268-08C5-041DFA92FCFB}"/>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146218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EAE039-2CF1-45F5-9867-21E7B78CA6DB}"/>
              </a:ext>
            </a:extLst>
          </p:cNvPr>
          <p:cNvSpPr>
            <a:spLocks noGrp="1"/>
          </p:cNvSpPr>
          <p:nvPr>
            <p:ph type="title"/>
          </p:nvPr>
        </p:nvSpPr>
        <p:spPr/>
        <p:txBody>
          <a:bodyPr>
            <a:normAutofit/>
          </a:bodyPr>
          <a:lstStyle/>
          <a:p>
            <a:r>
              <a:rPr lang="en-US"/>
              <a:t>Special Considerations</a:t>
            </a:r>
          </a:p>
        </p:txBody>
      </p:sp>
      <p:sp>
        <p:nvSpPr>
          <p:cNvPr id="2" name="Text Placeholder 1">
            <a:extLst>
              <a:ext uri="{FF2B5EF4-FFF2-40B4-BE49-F238E27FC236}">
                <a16:creationId xmlns:a16="http://schemas.microsoft.com/office/drawing/2014/main" id="{F8377428-FB43-46F2-9DE3-228E5D05EB14}"/>
              </a:ext>
            </a:extLst>
          </p:cNvPr>
          <p:cNvSpPr>
            <a:spLocks noGrp="1"/>
          </p:cNvSpPr>
          <p:nvPr>
            <p:ph sz="quarter" idx="17"/>
          </p:nvPr>
        </p:nvSpPr>
        <p:spPr/>
        <p:txBody>
          <a:bodyPr>
            <a:normAutofit/>
          </a:bodyPr>
          <a:lstStyle/>
          <a:p>
            <a:pPr marL="0" marR="0">
              <a:lnSpc>
                <a:spcPct val="115000"/>
              </a:lnSpc>
              <a:spcBef>
                <a:spcPts val="500"/>
              </a:spcBef>
              <a:spcAft>
                <a:spcPts val="1000"/>
              </a:spcAft>
            </a:pPr>
            <a:r>
              <a:rPr lang="en-US" i="1">
                <a:solidFill>
                  <a:srgbClr val="808080"/>
                </a:solidFill>
                <a:effectLst/>
                <a:latin typeface="Arial" panose="020B0604020202020204" pitchFamily="34" charset="0"/>
                <a:ea typeface="MS PGothic" panose="020B0600070205080204" pitchFamily="34" charset="-128"/>
                <a:cs typeface="Arial" panose="020B0604020202020204" pitchFamily="34" charset="0"/>
              </a:rPr>
              <a:t>This should discuss any special considerations that may impact the MFG test requirements or test solution for the product. Examples of special considerations for a product may include test time requirements for the MFG test process, temperature or environmental concerns which may impact test, or equipment needs that which may be outside of the general MFG test process.</a:t>
            </a:r>
          </a:p>
        </p:txBody>
      </p:sp>
      <p:sp>
        <p:nvSpPr>
          <p:cNvPr id="6" name="Content Placeholder 5">
            <a:extLst>
              <a:ext uri="{FF2B5EF4-FFF2-40B4-BE49-F238E27FC236}">
                <a16:creationId xmlns:a16="http://schemas.microsoft.com/office/drawing/2014/main" id="{0A4B1C91-DCE3-907E-52E2-CEC442F38F3F}"/>
              </a:ext>
            </a:extLst>
          </p:cNvPr>
          <p:cNvSpPr>
            <a:spLocks noGrp="1"/>
          </p:cNvSpPr>
          <p:nvPr>
            <p:ph sz="quarter" idx="18"/>
          </p:nvPr>
        </p:nvSpPr>
        <p:spPr/>
        <p:txBody>
          <a:bodyPr/>
          <a:lstStyle/>
          <a:p>
            <a:endParaRPr lang="en-US"/>
          </a:p>
        </p:txBody>
      </p:sp>
      <p:sp>
        <p:nvSpPr>
          <p:cNvPr id="3" name="Freeform: Shape 2">
            <a:extLst>
              <a:ext uri="{FF2B5EF4-FFF2-40B4-BE49-F238E27FC236}">
                <a16:creationId xmlns:a16="http://schemas.microsoft.com/office/drawing/2014/main" id="{CBCB4DFD-F301-50EF-E952-8E137FC8E959}"/>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3309755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Other</a:t>
            </a:r>
          </a:p>
        </p:txBody>
      </p:sp>
      <p:sp>
        <p:nvSpPr>
          <p:cNvPr id="2" name="Text Placeholder 1">
            <a:extLst>
              <a:ext uri="{FF2B5EF4-FFF2-40B4-BE49-F238E27FC236}">
                <a16:creationId xmlns:a16="http://schemas.microsoft.com/office/drawing/2014/main" id="{505539E3-60B0-40EB-BF28-82735768C980}"/>
              </a:ext>
            </a:extLst>
          </p:cNvPr>
          <p:cNvSpPr>
            <a:spLocks noGrp="1"/>
          </p:cNvSpPr>
          <p:nvPr>
            <p:ph sz="quarter" idx="17"/>
          </p:nvPr>
        </p:nvSpPr>
        <p:spPr/>
        <p:txBody>
          <a:bodyPr>
            <a:normAutofit/>
          </a:bodyPr>
          <a:lstStyle/>
          <a:p>
            <a:pPr marL="285750" indent="-285750">
              <a:buFont typeface="Arial" panose="020B0604020202020204" pitchFamily="34" charset="0"/>
              <a:buChar char="•"/>
            </a:pPr>
            <a:r>
              <a:rPr lang="en-US" sz="1200"/>
              <a:t>Special licensed items (controlled functionality on instruments)</a:t>
            </a:r>
          </a:p>
          <a:p>
            <a:pPr marL="285750" indent="-285750">
              <a:buFont typeface="Arial" panose="020B0604020202020204" pitchFamily="34" charset="0"/>
              <a:buChar char="•"/>
            </a:pPr>
            <a:r>
              <a:rPr lang="en-US" sz="1200"/>
              <a:t>Detail whether a Debug solution is needed</a:t>
            </a:r>
          </a:p>
          <a:p>
            <a:endParaRPr lang="en-US"/>
          </a:p>
        </p:txBody>
      </p:sp>
      <p:sp>
        <p:nvSpPr>
          <p:cNvPr id="6" name="Content Placeholder 5">
            <a:extLst>
              <a:ext uri="{FF2B5EF4-FFF2-40B4-BE49-F238E27FC236}">
                <a16:creationId xmlns:a16="http://schemas.microsoft.com/office/drawing/2014/main" id="{7F18EC98-086F-CB6A-9E16-408981E489B0}"/>
              </a:ext>
            </a:extLst>
          </p:cNvPr>
          <p:cNvSpPr>
            <a:spLocks noGrp="1"/>
          </p:cNvSpPr>
          <p:nvPr>
            <p:ph sz="quarter" idx="18"/>
          </p:nvPr>
        </p:nvSpPr>
        <p:spPr/>
        <p:txBody>
          <a:bodyPr/>
          <a:lstStyle/>
          <a:p>
            <a:endParaRPr lang="en-US"/>
          </a:p>
        </p:txBody>
      </p:sp>
      <p:sp>
        <p:nvSpPr>
          <p:cNvPr id="3" name="Freeform: Shape 2">
            <a:extLst>
              <a:ext uri="{FF2B5EF4-FFF2-40B4-BE49-F238E27FC236}">
                <a16:creationId xmlns:a16="http://schemas.microsoft.com/office/drawing/2014/main" id="{7D99080C-CC74-22BF-90FB-C07BEB09FB8F}"/>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4130680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2">
            <a:lumMod val="75000"/>
          </a:schemeClr>
        </a:solidFill>
        <a:effectLst/>
      </p:bgPr>
    </p:bg>
    <p:spTree>
      <p:nvGrpSpPr>
        <p:cNvPr id="1" name="">
          <a:extLst>
            <a:ext uri="{FF2B5EF4-FFF2-40B4-BE49-F238E27FC236}">
              <a16:creationId xmlns:a16="http://schemas.microsoft.com/office/drawing/2014/main" id="{5CFE260B-17C3-E2E3-B8FA-7E80F131B46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516F0C1-7C0C-9B7B-7304-619118823EBE}"/>
              </a:ext>
            </a:extLst>
          </p:cNvPr>
          <p:cNvSpPr>
            <a:spLocks noGrp="1"/>
          </p:cNvSpPr>
          <p:nvPr>
            <p:ph type="body" sz="quarter" idx="12"/>
          </p:nvPr>
        </p:nvSpPr>
        <p:spPr>
          <a:xfrm>
            <a:off x="427361" y="-788"/>
            <a:ext cx="6547724" cy="5140962"/>
          </a:xfrm>
        </p:spPr>
        <p:txBody>
          <a:bodyPr vert="horz" lIns="91440" tIns="91440" rIns="91440" bIns="45720" rtlCol="0" anchor="ctr">
            <a:noAutofit/>
          </a:bodyPr>
          <a:lstStyle/>
          <a:p>
            <a:r>
              <a:rPr lang="en-US" sz="2800">
                <a:latin typeface="Arial"/>
                <a:cs typeface="Arial"/>
              </a:rPr>
              <a:t>SECTION INSTRUCTIONS</a:t>
            </a:r>
            <a:endParaRPr lang="en-US"/>
          </a:p>
          <a:p>
            <a:r>
              <a:rPr lang="en-US">
                <a:latin typeface="Arial"/>
                <a:cs typeface="Arial"/>
              </a:rPr>
              <a:t>The slides contained within this 'Pre-Read Only' section must be filled out to completion, paying attention to additional information within the </a:t>
            </a:r>
            <a:r>
              <a:rPr lang="en-US" b="1" u="sng">
                <a:solidFill>
                  <a:srgbClr val="FF0000"/>
                </a:solidFill>
                <a:latin typeface="Arial"/>
                <a:cs typeface="Arial"/>
              </a:rPr>
              <a:t>slide notes</a:t>
            </a:r>
            <a:r>
              <a:rPr lang="en-US">
                <a:latin typeface="Arial"/>
                <a:cs typeface="Arial"/>
              </a:rPr>
              <a:t> as well as any relevant information within the Test Set Handoff Checklist's </a:t>
            </a:r>
            <a:r>
              <a:rPr lang="en-US" b="1" u="sng">
                <a:solidFill>
                  <a:srgbClr val="FF0000"/>
                </a:solidFill>
                <a:latin typeface="Arial"/>
                <a:cs typeface="Arial"/>
              </a:rPr>
              <a:t>Test System Design Review Sheet</a:t>
            </a:r>
            <a:r>
              <a:rPr lang="en-US">
                <a:latin typeface="Arial"/>
                <a:cs typeface="Arial"/>
              </a:rPr>
              <a:t>.</a:t>
            </a:r>
          </a:p>
          <a:p>
            <a:endParaRPr lang="en-US"/>
          </a:p>
          <a:p>
            <a:r>
              <a:rPr lang="en-US">
                <a:latin typeface="Arial"/>
                <a:cs typeface="Arial"/>
              </a:rPr>
              <a:t>All slides within the "Pre-Read Only" section should not be presented at the TSDR unless an approver requests that topic be moved to the presentation section for discussion, either during the pre-read period or the meeting itself.</a:t>
            </a:r>
            <a:endParaRPr lang="en-US"/>
          </a:p>
        </p:txBody>
      </p:sp>
    </p:spTree>
    <p:extLst>
      <p:ext uri="{BB962C8B-B14F-4D97-AF65-F5344CB8AC3E}">
        <p14:creationId xmlns:p14="http://schemas.microsoft.com/office/powerpoint/2010/main" val="4250716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2FEF5-6A29-E089-08B8-5988C7986D60}"/>
              </a:ext>
            </a:extLst>
          </p:cNvPr>
          <p:cNvSpPr>
            <a:spLocks noGrp="1"/>
          </p:cNvSpPr>
          <p:nvPr>
            <p:ph type="title"/>
          </p:nvPr>
        </p:nvSpPr>
        <p:spPr>
          <a:xfrm>
            <a:off x="316222" y="190738"/>
            <a:ext cx="8514953" cy="409627"/>
          </a:xfrm>
        </p:spPr>
        <p:txBody>
          <a:bodyPr vert="horz" lIns="91440" tIns="73152" rIns="146304" bIns="73152" rtlCol="0" anchor="t">
            <a:noAutofit/>
          </a:bodyPr>
          <a:lstStyle/>
          <a:p>
            <a:r>
              <a:rPr lang="en-US" sz="1850">
                <a:cs typeface="Times"/>
              </a:rPr>
              <a:t>Required TSDR Invitees </a:t>
            </a:r>
            <a:endParaRPr lang="en-US"/>
          </a:p>
        </p:txBody>
      </p:sp>
      <p:graphicFrame>
        <p:nvGraphicFramePr>
          <p:cNvPr id="5" name="Content Placeholder 4">
            <a:extLst>
              <a:ext uri="{FF2B5EF4-FFF2-40B4-BE49-F238E27FC236}">
                <a16:creationId xmlns:a16="http://schemas.microsoft.com/office/drawing/2014/main" id="{8B7700D6-492A-711D-43BC-F670F2C25868}"/>
              </a:ext>
            </a:extLst>
          </p:cNvPr>
          <p:cNvGraphicFramePr>
            <a:graphicFrameLocks noGrp="1"/>
          </p:cNvGraphicFramePr>
          <p:nvPr>
            <p:ph idx="1"/>
            <p:extLst>
              <p:ext uri="{D42A27DB-BD31-4B8C-83A1-F6EECF244321}">
                <p14:modId xmlns:p14="http://schemas.microsoft.com/office/powerpoint/2010/main" val="2485801250"/>
              </p:ext>
            </p:extLst>
          </p:nvPr>
        </p:nvGraphicFramePr>
        <p:xfrm>
          <a:off x="315828" y="1024445"/>
          <a:ext cx="8515347" cy="3518431"/>
        </p:xfrm>
        <a:graphic>
          <a:graphicData uri="http://schemas.openxmlformats.org/drawingml/2006/table">
            <a:tbl>
              <a:tblPr firstRow="1" bandRow="1">
                <a:tableStyleId>{5C22544A-7EE6-4342-B048-85BDC9FD1C3A}</a:tableStyleId>
              </a:tblPr>
              <a:tblGrid>
                <a:gridCol w="3470637">
                  <a:extLst>
                    <a:ext uri="{9D8B030D-6E8A-4147-A177-3AD203B41FA5}">
                      <a16:colId xmlns:a16="http://schemas.microsoft.com/office/drawing/2014/main" val="4202619181"/>
                    </a:ext>
                  </a:extLst>
                </a:gridCol>
                <a:gridCol w="2522355">
                  <a:extLst>
                    <a:ext uri="{9D8B030D-6E8A-4147-A177-3AD203B41FA5}">
                      <a16:colId xmlns:a16="http://schemas.microsoft.com/office/drawing/2014/main" val="1070112608"/>
                    </a:ext>
                  </a:extLst>
                </a:gridCol>
                <a:gridCol w="2522355">
                  <a:extLst>
                    <a:ext uri="{9D8B030D-6E8A-4147-A177-3AD203B41FA5}">
                      <a16:colId xmlns:a16="http://schemas.microsoft.com/office/drawing/2014/main" val="2853202559"/>
                    </a:ext>
                  </a:extLst>
                </a:gridCol>
              </a:tblGrid>
              <a:tr h="370839">
                <a:tc>
                  <a:txBody>
                    <a:bodyPr/>
                    <a:lstStyle/>
                    <a:p>
                      <a:pPr algn="ctr"/>
                      <a:r>
                        <a:rPr lang="en-US" sz="1400" dirty="0"/>
                        <a:t>Attendee Role</a:t>
                      </a:r>
                    </a:p>
                  </a:txBody>
                  <a:tcPr/>
                </a:tc>
                <a:tc>
                  <a:txBody>
                    <a:bodyPr/>
                    <a:lstStyle/>
                    <a:p>
                      <a:pPr algn="ctr"/>
                      <a:r>
                        <a:rPr lang="en-US" sz="1400" dirty="0"/>
                        <a:t>Name</a:t>
                      </a:r>
                    </a:p>
                  </a:txBody>
                  <a:tcPr/>
                </a:tc>
                <a:tc>
                  <a:txBody>
                    <a:bodyPr/>
                    <a:lstStyle/>
                    <a:p>
                      <a:pPr lvl="0" algn="ctr">
                        <a:buNone/>
                      </a:pPr>
                      <a:r>
                        <a:rPr lang="en-US" sz="1400" dirty="0"/>
                        <a:t>Attendance Required?</a:t>
                      </a:r>
                    </a:p>
                  </a:txBody>
                  <a:tcPr/>
                </a:tc>
                <a:extLst>
                  <a:ext uri="{0D108BD9-81ED-4DB2-BD59-A6C34878D82A}">
                    <a16:rowId xmlns:a16="http://schemas.microsoft.com/office/drawing/2014/main" val="289869173"/>
                  </a:ext>
                </a:extLst>
              </a:tr>
              <a:tr h="274759">
                <a:tc>
                  <a:txBody>
                    <a:bodyPr/>
                    <a:lstStyle/>
                    <a:p>
                      <a:pPr algn="r"/>
                      <a:r>
                        <a:rPr lang="en-US" sz="1100" dirty="0"/>
                        <a:t>HW Project/Program Manager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&lt;Fill in before TSDR&gt;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Yes</a:t>
                      </a:r>
                    </a:p>
                  </a:txBody>
                  <a:tcPr anchor="ctr"/>
                </a:tc>
                <a:extLst>
                  <a:ext uri="{0D108BD9-81ED-4DB2-BD59-A6C34878D82A}">
                    <a16:rowId xmlns:a16="http://schemas.microsoft.com/office/drawing/2014/main" val="495999868"/>
                  </a:ext>
                </a:extLst>
              </a:tr>
              <a:tr h="274759">
                <a:tc>
                  <a:txBody>
                    <a:bodyPr/>
                    <a:lstStyle/>
                    <a:p>
                      <a:pPr algn="r"/>
                      <a:r>
                        <a:rPr lang="en-US" sz="1100" dirty="0"/>
                        <a:t>R&amp;D Test Engineer</a:t>
                      </a:r>
                    </a:p>
                  </a:txBody>
                  <a:tcPr anchor="ctr"/>
                </a:tc>
                <a:tc>
                  <a:txBody>
                    <a:bodyPr/>
                    <a:lstStyle/>
                    <a:p>
                      <a:pPr algn="ctr"/>
                      <a:r>
                        <a:rPr lang="en-US" sz="1100" dirty="0"/>
                        <a:t>&lt;Fill in before TSDR&gt;</a:t>
                      </a:r>
                    </a:p>
                  </a:txBody>
                  <a:tcPr anchor="ctr"/>
                </a:tc>
                <a:tc>
                  <a:txBody>
                    <a:bodyPr/>
                    <a:lstStyle/>
                    <a:p>
                      <a:pPr lvl="0" algn="ctr">
                        <a:buNone/>
                      </a:pPr>
                      <a:r>
                        <a:rPr lang="en-US" sz="1100" dirty="0"/>
                        <a:t>Yes</a:t>
                      </a:r>
                    </a:p>
                  </a:txBody>
                  <a:tcPr anchor="ctr"/>
                </a:tc>
                <a:extLst>
                  <a:ext uri="{0D108BD9-81ED-4DB2-BD59-A6C34878D82A}">
                    <a16:rowId xmlns:a16="http://schemas.microsoft.com/office/drawing/2014/main" val="296937371"/>
                  </a:ext>
                </a:extLst>
              </a:tr>
              <a:tr h="274759">
                <a:tc>
                  <a:txBody>
                    <a:bodyPr/>
                    <a:lstStyle/>
                    <a:p>
                      <a:pPr algn="r"/>
                      <a:r>
                        <a:rPr lang="en-US" sz="1100" dirty="0"/>
                        <a:t>R&amp;D Test Manager responsible for the product</a:t>
                      </a:r>
                    </a:p>
                  </a:txBody>
                  <a:tcPr anchor="ctr"/>
                </a:tc>
                <a:tc>
                  <a:txBody>
                    <a:bodyPr/>
                    <a:lstStyle/>
                    <a:p>
                      <a:pPr lvl="0" algn="ctr">
                        <a:buNone/>
                      </a:pPr>
                      <a:r>
                        <a:rPr lang="en-US" sz="1100" b="0" i="0" u="none" strike="noStrike" noProof="0" dirty="0">
                          <a:solidFill>
                            <a:srgbClr val="000000"/>
                          </a:solidFill>
                          <a:latin typeface="Arial"/>
                        </a:rPr>
                        <a:t>&lt;Fill in before TSDR&gt;</a:t>
                      </a:r>
                      <a:endParaRPr lang="en-US" sz="1100" dirty="0"/>
                    </a:p>
                  </a:txBody>
                  <a:tcPr anchor="ctr"/>
                </a:tc>
                <a:tc>
                  <a:txBody>
                    <a:bodyPr/>
                    <a:lstStyle/>
                    <a:p>
                      <a:pPr lvl="0" algn="ctr">
                        <a:buNone/>
                      </a:pPr>
                      <a:r>
                        <a:rPr lang="en-US" sz="1100" b="0" i="0" u="none" strike="noStrike" noProof="0" dirty="0">
                          <a:solidFill>
                            <a:srgbClr val="000000"/>
                          </a:solidFill>
                          <a:latin typeface="Arial"/>
                        </a:rPr>
                        <a:t>Yes (or Delegate)</a:t>
                      </a:r>
                      <a:endParaRPr lang="en-US" sz="1100" dirty="0"/>
                    </a:p>
                  </a:txBody>
                  <a:tcPr anchor="ctr"/>
                </a:tc>
                <a:extLst>
                  <a:ext uri="{0D108BD9-81ED-4DB2-BD59-A6C34878D82A}">
                    <a16:rowId xmlns:a16="http://schemas.microsoft.com/office/drawing/2014/main" val="2373730415"/>
                  </a:ext>
                </a:extLst>
              </a:tr>
              <a:tr h="274759">
                <a:tc>
                  <a:txBody>
                    <a:bodyPr/>
                    <a:lstStyle/>
                    <a:p>
                      <a:pPr algn="r"/>
                      <a:r>
                        <a:rPr lang="en-US" sz="1100" err="1"/>
                        <a:t>Mfg</a:t>
                      </a:r>
                      <a:r>
                        <a:rPr lang="en-US" sz="1100" dirty="0"/>
                        <a:t> Test Engineer</a:t>
                      </a:r>
                    </a:p>
                  </a:txBody>
                  <a:tcPr anchor="ctr"/>
                </a:tc>
                <a:tc>
                  <a:txBody>
                    <a:bodyPr/>
                    <a:lstStyle/>
                    <a:p>
                      <a:pPr lvl="0" algn="ctr">
                        <a:buNone/>
                      </a:pPr>
                      <a:r>
                        <a:rPr lang="en-US" sz="1100" b="0" i="0" u="none" strike="noStrike" noProof="0" dirty="0">
                          <a:solidFill>
                            <a:srgbClr val="000000"/>
                          </a:solidFill>
                          <a:latin typeface="Arial"/>
                        </a:rPr>
                        <a:t>&lt;Fill in before TSDR&gt;</a:t>
                      </a:r>
                      <a:endParaRPr lang="en-US" sz="1100" dirty="0"/>
                    </a:p>
                  </a:txBody>
                  <a:tcPr anchor="ctr"/>
                </a:tc>
                <a:tc>
                  <a:txBody>
                    <a:bodyPr/>
                    <a:lstStyle/>
                    <a:p>
                      <a:pPr lvl="0" algn="ctr">
                        <a:buNone/>
                      </a:pPr>
                      <a:r>
                        <a:rPr lang="en-US" sz="1100" b="0" i="0" u="none" strike="noStrike" noProof="0" dirty="0">
                          <a:solidFill>
                            <a:srgbClr val="000000"/>
                          </a:solidFill>
                          <a:latin typeface="Arial"/>
                        </a:rPr>
                        <a:t>Yes</a:t>
                      </a:r>
                    </a:p>
                  </a:txBody>
                  <a:tcPr anchor="ctr"/>
                </a:tc>
                <a:extLst>
                  <a:ext uri="{0D108BD9-81ED-4DB2-BD59-A6C34878D82A}">
                    <a16:rowId xmlns:a16="http://schemas.microsoft.com/office/drawing/2014/main" val="1017299168"/>
                  </a:ext>
                </a:extLst>
              </a:tr>
              <a:tr h="274759">
                <a:tc>
                  <a:txBody>
                    <a:bodyPr/>
                    <a:lstStyle/>
                    <a:p>
                      <a:pPr algn="r"/>
                      <a:r>
                        <a:rPr lang="en-US" sz="1100" err="1"/>
                        <a:t>Mfg</a:t>
                      </a:r>
                      <a:r>
                        <a:rPr lang="en-US" sz="1100" dirty="0"/>
                        <a:t> Test Engineer's Manager</a:t>
                      </a:r>
                    </a:p>
                  </a:txBody>
                  <a:tcPr anchor="ctr"/>
                </a:tc>
                <a:tc>
                  <a:txBody>
                    <a:bodyPr/>
                    <a:lstStyle/>
                    <a:p>
                      <a:pPr lvl="0" algn="ctr">
                        <a:buNone/>
                      </a:pPr>
                      <a:r>
                        <a:rPr lang="en-US" sz="1100" b="0" i="0" u="none" strike="noStrike" noProof="0" dirty="0">
                          <a:solidFill>
                            <a:srgbClr val="000000"/>
                          </a:solidFill>
                          <a:latin typeface="Arial"/>
                        </a:rPr>
                        <a:t>&lt;Fill in before TSDR&gt;</a:t>
                      </a:r>
                      <a:endParaRPr lang="en-US" sz="1100" dirty="0"/>
                    </a:p>
                  </a:txBody>
                  <a:tcPr anchor="ctr"/>
                </a:tc>
                <a:tc>
                  <a:txBody>
                    <a:bodyPr/>
                    <a:lstStyle/>
                    <a:p>
                      <a:pPr lvl="0" algn="ctr">
                        <a:buNone/>
                      </a:pPr>
                      <a:r>
                        <a:rPr lang="en-US" sz="1100" b="0" i="0" u="none" strike="noStrike" noProof="0" dirty="0">
                          <a:solidFill>
                            <a:srgbClr val="000000"/>
                          </a:solidFill>
                          <a:latin typeface="Arial"/>
                        </a:rPr>
                        <a:t>Yes (or Delegate)</a:t>
                      </a:r>
                      <a:endParaRPr lang="en-US" sz="1100" dirty="0"/>
                    </a:p>
                  </a:txBody>
                  <a:tcPr anchor="ctr"/>
                </a:tc>
                <a:extLst>
                  <a:ext uri="{0D108BD9-81ED-4DB2-BD59-A6C34878D82A}">
                    <a16:rowId xmlns:a16="http://schemas.microsoft.com/office/drawing/2014/main" val="2266290196"/>
                  </a:ext>
                </a:extLst>
              </a:tr>
              <a:tr h="274758">
                <a:tc>
                  <a:txBody>
                    <a:bodyPr/>
                    <a:lstStyle/>
                    <a:p>
                      <a:pPr lvl="0" algn="r">
                        <a:buNone/>
                      </a:pPr>
                      <a:r>
                        <a:rPr lang="en-US" sz="1100" err="1"/>
                        <a:t>Mfg</a:t>
                      </a:r>
                      <a:r>
                        <a:rPr lang="en-US" sz="1100" dirty="0"/>
                        <a:t> Product Engineer</a:t>
                      </a:r>
                    </a:p>
                  </a:txBody>
                  <a:tcPr anchor="ctr"/>
                </a:tc>
                <a:tc>
                  <a:txBody>
                    <a:bodyPr/>
                    <a:lstStyle/>
                    <a:p>
                      <a:pPr lvl="0" algn="ctr">
                        <a:buNone/>
                      </a:pPr>
                      <a:r>
                        <a:rPr lang="en-US" sz="1100" b="0" i="0" u="none" strike="noStrike" noProof="0" dirty="0">
                          <a:solidFill>
                            <a:srgbClr val="000000"/>
                          </a:solidFill>
                          <a:latin typeface="Arial"/>
                        </a:rPr>
                        <a:t>&lt;Fill in before TSDR&gt;</a:t>
                      </a:r>
                    </a:p>
                  </a:txBody>
                  <a:tcPr anchor="ctr"/>
                </a:tc>
                <a:tc>
                  <a:txBody>
                    <a:bodyPr/>
                    <a:lstStyle/>
                    <a:p>
                      <a:pPr lvl="0" algn="ctr">
                        <a:buNone/>
                      </a:pPr>
                      <a:r>
                        <a:rPr lang="en-US" sz="1100" b="0" i="0" u="none" strike="noStrike" noProof="0" dirty="0">
                          <a:solidFill>
                            <a:srgbClr val="000000"/>
                          </a:solidFill>
                          <a:latin typeface="Arial"/>
                        </a:rPr>
                        <a:t>Optional (w/ Pre-Read)</a:t>
                      </a:r>
                      <a:endParaRPr lang="en-US" sz="1100" dirty="0"/>
                    </a:p>
                  </a:txBody>
                  <a:tcPr anchor="ctr"/>
                </a:tc>
                <a:extLst>
                  <a:ext uri="{0D108BD9-81ED-4DB2-BD59-A6C34878D82A}">
                    <a16:rowId xmlns:a16="http://schemas.microsoft.com/office/drawing/2014/main" val="3636323572"/>
                  </a:ext>
                </a:extLst>
              </a:tr>
              <a:tr h="370840">
                <a:tc>
                  <a:txBody>
                    <a:bodyPr/>
                    <a:lstStyle/>
                    <a:p>
                      <a:pPr algn="r"/>
                      <a:r>
                        <a:rPr lang="en-US" sz="1100" err="1"/>
                        <a:t>Mfg</a:t>
                      </a:r>
                      <a:r>
                        <a:rPr lang="en-US" sz="1100" dirty="0"/>
                        <a:t> Liaison</a:t>
                      </a:r>
                    </a:p>
                  </a:txBody>
                  <a:tcPr anchor="ctr"/>
                </a:tc>
                <a:tc>
                  <a:txBody>
                    <a:bodyPr/>
                    <a:lstStyle/>
                    <a:p>
                      <a:pPr algn="ctr"/>
                      <a:r>
                        <a:rPr lang="en-US" sz="1100" dirty="0"/>
                        <a:t>Peter Veres for NIH projects</a:t>
                      </a:r>
                    </a:p>
                    <a:p>
                      <a:pPr lvl="0" algn="ctr">
                        <a:buNone/>
                      </a:pPr>
                      <a:r>
                        <a:rPr lang="en-US" sz="1100" dirty="0"/>
                        <a:t>Tameem Khan for PEN Projects</a:t>
                      </a:r>
                    </a:p>
                  </a:txBody>
                  <a:tcPr anchor="ctr"/>
                </a:tc>
                <a:tc>
                  <a:txBody>
                    <a:bodyPr/>
                    <a:lstStyle/>
                    <a:p>
                      <a:pPr lvl="0" algn="ctr">
                        <a:buNone/>
                      </a:pPr>
                      <a:r>
                        <a:rPr lang="en-US" sz="1100" b="0" i="0" u="none" strike="noStrike" noProof="0" dirty="0">
                          <a:solidFill>
                            <a:srgbClr val="000000"/>
                          </a:solidFill>
                          <a:latin typeface="Arial"/>
                        </a:rPr>
                        <a:t>Optional (w/ Pre-Read)</a:t>
                      </a:r>
                      <a:endParaRPr lang="en-US" sz="1100" dirty="0"/>
                    </a:p>
                  </a:txBody>
                  <a:tcPr anchor="ctr"/>
                </a:tc>
                <a:extLst>
                  <a:ext uri="{0D108BD9-81ED-4DB2-BD59-A6C34878D82A}">
                    <a16:rowId xmlns:a16="http://schemas.microsoft.com/office/drawing/2014/main" val="1260416968"/>
                  </a:ext>
                </a:extLst>
              </a:tr>
              <a:tr h="370840">
                <a:tc>
                  <a:txBody>
                    <a:bodyPr/>
                    <a:lstStyle/>
                    <a:p>
                      <a:pPr algn="r"/>
                      <a:r>
                        <a:rPr lang="en-US" sz="1100" dirty="0"/>
                        <a:t>Global Director of Manufacturing Test Engineering</a:t>
                      </a:r>
                    </a:p>
                  </a:txBody>
                  <a:tcPr anchor="ctr"/>
                </a:tc>
                <a:tc>
                  <a:txBody>
                    <a:bodyPr/>
                    <a:lstStyle/>
                    <a:p>
                      <a:pPr algn="ctr"/>
                      <a:r>
                        <a:rPr lang="en-US" sz="1100" err="1"/>
                        <a:t>Rasheel</a:t>
                      </a:r>
                      <a:r>
                        <a:rPr lang="en-US" sz="1100" dirty="0"/>
                        <a:t> Karmacharya</a:t>
                      </a:r>
                    </a:p>
                  </a:txBody>
                  <a:tcPr anchor="ctr"/>
                </a:tc>
                <a:tc>
                  <a:txBody>
                    <a:bodyPr/>
                    <a:lstStyle/>
                    <a:p>
                      <a:pPr lvl="0" algn="ctr">
                        <a:buNone/>
                      </a:pPr>
                      <a:r>
                        <a:rPr lang="en-US" sz="1100" b="0" i="0" u="none" strike="noStrike" noProof="0" dirty="0">
                          <a:solidFill>
                            <a:srgbClr val="000000"/>
                          </a:solidFill>
                          <a:latin typeface="Arial"/>
                        </a:rPr>
                        <a:t>Yes (or Delegate)</a:t>
                      </a:r>
                      <a:endParaRPr lang="en-US" sz="1100" dirty="0"/>
                    </a:p>
                  </a:txBody>
                  <a:tcPr anchor="ctr"/>
                </a:tc>
                <a:extLst>
                  <a:ext uri="{0D108BD9-81ED-4DB2-BD59-A6C34878D82A}">
                    <a16:rowId xmlns:a16="http://schemas.microsoft.com/office/drawing/2014/main" val="3783032204"/>
                  </a:ext>
                </a:extLst>
              </a:tr>
              <a:tr h="274759">
                <a:tc>
                  <a:txBody>
                    <a:bodyPr/>
                    <a:lstStyle/>
                    <a:p>
                      <a:pPr algn="r"/>
                      <a:r>
                        <a:rPr lang="en-US" sz="1100" dirty="0"/>
                        <a:t>Manufacturing Test Technical Lead</a:t>
                      </a:r>
                    </a:p>
                  </a:txBody>
                  <a:tcPr anchor="ctr"/>
                </a:tc>
                <a:tc>
                  <a:txBody>
                    <a:bodyPr/>
                    <a:lstStyle/>
                    <a:p>
                      <a:pPr algn="ctr"/>
                      <a:r>
                        <a:rPr lang="en-US" sz="1100" dirty="0"/>
                        <a:t>Seth Berry</a:t>
                      </a:r>
                    </a:p>
                    <a:p>
                      <a:pPr lvl="0" algn="ctr">
                        <a:buNone/>
                      </a:pPr>
                      <a:r>
                        <a:rPr lang="en-US" sz="1100" dirty="0"/>
                        <a:t>Aparna Satyavolu (for RF projects)</a:t>
                      </a:r>
                    </a:p>
                  </a:txBody>
                  <a:tcPr anchor="ctr"/>
                </a:tc>
                <a:tc>
                  <a:txBody>
                    <a:bodyPr/>
                    <a:lstStyle/>
                    <a:p>
                      <a:pPr lvl="0" algn="ctr">
                        <a:buNone/>
                      </a:pPr>
                      <a:r>
                        <a:rPr lang="en-US" sz="1100" dirty="0"/>
                        <a:t>Yes</a:t>
                      </a:r>
                    </a:p>
                  </a:txBody>
                  <a:tcPr anchor="ctr"/>
                </a:tc>
                <a:extLst>
                  <a:ext uri="{0D108BD9-81ED-4DB2-BD59-A6C34878D82A}">
                    <a16:rowId xmlns:a16="http://schemas.microsoft.com/office/drawing/2014/main" val="1168182864"/>
                  </a:ext>
                </a:extLst>
              </a:tr>
              <a:tr h="274759">
                <a:tc>
                  <a:txBody>
                    <a:bodyPr/>
                    <a:lstStyle/>
                    <a:p>
                      <a:pPr algn="r"/>
                      <a:r>
                        <a:rPr lang="en-US" sz="1100" dirty="0"/>
                        <a:t>Test Equipment Safety Reviewer</a:t>
                      </a:r>
                    </a:p>
                  </a:txBody>
                  <a:tcPr anchor="ctr"/>
                </a:tc>
                <a:tc>
                  <a:txBody>
                    <a:bodyPr/>
                    <a:lstStyle/>
                    <a:p>
                      <a:pPr algn="ctr"/>
                      <a:r>
                        <a:rPr lang="en-US" sz="1100" dirty="0"/>
                        <a:t>Balazs </a:t>
                      </a:r>
                      <a:r>
                        <a:rPr lang="en-US" sz="1100" dirty="0" err="1"/>
                        <a:t>Daroczi</a:t>
                      </a:r>
                      <a:endParaRPr lang="en-US" sz="1100" dirty="0"/>
                    </a:p>
                  </a:txBody>
                  <a:tcPr anchor="ctr"/>
                </a:tc>
                <a:tc>
                  <a:txBody>
                    <a:bodyPr/>
                    <a:lstStyle/>
                    <a:p>
                      <a:pPr lvl="0" algn="ctr">
                        <a:buNone/>
                      </a:pPr>
                      <a:r>
                        <a:rPr lang="en-US" sz="1100" b="0" i="0" u="none" strike="noStrike" noProof="0" dirty="0">
                          <a:solidFill>
                            <a:srgbClr val="000000"/>
                          </a:solidFill>
                          <a:latin typeface="Arial"/>
                        </a:rPr>
                        <a:t>Optional (w/ Pre-Read)</a:t>
                      </a:r>
                      <a:endParaRPr lang="en-US" sz="1100" dirty="0"/>
                    </a:p>
                  </a:txBody>
                  <a:tcPr anchor="ctr"/>
                </a:tc>
                <a:extLst>
                  <a:ext uri="{0D108BD9-81ED-4DB2-BD59-A6C34878D82A}">
                    <a16:rowId xmlns:a16="http://schemas.microsoft.com/office/drawing/2014/main" val="1146385478"/>
                  </a:ext>
                </a:extLst>
              </a:tr>
            </a:tbl>
          </a:graphicData>
        </a:graphic>
      </p:graphicFrame>
      <p:sp>
        <p:nvSpPr>
          <p:cNvPr id="8" name="Freeform: Shape 7">
            <a:extLst>
              <a:ext uri="{FF2B5EF4-FFF2-40B4-BE49-F238E27FC236}">
                <a16:creationId xmlns:a16="http://schemas.microsoft.com/office/drawing/2014/main" id="{15630212-40BE-1676-0A4A-D0B6142E6457}"/>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2854480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C4BC4A-0994-8CBE-42F4-E4B1EED60160}"/>
              </a:ext>
            </a:extLst>
          </p:cNvPr>
          <p:cNvSpPr>
            <a:spLocks noGrp="1"/>
          </p:cNvSpPr>
          <p:nvPr>
            <p:ph type="title"/>
          </p:nvPr>
        </p:nvSpPr>
        <p:spPr>
          <a:xfrm>
            <a:off x="314524" y="205979"/>
            <a:ext cx="8514953" cy="452390"/>
          </a:xfrm>
        </p:spPr>
        <p:txBody>
          <a:bodyPr anchor="t"/>
          <a:lstStyle/>
          <a:p>
            <a:r>
              <a:rPr lang="en-US"/>
              <a:t>Estimated Test Times</a:t>
            </a:r>
          </a:p>
        </p:txBody>
      </p:sp>
      <p:graphicFrame>
        <p:nvGraphicFramePr>
          <p:cNvPr id="5" name="Content Placeholder 4">
            <a:extLst>
              <a:ext uri="{FF2B5EF4-FFF2-40B4-BE49-F238E27FC236}">
                <a16:creationId xmlns:a16="http://schemas.microsoft.com/office/drawing/2014/main" id="{31119801-2BB7-510C-81F2-B4F6D3472686}"/>
              </a:ext>
            </a:extLst>
          </p:cNvPr>
          <p:cNvGraphicFramePr>
            <a:graphicFrameLocks noGrp="1"/>
          </p:cNvGraphicFramePr>
          <p:nvPr>
            <p:ph idx="1"/>
            <p:extLst>
              <p:ext uri="{D42A27DB-BD31-4B8C-83A1-F6EECF244321}">
                <p14:modId xmlns:p14="http://schemas.microsoft.com/office/powerpoint/2010/main" val="342742886"/>
              </p:ext>
            </p:extLst>
          </p:nvPr>
        </p:nvGraphicFramePr>
        <p:xfrm>
          <a:off x="314324" y="1606135"/>
          <a:ext cx="8515351" cy="2819400"/>
        </p:xfrm>
        <a:graphic>
          <a:graphicData uri="http://schemas.openxmlformats.org/drawingml/2006/table">
            <a:tbl>
              <a:tblPr firstRow="1" lastRow="1" bandRow="1">
                <a:tableStyleId>{5C22544A-7EE6-4342-B048-85BDC9FD1C3A}</a:tableStyleId>
              </a:tblPr>
              <a:tblGrid>
                <a:gridCol w="1077672">
                  <a:extLst>
                    <a:ext uri="{9D8B030D-6E8A-4147-A177-3AD203B41FA5}">
                      <a16:colId xmlns:a16="http://schemas.microsoft.com/office/drawing/2014/main" val="2449751655"/>
                    </a:ext>
                  </a:extLst>
                </a:gridCol>
                <a:gridCol w="980302">
                  <a:extLst>
                    <a:ext uri="{9D8B030D-6E8A-4147-A177-3AD203B41FA5}">
                      <a16:colId xmlns:a16="http://schemas.microsoft.com/office/drawing/2014/main" val="759004648"/>
                    </a:ext>
                  </a:extLst>
                </a:gridCol>
                <a:gridCol w="951817">
                  <a:extLst>
                    <a:ext uri="{9D8B030D-6E8A-4147-A177-3AD203B41FA5}">
                      <a16:colId xmlns:a16="http://schemas.microsoft.com/office/drawing/2014/main" val="482716031"/>
                    </a:ext>
                  </a:extLst>
                </a:gridCol>
                <a:gridCol w="1066454">
                  <a:extLst>
                    <a:ext uri="{9D8B030D-6E8A-4147-A177-3AD203B41FA5}">
                      <a16:colId xmlns:a16="http://schemas.microsoft.com/office/drawing/2014/main" val="965545634"/>
                    </a:ext>
                  </a:extLst>
                </a:gridCol>
                <a:gridCol w="1210962">
                  <a:extLst>
                    <a:ext uri="{9D8B030D-6E8A-4147-A177-3AD203B41FA5}">
                      <a16:colId xmlns:a16="http://schemas.microsoft.com/office/drawing/2014/main" val="1552042930"/>
                    </a:ext>
                  </a:extLst>
                </a:gridCol>
                <a:gridCol w="1371638">
                  <a:extLst>
                    <a:ext uri="{9D8B030D-6E8A-4147-A177-3AD203B41FA5}">
                      <a16:colId xmlns:a16="http://schemas.microsoft.com/office/drawing/2014/main" val="2122003623"/>
                    </a:ext>
                  </a:extLst>
                </a:gridCol>
                <a:gridCol w="1856506">
                  <a:extLst>
                    <a:ext uri="{9D8B030D-6E8A-4147-A177-3AD203B41FA5}">
                      <a16:colId xmlns:a16="http://schemas.microsoft.com/office/drawing/2014/main" val="927292952"/>
                    </a:ext>
                  </a:extLst>
                </a:gridCol>
              </a:tblGrid>
              <a:tr h="370840">
                <a:tc>
                  <a:txBody>
                    <a:bodyPr/>
                    <a:lstStyle/>
                    <a:p>
                      <a:pPr algn="ctr"/>
                      <a:r>
                        <a:rPr lang="en-US" sz="1100"/>
                        <a:t>Op Seq #</a:t>
                      </a:r>
                    </a:p>
                  </a:txBody>
                  <a:tcPr anchor="ctr"/>
                </a:tc>
                <a:tc>
                  <a:txBody>
                    <a:bodyPr/>
                    <a:lstStyle/>
                    <a:p>
                      <a:pPr algn="ctr"/>
                      <a:r>
                        <a:rPr lang="en-US" sz="1100"/>
                        <a:t>Name</a:t>
                      </a:r>
                    </a:p>
                  </a:txBody>
                  <a:tcPr anchor="ctr"/>
                </a:tc>
                <a:tc>
                  <a:txBody>
                    <a:bodyPr/>
                    <a:lstStyle/>
                    <a:p>
                      <a:pPr algn="ctr"/>
                      <a:r>
                        <a:rPr lang="en-US" sz="1100"/>
                        <a:t>Failure Rate (%)</a:t>
                      </a:r>
                    </a:p>
                  </a:txBody>
                  <a:tcPr anchor="ctr"/>
                </a:tc>
                <a:tc>
                  <a:txBody>
                    <a:bodyPr/>
                    <a:lstStyle/>
                    <a:p>
                      <a:pPr algn="ctr"/>
                      <a:r>
                        <a:rPr lang="en-US" sz="1100"/>
                        <a:t>Setup &amp; Teardown Time</a:t>
                      </a:r>
                    </a:p>
                  </a:txBody>
                  <a:tcPr anchor="ctr"/>
                </a:tc>
                <a:tc>
                  <a:txBody>
                    <a:bodyPr/>
                    <a:lstStyle/>
                    <a:p>
                      <a:pPr algn="ctr"/>
                      <a:r>
                        <a:rPr lang="en-US" sz="1100"/>
                        <a:t>Test time </a:t>
                      </a:r>
                    </a:p>
                    <a:p>
                      <a:pPr algn="ctr"/>
                      <a:r>
                        <a:rPr lang="en-US" sz="900"/>
                        <a:t>(including DUT change time)</a:t>
                      </a:r>
                    </a:p>
                  </a:txBody>
                  <a:tcPr anchor="ctr"/>
                </a:tc>
                <a:tc>
                  <a:txBody>
                    <a:bodyPr/>
                    <a:lstStyle/>
                    <a:p>
                      <a:pPr algn="ctr"/>
                      <a:r>
                        <a:rPr lang="en-US" sz="1100"/>
                        <a:t>Oracle Item Time </a:t>
                      </a:r>
                    </a:p>
                    <a:p>
                      <a:pPr algn="ctr"/>
                      <a:r>
                        <a:rPr lang="en-US" sz="1100"/>
                        <a:t>TestTime*(1+FR)</a:t>
                      </a:r>
                    </a:p>
                  </a:txBody>
                  <a:tcPr anchor="ctr"/>
                </a:tc>
                <a:tc>
                  <a:txBody>
                    <a:bodyPr/>
                    <a:lstStyle/>
                    <a:p>
                      <a:pPr algn="ctr"/>
                      <a:r>
                        <a:rPr lang="en-US" sz="1100"/>
                        <a:t>Comments</a:t>
                      </a:r>
                    </a:p>
                  </a:txBody>
                  <a:tcPr anchor="ctr"/>
                </a:tc>
                <a:extLst>
                  <a:ext uri="{0D108BD9-81ED-4DB2-BD59-A6C34878D82A}">
                    <a16:rowId xmlns:a16="http://schemas.microsoft.com/office/drawing/2014/main" val="2812197046"/>
                  </a:ext>
                </a:extLst>
              </a:tr>
              <a:tr h="370840">
                <a:tc>
                  <a:txBody>
                    <a:bodyPr/>
                    <a:lstStyle/>
                    <a:p>
                      <a:pPr algn="ctr"/>
                      <a:r>
                        <a:rPr lang="hu-HU" sz="1600"/>
                        <a:t>140</a:t>
                      </a:r>
                      <a:endParaRPr lang="en-US" sz="1600"/>
                    </a:p>
                  </a:txBody>
                  <a:tcPr anchor="ctr"/>
                </a:tc>
                <a:tc>
                  <a:txBody>
                    <a:bodyPr/>
                    <a:lstStyle/>
                    <a:p>
                      <a:pPr algn="ctr"/>
                      <a:r>
                        <a:rPr lang="en-US" sz="1600"/>
                        <a:t>FVT</a:t>
                      </a:r>
                    </a:p>
                  </a:txBody>
                  <a:tcPr anchor="ctr"/>
                </a:tc>
                <a:tc>
                  <a:txBody>
                    <a:bodyPr/>
                    <a:lstStyle/>
                    <a:p>
                      <a:pPr algn="ctr"/>
                      <a:r>
                        <a:rPr lang="hu-HU" sz="1600"/>
                        <a:t>10%</a:t>
                      </a:r>
                      <a:endParaRPr lang="en-US" sz="1600"/>
                    </a:p>
                  </a:txBody>
                  <a:tcPr anchor="ctr"/>
                </a:tc>
                <a:tc>
                  <a:txBody>
                    <a:bodyPr/>
                    <a:lstStyle/>
                    <a:p>
                      <a:pPr algn="ctr"/>
                      <a:r>
                        <a:rPr lang="hu-HU" sz="1600"/>
                        <a:t>20min</a:t>
                      </a:r>
                      <a:endParaRPr lang="en-US" sz="1600"/>
                    </a:p>
                  </a:txBody>
                  <a:tcPr anchor="ctr"/>
                </a:tc>
                <a:tc>
                  <a:txBody>
                    <a:bodyPr/>
                    <a:lstStyle/>
                    <a:p>
                      <a:pPr algn="ctr"/>
                      <a:r>
                        <a:rPr lang="en-US" sz="1600"/>
                        <a:t>3min</a:t>
                      </a:r>
                    </a:p>
                  </a:txBody>
                  <a:tcPr anchor="ctr"/>
                </a:tc>
                <a:tc>
                  <a:txBody>
                    <a:bodyPr/>
                    <a:lstStyle/>
                    <a:p>
                      <a:pPr algn="ctr"/>
                      <a:r>
                        <a:rPr lang="en-US" sz="1600"/>
                        <a:t>3.3min</a:t>
                      </a:r>
                    </a:p>
                  </a:txBody>
                  <a:tcPr anchor="ctr"/>
                </a:tc>
                <a:tc>
                  <a:txBody>
                    <a:bodyPr/>
                    <a:lstStyle/>
                    <a:p>
                      <a:pPr algn="ctr"/>
                      <a:endParaRPr lang="en-US" sz="1600"/>
                    </a:p>
                  </a:txBody>
                  <a:tcPr anchor="ctr"/>
                </a:tc>
                <a:extLst>
                  <a:ext uri="{0D108BD9-81ED-4DB2-BD59-A6C34878D82A}">
                    <a16:rowId xmlns:a16="http://schemas.microsoft.com/office/drawing/2014/main" val="649923975"/>
                  </a:ext>
                </a:extLst>
              </a:tr>
              <a:tr h="370840">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95091051"/>
                  </a:ext>
                </a:extLst>
              </a:tr>
              <a:tr h="370840">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3682113897"/>
                  </a:ext>
                </a:extLst>
              </a:tr>
              <a:tr h="370840">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3496897617"/>
                  </a:ext>
                </a:extLst>
              </a:tr>
              <a:tr h="370840">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2890699338"/>
                  </a:ext>
                </a:extLst>
              </a:tr>
              <a:tr h="370840">
                <a:tc>
                  <a:txBody>
                    <a:bodyPr/>
                    <a:lstStyle/>
                    <a:p>
                      <a:pPr algn="ctr"/>
                      <a:r>
                        <a:rPr lang="en-US" sz="1600"/>
                        <a:t>Total:</a:t>
                      </a:r>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494018463"/>
                  </a:ext>
                </a:extLst>
              </a:tr>
            </a:tbl>
          </a:graphicData>
        </a:graphic>
      </p:graphicFrame>
      <p:sp>
        <p:nvSpPr>
          <p:cNvPr id="2" name="Text Placeholder 1">
            <a:extLst>
              <a:ext uri="{FF2B5EF4-FFF2-40B4-BE49-F238E27FC236}">
                <a16:creationId xmlns:a16="http://schemas.microsoft.com/office/drawing/2014/main" id="{8CFF6895-503D-6D8F-19DA-B171A3856161}"/>
              </a:ext>
            </a:extLst>
          </p:cNvPr>
          <p:cNvSpPr>
            <a:spLocks noGrp="1"/>
          </p:cNvSpPr>
          <p:nvPr>
            <p:ph type="body" sz="quarter" idx="10"/>
          </p:nvPr>
        </p:nvSpPr>
        <p:spPr>
          <a:xfrm>
            <a:off x="314523" y="658369"/>
            <a:ext cx="8514953" cy="842020"/>
          </a:xfrm>
        </p:spPr>
        <p:txBody>
          <a:bodyPr/>
          <a:lstStyle/>
          <a:p>
            <a:r>
              <a:rPr lang="en-US" sz="1100">
                <a:effectLst/>
                <a:latin typeface="Arial" panose="020B0604020202020204" pitchFamily="34" charset="0"/>
                <a:ea typeface="Times New Roman" panose="02020603050405020304" pitchFamily="18" charset="0"/>
              </a:rPr>
              <a:t>Provide an estimate of product test time. Test time should be inclusive of the optimal “cycle time”, defined as the best start to start sequential testing per routing step. Cycle Time estimates includes time required for operator interactions and dependencies.</a:t>
            </a:r>
          </a:p>
          <a:p>
            <a:r>
              <a:rPr lang="en-US" sz="1100" b="1">
                <a:solidFill>
                  <a:schemeClr val="tx2"/>
                </a:solidFill>
                <a:effectLst/>
                <a:latin typeface="Arial" panose="020B0604020202020204" pitchFamily="34" charset="0"/>
                <a:ea typeface="Times New Roman" panose="02020603050405020304" pitchFamily="18" charset="0"/>
              </a:rPr>
              <a:t>Setup &amp; Teardown Time </a:t>
            </a:r>
            <a:r>
              <a:rPr lang="en-US" sz="1100">
                <a:effectLst/>
                <a:latin typeface="Arial" panose="020B0604020202020204" pitchFamily="34" charset="0"/>
                <a:ea typeface="Times New Roman" panose="02020603050405020304" pitchFamily="18" charset="0"/>
              </a:rPr>
              <a:t>is the time required to prepare the station to test the product at that op sequence (from scratch) plus the time required to return the station to the previous state.</a:t>
            </a:r>
          </a:p>
        </p:txBody>
      </p:sp>
      <p:sp>
        <p:nvSpPr>
          <p:cNvPr id="3" name="Freeform: Shape 2">
            <a:extLst>
              <a:ext uri="{FF2B5EF4-FFF2-40B4-BE49-F238E27FC236}">
                <a16:creationId xmlns:a16="http://schemas.microsoft.com/office/drawing/2014/main" id="{0A1D1B28-B911-3E6A-2D94-486E000D2684}"/>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456046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ECB61874-FF79-5823-85DE-81C1A7A46E7B}"/>
              </a:ext>
            </a:extLst>
          </p:cNvPr>
          <p:cNvGraphicFramePr>
            <a:graphicFrameLocks noGrp="1"/>
          </p:cNvGraphicFramePr>
          <p:nvPr>
            <p:ph idx="1"/>
            <p:extLst>
              <p:ext uri="{D42A27DB-BD31-4B8C-83A1-F6EECF244321}">
                <p14:modId xmlns:p14="http://schemas.microsoft.com/office/powerpoint/2010/main" val="3982221781"/>
              </p:ext>
            </p:extLst>
          </p:nvPr>
        </p:nvGraphicFramePr>
        <p:xfrm>
          <a:off x="314325" y="838200"/>
          <a:ext cx="8515339" cy="3794745"/>
        </p:xfrm>
        <a:graphic>
          <a:graphicData uri="http://schemas.openxmlformats.org/drawingml/2006/table">
            <a:tbl>
              <a:tblPr firstRow="1" bandRow="1">
                <a:tableStyleId>{5C22544A-7EE6-4342-B048-85BDC9FD1C3A}</a:tableStyleId>
              </a:tblPr>
              <a:tblGrid>
                <a:gridCol w="1703067">
                  <a:extLst>
                    <a:ext uri="{9D8B030D-6E8A-4147-A177-3AD203B41FA5}">
                      <a16:colId xmlns:a16="http://schemas.microsoft.com/office/drawing/2014/main" val="1160306402"/>
                    </a:ext>
                  </a:extLst>
                </a:gridCol>
                <a:gridCol w="1071560">
                  <a:extLst>
                    <a:ext uri="{9D8B030D-6E8A-4147-A177-3AD203B41FA5}">
                      <a16:colId xmlns:a16="http://schemas.microsoft.com/office/drawing/2014/main" val="761095033"/>
                    </a:ext>
                  </a:extLst>
                </a:gridCol>
                <a:gridCol w="1389062">
                  <a:extLst>
                    <a:ext uri="{9D8B030D-6E8A-4147-A177-3AD203B41FA5}">
                      <a16:colId xmlns:a16="http://schemas.microsoft.com/office/drawing/2014/main" val="1465115222"/>
                    </a:ext>
                  </a:extLst>
                </a:gridCol>
                <a:gridCol w="1849437">
                  <a:extLst>
                    <a:ext uri="{9D8B030D-6E8A-4147-A177-3AD203B41FA5}">
                      <a16:colId xmlns:a16="http://schemas.microsoft.com/office/drawing/2014/main" val="4257501487"/>
                    </a:ext>
                  </a:extLst>
                </a:gridCol>
                <a:gridCol w="2502213">
                  <a:extLst>
                    <a:ext uri="{9D8B030D-6E8A-4147-A177-3AD203B41FA5}">
                      <a16:colId xmlns:a16="http://schemas.microsoft.com/office/drawing/2014/main" val="2213534068"/>
                    </a:ext>
                  </a:extLst>
                </a:gridCol>
              </a:tblGrid>
              <a:tr h="370840">
                <a:tc>
                  <a:txBody>
                    <a:bodyPr/>
                    <a:lstStyle/>
                    <a:p>
                      <a:pPr algn="ctr"/>
                      <a:r>
                        <a:rPr lang="en-US" sz="1200"/>
                        <a:t>Asset Name</a:t>
                      </a:r>
                    </a:p>
                  </a:txBody>
                  <a:tcPr anchor="ctr"/>
                </a:tc>
                <a:tc>
                  <a:txBody>
                    <a:bodyPr/>
                    <a:lstStyle/>
                    <a:p>
                      <a:pPr algn="ctr"/>
                      <a:r>
                        <a:rPr lang="en-US" sz="1200"/>
                        <a:t>Asset P/N</a:t>
                      </a:r>
                    </a:p>
                  </a:txBody>
                  <a:tcPr anchor="ctr"/>
                </a:tc>
                <a:tc>
                  <a:txBody>
                    <a:bodyPr/>
                    <a:lstStyle/>
                    <a:p>
                      <a:pPr algn="ctr"/>
                      <a:r>
                        <a:rPr lang="en-US" sz="1200"/>
                        <a:t>Requires Modernization?</a:t>
                      </a:r>
                    </a:p>
                  </a:txBody>
                  <a:tcPr anchor="ctr"/>
                </a:tc>
                <a:tc>
                  <a:txBody>
                    <a:bodyPr/>
                    <a:lstStyle/>
                    <a:p>
                      <a:pPr algn="ctr"/>
                      <a:r>
                        <a:rPr lang="en-US" sz="1200"/>
                        <a:t>Summary of Modernization Effort</a:t>
                      </a:r>
                    </a:p>
                  </a:txBody>
                  <a:tcPr anchor="ctr"/>
                </a:tc>
                <a:tc>
                  <a:txBody>
                    <a:bodyPr/>
                    <a:lstStyle/>
                    <a:p>
                      <a:pPr lvl="0" algn="ctr">
                        <a:buNone/>
                      </a:pPr>
                      <a:r>
                        <a:rPr lang="en-US" sz="1200"/>
                        <a:t>Has </a:t>
                      </a:r>
                      <a:r>
                        <a:rPr lang="en-US" sz="1200" err="1"/>
                        <a:t>Mfg</a:t>
                      </a:r>
                      <a:r>
                        <a:rPr lang="en-US" sz="1200"/>
                        <a:t> granted an exception? If so, Who?</a:t>
                      </a:r>
                      <a:endParaRPr lang="en-US"/>
                    </a:p>
                  </a:txBody>
                  <a:tcPr anchor="ctr"/>
                </a:tc>
                <a:extLst>
                  <a:ext uri="{0D108BD9-81ED-4DB2-BD59-A6C34878D82A}">
                    <a16:rowId xmlns:a16="http://schemas.microsoft.com/office/drawing/2014/main" val="1679786353"/>
                  </a:ext>
                </a:extLst>
              </a:tr>
              <a:tr h="370840">
                <a:tc>
                  <a:txBody>
                    <a:bodyPr/>
                    <a:lstStyle/>
                    <a:p>
                      <a:r>
                        <a:rPr lang="en-US" sz="900"/>
                        <a:t>Rear Expansion Module Breakout Board</a:t>
                      </a:r>
                    </a:p>
                  </a:txBody>
                  <a:tcPr/>
                </a:tc>
                <a:tc>
                  <a:txBody>
                    <a:bodyPr/>
                    <a:lstStyle/>
                    <a:p>
                      <a:r>
                        <a:rPr lang="en-US" sz="900"/>
                        <a:t>123456A-01L</a:t>
                      </a:r>
                    </a:p>
                  </a:txBody>
                  <a:tcPr/>
                </a:tc>
                <a:tc>
                  <a:txBody>
                    <a:bodyPr/>
                    <a:lstStyle/>
                    <a:p>
                      <a:pPr lvl="0">
                        <a:buNone/>
                      </a:pPr>
                      <a:r>
                        <a:rPr lang="en-US" sz="900"/>
                        <a:t>Yes</a:t>
                      </a:r>
                    </a:p>
                  </a:txBody>
                  <a:tcPr/>
                </a:tc>
                <a:tc>
                  <a:txBody>
                    <a:bodyPr/>
                    <a:lstStyle/>
                    <a:p>
                      <a:r>
                        <a:rPr lang="en-US" sz="900"/>
                        <a:t>EOL ICs, Needs Emerson Branding</a:t>
                      </a:r>
                    </a:p>
                  </a:txBody>
                  <a:tcPr/>
                </a:tc>
                <a:tc>
                  <a:txBody>
                    <a:bodyPr/>
                    <a:lstStyle/>
                    <a:p>
                      <a:pPr lvl="0">
                        <a:buNone/>
                      </a:pPr>
                      <a:r>
                        <a:rPr lang="en-US" sz="900"/>
                        <a:t>No</a:t>
                      </a:r>
                    </a:p>
                  </a:txBody>
                  <a:tcPr/>
                </a:tc>
                <a:extLst>
                  <a:ext uri="{0D108BD9-81ED-4DB2-BD59-A6C34878D82A}">
                    <a16:rowId xmlns:a16="http://schemas.microsoft.com/office/drawing/2014/main" val="2801005961"/>
                  </a:ext>
                </a:extLst>
              </a:tr>
              <a:tr h="370839">
                <a:tc>
                  <a:txBody>
                    <a:bodyPr/>
                    <a:lstStyle/>
                    <a:p>
                      <a:pPr lvl="0">
                        <a:buNone/>
                      </a:pPr>
                      <a:r>
                        <a:rPr lang="en-US" sz="900"/>
                        <a:t>Chassis FVT ITA</a:t>
                      </a:r>
                    </a:p>
                  </a:txBody>
                  <a:tcPr/>
                </a:tc>
                <a:tc>
                  <a:txBody>
                    <a:bodyPr/>
                    <a:lstStyle/>
                    <a:p>
                      <a:pPr lvl="0">
                        <a:buNone/>
                      </a:pPr>
                      <a:r>
                        <a:rPr lang="en-US" sz="900"/>
                        <a:t>234567B-02L</a:t>
                      </a:r>
                    </a:p>
                  </a:txBody>
                  <a:tcPr/>
                </a:tc>
                <a:tc>
                  <a:txBody>
                    <a:bodyPr/>
                    <a:lstStyle/>
                    <a:p>
                      <a:pPr lvl="0">
                        <a:buNone/>
                      </a:pPr>
                      <a:r>
                        <a:rPr lang="en-US" sz="900"/>
                        <a:t>Yes</a:t>
                      </a:r>
                    </a:p>
                  </a:txBody>
                  <a:tcPr/>
                </a:tc>
                <a:tc>
                  <a:txBody>
                    <a:bodyPr/>
                    <a:lstStyle/>
                    <a:p>
                      <a:pPr lvl="0">
                        <a:buNone/>
                      </a:pPr>
                      <a:r>
                        <a:rPr lang="en-US" sz="900"/>
                        <a:t>EOL resistors on internal CCA</a:t>
                      </a:r>
                    </a:p>
                  </a:txBody>
                  <a:tcPr/>
                </a:tc>
                <a:tc>
                  <a:txBody>
                    <a:bodyPr/>
                    <a:lstStyle/>
                    <a:p>
                      <a:pPr lvl="0">
                        <a:buNone/>
                      </a:pPr>
                      <a:r>
                        <a:rPr lang="en-US" sz="900"/>
                        <a:t>Yes – Seth Berry</a:t>
                      </a:r>
                    </a:p>
                  </a:txBody>
                  <a:tcPr/>
                </a:tc>
                <a:extLst>
                  <a:ext uri="{0D108BD9-81ED-4DB2-BD59-A6C34878D82A}">
                    <a16:rowId xmlns:a16="http://schemas.microsoft.com/office/drawing/2014/main" val="4233284420"/>
                  </a:ext>
                </a:extLst>
              </a:tr>
              <a:tr h="370838">
                <a:tc>
                  <a:txBody>
                    <a:bodyPr/>
                    <a:lstStyle/>
                    <a:p>
                      <a:pPr lvl="0">
                        <a:buNone/>
                      </a:pPr>
                      <a:r>
                        <a:rPr lang="en-US" sz="900"/>
                        <a:t>Chassis UTS</a:t>
                      </a:r>
                    </a:p>
                  </a:txBody>
                  <a:tcPr/>
                </a:tc>
                <a:tc>
                  <a:txBody>
                    <a:bodyPr/>
                    <a:lstStyle/>
                    <a:p>
                      <a:pPr lvl="0">
                        <a:buNone/>
                      </a:pPr>
                      <a:r>
                        <a:rPr lang="en-US" sz="900"/>
                        <a:t>111111A-01L</a:t>
                      </a:r>
                    </a:p>
                  </a:txBody>
                  <a:tcPr/>
                </a:tc>
                <a:tc>
                  <a:txBody>
                    <a:bodyPr/>
                    <a:lstStyle/>
                    <a:p>
                      <a:pPr lvl="0">
                        <a:buNone/>
                      </a:pPr>
                      <a:r>
                        <a:rPr lang="en-US" sz="900"/>
                        <a:t>No</a:t>
                      </a:r>
                    </a:p>
                  </a:txBody>
                  <a:tcPr/>
                </a:tc>
                <a:tc>
                  <a:txBody>
                    <a:bodyPr/>
                    <a:lstStyle/>
                    <a:p>
                      <a:pPr lvl="0">
                        <a:buNone/>
                      </a:pPr>
                      <a:r>
                        <a:rPr lang="en-US" sz="900"/>
                        <a:t>N/A</a:t>
                      </a:r>
                    </a:p>
                  </a:txBody>
                  <a:tcPr/>
                </a:tc>
                <a:tc>
                  <a:txBody>
                    <a:bodyPr/>
                    <a:lstStyle/>
                    <a:p>
                      <a:pPr lvl="0">
                        <a:buNone/>
                      </a:pPr>
                      <a:r>
                        <a:rPr lang="en-US" sz="900"/>
                        <a:t>N/A</a:t>
                      </a:r>
                    </a:p>
                  </a:txBody>
                  <a:tcPr/>
                </a:tc>
                <a:extLst>
                  <a:ext uri="{0D108BD9-81ED-4DB2-BD59-A6C34878D82A}">
                    <a16:rowId xmlns:a16="http://schemas.microsoft.com/office/drawing/2014/main" val="2606864497"/>
                  </a:ext>
                </a:extLst>
              </a:tr>
              <a:tr h="370838">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extLst>
                  <a:ext uri="{0D108BD9-81ED-4DB2-BD59-A6C34878D82A}">
                    <a16:rowId xmlns:a16="http://schemas.microsoft.com/office/drawing/2014/main" val="3560682602"/>
                  </a:ext>
                </a:extLst>
              </a:tr>
              <a:tr h="370838">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extLst>
                  <a:ext uri="{0D108BD9-81ED-4DB2-BD59-A6C34878D82A}">
                    <a16:rowId xmlns:a16="http://schemas.microsoft.com/office/drawing/2014/main" val="3470946786"/>
                  </a:ext>
                </a:extLst>
              </a:tr>
              <a:tr h="370838">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extLst>
                  <a:ext uri="{0D108BD9-81ED-4DB2-BD59-A6C34878D82A}">
                    <a16:rowId xmlns:a16="http://schemas.microsoft.com/office/drawing/2014/main" val="995459862"/>
                  </a:ext>
                </a:extLst>
              </a:tr>
              <a:tr h="370838">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extLst>
                  <a:ext uri="{0D108BD9-81ED-4DB2-BD59-A6C34878D82A}">
                    <a16:rowId xmlns:a16="http://schemas.microsoft.com/office/drawing/2014/main" val="3629309742"/>
                  </a:ext>
                </a:extLst>
              </a:tr>
              <a:tr h="370838">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extLst>
                  <a:ext uri="{0D108BD9-81ED-4DB2-BD59-A6C34878D82A}">
                    <a16:rowId xmlns:a16="http://schemas.microsoft.com/office/drawing/2014/main" val="263802892"/>
                  </a:ext>
                </a:extLst>
              </a:tr>
              <a:tr h="370838">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tc>
                  <a:txBody>
                    <a:bodyPr/>
                    <a:lstStyle/>
                    <a:p>
                      <a:pPr lvl="0">
                        <a:buNone/>
                      </a:pPr>
                      <a:endParaRPr lang="en-US" sz="900"/>
                    </a:p>
                  </a:txBody>
                  <a:tcPr/>
                </a:tc>
                <a:extLst>
                  <a:ext uri="{0D108BD9-81ED-4DB2-BD59-A6C34878D82A}">
                    <a16:rowId xmlns:a16="http://schemas.microsoft.com/office/drawing/2014/main" val="3506114958"/>
                  </a:ext>
                </a:extLst>
              </a:tr>
            </a:tbl>
          </a:graphicData>
        </a:graphic>
      </p:graphicFrame>
      <p:sp>
        <p:nvSpPr>
          <p:cNvPr id="2" name="Title 1">
            <a:extLst>
              <a:ext uri="{FF2B5EF4-FFF2-40B4-BE49-F238E27FC236}">
                <a16:creationId xmlns:a16="http://schemas.microsoft.com/office/drawing/2014/main" id="{99205F0A-3D0E-F44A-66C7-0A8C0C76AA52}"/>
              </a:ext>
            </a:extLst>
          </p:cNvPr>
          <p:cNvSpPr>
            <a:spLocks noGrp="1"/>
          </p:cNvSpPr>
          <p:nvPr>
            <p:ph type="title"/>
          </p:nvPr>
        </p:nvSpPr>
        <p:spPr/>
        <p:txBody>
          <a:bodyPr/>
          <a:lstStyle/>
          <a:p>
            <a:r>
              <a:rPr lang="en-US" sz="1850">
                <a:cs typeface="Times"/>
              </a:rPr>
              <a:t>Modernization</a:t>
            </a:r>
            <a:br>
              <a:rPr lang="en-US" sz="1850">
                <a:cs typeface="Times"/>
              </a:rPr>
            </a:br>
            <a:r>
              <a:rPr lang="en-US" sz="1400">
                <a:cs typeface="Times"/>
              </a:rPr>
              <a:t>  Comprehensive Test Asset Summary Table</a:t>
            </a:r>
            <a:endParaRPr lang="en-US" sz="1400"/>
          </a:p>
        </p:txBody>
      </p:sp>
      <p:sp>
        <p:nvSpPr>
          <p:cNvPr id="4" name="TextBox 3">
            <a:extLst>
              <a:ext uri="{FF2B5EF4-FFF2-40B4-BE49-F238E27FC236}">
                <a16:creationId xmlns:a16="http://schemas.microsoft.com/office/drawing/2014/main" id="{3934B7D1-DF2E-A938-042C-BE6F69B928E7}"/>
              </a:ext>
            </a:extLst>
          </p:cNvPr>
          <p:cNvSpPr txBox="1"/>
          <p:nvPr/>
        </p:nvSpPr>
        <p:spPr>
          <a:xfrm rot="-1440000">
            <a:off x="2006313" y="1632802"/>
            <a:ext cx="5133020" cy="1875920"/>
          </a:xfrm>
          <a:prstGeom prst="rect">
            <a:avLst/>
          </a:prstGeom>
          <a:solidFill>
            <a:schemeClr val="bg1"/>
          </a:solidFill>
          <a:ln w="22225">
            <a:solidFill>
              <a:srgbClr val="FF0000"/>
            </a:solidFill>
          </a:ln>
        </p:spPr>
        <p:txBody>
          <a:bodyPr wrap="square" lIns="0" tIns="45720" rIns="0" bIns="45720" rtlCol="0" anchor="t">
            <a:noAutofit/>
          </a:bodyPr>
          <a:lstStyle/>
          <a:p>
            <a:pPr algn="ctr"/>
            <a:r>
              <a:rPr lang="en-US" sz="2400" b="1">
                <a:solidFill>
                  <a:srgbClr val="FF0000"/>
                </a:solidFill>
                <a:latin typeface="Consolas"/>
                <a:cs typeface="Consolas" panose="020B0609020204030204" pitchFamily="49" charset="0"/>
              </a:rPr>
              <a:t>EXAMPLE ENTRIES; DELETE AND FILL IN CORRECT VALUES</a:t>
            </a:r>
          </a:p>
          <a:p>
            <a:pPr algn="ctr"/>
            <a:endParaRPr lang="en-US" sz="2400" b="1">
              <a:solidFill>
                <a:srgbClr val="FF0000"/>
              </a:solidFill>
              <a:latin typeface="Consolas" panose="020B0609020204030204" pitchFamily="49" charset="0"/>
              <a:cs typeface="Consolas" panose="020B0609020204030204" pitchFamily="49" charset="0"/>
            </a:endParaRPr>
          </a:p>
          <a:p>
            <a:pPr algn="ctr"/>
            <a:r>
              <a:rPr lang="en-US" sz="2400" b="1">
                <a:solidFill>
                  <a:srgbClr val="FF0000"/>
                </a:solidFill>
                <a:latin typeface="Consolas"/>
                <a:cs typeface="Consolas" panose="020B0609020204030204" pitchFamily="49" charset="0"/>
              </a:rPr>
              <a:t>SEE SLIDE NOTES FOR INSTRUCTIONS</a:t>
            </a:r>
            <a:endParaRPr lang="en-US" sz="2400" b="1">
              <a:solidFill>
                <a:srgbClr val="FF0000"/>
              </a:solidFill>
              <a:latin typeface="Consolas" panose="020B0609020204030204" pitchFamily="49" charset="0"/>
              <a:cs typeface="Consolas" panose="020B0609020204030204" pitchFamily="49" charset="0"/>
            </a:endParaRPr>
          </a:p>
        </p:txBody>
      </p:sp>
      <p:sp>
        <p:nvSpPr>
          <p:cNvPr id="3" name="Freeform: Shape 2">
            <a:extLst>
              <a:ext uri="{FF2B5EF4-FFF2-40B4-BE49-F238E27FC236}">
                <a16:creationId xmlns:a16="http://schemas.microsoft.com/office/drawing/2014/main" id="{DBE9B4B1-BA79-556A-4830-5B47DDBCA9B0}"/>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586362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Software</a:t>
            </a:r>
          </a:p>
        </p:txBody>
      </p:sp>
      <p:sp>
        <p:nvSpPr>
          <p:cNvPr id="2" name="Text Placeholder 1">
            <a:extLst>
              <a:ext uri="{FF2B5EF4-FFF2-40B4-BE49-F238E27FC236}">
                <a16:creationId xmlns:a16="http://schemas.microsoft.com/office/drawing/2014/main" id="{505539E3-60B0-40EB-BF28-82735768C980}"/>
              </a:ext>
            </a:extLst>
          </p:cNvPr>
          <p:cNvSpPr>
            <a:spLocks noGrp="1"/>
          </p:cNvSpPr>
          <p:nvPr>
            <p:ph sz="quarter" idx="17"/>
          </p:nvPr>
        </p:nvSpPr>
        <p:spPr>
          <a:xfrm>
            <a:off x="553756" y="1071880"/>
            <a:ext cx="3692806" cy="3459480"/>
          </a:xfrm>
        </p:spPr>
        <p:txBody>
          <a:bodyPr>
            <a:normAutofit fontScale="25000" lnSpcReduction="20000"/>
          </a:bodyPr>
          <a:lstStyle/>
          <a:p>
            <a:pPr marL="285750" indent="-285750">
              <a:buFont typeface="Arial" panose="020B0604020202020204" pitchFamily="34" charset="0"/>
              <a:buChar char="•"/>
            </a:pPr>
            <a:r>
              <a:rPr lang="en-US" sz="4800"/>
              <a:t>Test image</a:t>
            </a:r>
          </a:p>
          <a:p>
            <a:pPr marL="560070" lvl="1" indent="-285750">
              <a:buFont typeface="Arial" panose="020B0604020202020204" pitchFamily="34" charset="0"/>
              <a:buChar char="•"/>
            </a:pPr>
            <a:r>
              <a:rPr lang="en-US" sz="4000"/>
              <a:t>New image vs. existing (validation plans, regression testing)</a:t>
            </a:r>
          </a:p>
          <a:p>
            <a:pPr marL="560070" lvl="1" indent="-285750">
              <a:buFont typeface="Arial" panose="020B0604020202020204" pitchFamily="34" charset="0"/>
              <a:buChar char="•"/>
            </a:pPr>
            <a:r>
              <a:rPr lang="en-US" sz="4000"/>
              <a:t>Number of images on the station (HDD, SSD limitations)</a:t>
            </a:r>
          </a:p>
          <a:p>
            <a:pPr marL="560070" lvl="1" indent="-285750">
              <a:buFont typeface="Arial" panose="020B0604020202020204" pitchFamily="34" charset="0"/>
              <a:buChar char="•"/>
            </a:pPr>
            <a:r>
              <a:rPr lang="en-US" sz="4000"/>
              <a:t>OS</a:t>
            </a:r>
          </a:p>
          <a:p>
            <a:pPr marL="560070" lvl="1" indent="-285750">
              <a:buFont typeface="Arial" panose="020B0604020202020204" pitchFamily="34" charset="0"/>
              <a:buChar char="•"/>
            </a:pPr>
            <a:r>
              <a:rPr lang="en-US" sz="4000"/>
              <a:t>&lt;New driver at TVR/MVR&gt; - released / unsigned / signed</a:t>
            </a:r>
          </a:p>
          <a:p>
            <a:pPr marL="560070" lvl="1" indent="-285750">
              <a:buFont typeface="Arial" panose="020B0604020202020204" pitchFamily="34" charset="0"/>
              <a:buChar char="•"/>
            </a:pPr>
            <a:r>
              <a:rPr lang="en-US" sz="4000"/>
              <a:t>Programming languages</a:t>
            </a:r>
          </a:p>
          <a:p>
            <a:pPr marL="834390" lvl="2" indent="-285750">
              <a:buFont typeface="Arial" panose="020B0604020202020204" pitchFamily="34" charset="0"/>
              <a:buChar char="•"/>
            </a:pPr>
            <a:r>
              <a:rPr lang="en-US" sz="3200"/>
              <a:t>LV &lt;version &amp; </a:t>
            </a:r>
            <a:r>
              <a:rPr lang="en-US" sz="3200" err="1"/>
              <a:t>bitness</a:t>
            </a:r>
            <a:r>
              <a:rPr lang="en-US" sz="3200"/>
              <a:t>&gt; (HTAP or not)</a:t>
            </a:r>
          </a:p>
          <a:p>
            <a:pPr marL="834390" lvl="2" indent="-285750">
              <a:buFont typeface="Arial" panose="020B0604020202020204" pitchFamily="34" charset="0"/>
              <a:buChar char="•"/>
            </a:pPr>
            <a:r>
              <a:rPr lang="en-US" sz="3200"/>
              <a:t>Python</a:t>
            </a:r>
          </a:p>
          <a:p>
            <a:pPr marL="834390" lvl="2" indent="-285750">
              <a:buFont typeface="Arial" panose="020B0604020202020204" pitchFamily="34" charset="0"/>
              <a:buChar char="•"/>
            </a:pPr>
            <a:r>
              <a:rPr lang="en-US" sz="3200"/>
              <a:t>&lt;Scripting&gt;</a:t>
            </a:r>
          </a:p>
          <a:p>
            <a:pPr marL="560070" lvl="1" indent="-285750">
              <a:buFont typeface="Arial" panose="020B0604020202020204" pitchFamily="34" charset="0"/>
              <a:buChar char="•"/>
            </a:pPr>
            <a:r>
              <a:rPr lang="en-US" sz="4000"/>
              <a:t>Framework</a:t>
            </a:r>
          </a:p>
          <a:p>
            <a:pPr marL="834390" lvl="2" indent="-285750">
              <a:buFont typeface="Arial" panose="020B0604020202020204" pitchFamily="34" charset="0"/>
              <a:buChar char="•"/>
            </a:pPr>
            <a:r>
              <a:rPr lang="en-US" sz="3200"/>
              <a:t>BlueNITE &lt;version &amp; </a:t>
            </a:r>
            <a:r>
              <a:rPr lang="en-US" sz="3200" err="1"/>
              <a:t>bitness</a:t>
            </a:r>
            <a:r>
              <a:rPr lang="en-US" sz="3200"/>
              <a:t>&gt;</a:t>
            </a:r>
          </a:p>
          <a:p>
            <a:pPr marL="834390" lvl="2" indent="-285750">
              <a:buFont typeface="Arial" panose="020B0604020202020204" pitchFamily="34" charset="0"/>
              <a:buChar char="•"/>
            </a:pPr>
            <a:r>
              <a:rPr lang="en-US" sz="3200"/>
              <a:t>TestStand &lt;version &amp; </a:t>
            </a:r>
            <a:r>
              <a:rPr lang="en-US" sz="3200" err="1"/>
              <a:t>bitness</a:t>
            </a:r>
            <a:r>
              <a:rPr lang="en-US" sz="3200"/>
              <a:t>&gt;</a:t>
            </a:r>
          </a:p>
          <a:p>
            <a:pPr marL="560070" lvl="1" indent="-285750">
              <a:buFont typeface="Arial" panose="020B0604020202020204" pitchFamily="34" charset="0"/>
              <a:buChar char="•"/>
            </a:pPr>
            <a:r>
              <a:rPr lang="en-US" sz="4000"/>
              <a:t>Licenses requirement (like: JTAG)</a:t>
            </a:r>
          </a:p>
          <a:p>
            <a:pPr marL="285750" indent="-285750">
              <a:buFont typeface="Arial" panose="020B0604020202020204" pitchFamily="34" charset="0"/>
              <a:buChar char="•"/>
            </a:pPr>
            <a:endParaRPr lang="en-US"/>
          </a:p>
        </p:txBody>
      </p:sp>
      <p:sp>
        <p:nvSpPr>
          <p:cNvPr id="3" name="Text Placeholder 2">
            <a:extLst>
              <a:ext uri="{FF2B5EF4-FFF2-40B4-BE49-F238E27FC236}">
                <a16:creationId xmlns:a16="http://schemas.microsoft.com/office/drawing/2014/main" id="{5CB93D58-BDB2-4E71-B605-BB5810DC270E}"/>
              </a:ext>
            </a:extLst>
          </p:cNvPr>
          <p:cNvSpPr>
            <a:spLocks noGrp="1"/>
          </p:cNvSpPr>
          <p:nvPr>
            <p:ph sz="quarter" idx="18"/>
          </p:nvPr>
        </p:nvSpPr>
        <p:spPr>
          <a:xfrm>
            <a:off x="4837816" y="1071880"/>
            <a:ext cx="3980745" cy="3459480"/>
          </a:xfrm>
        </p:spPr>
        <p:txBody>
          <a:bodyPr>
            <a:normAutofit/>
          </a:bodyPr>
          <a:lstStyle/>
          <a:p>
            <a:pPr marL="285750" indent="-285750">
              <a:buFont typeface="Arial" panose="020B0604020202020204" pitchFamily="34" charset="0"/>
              <a:buChar char="•"/>
            </a:pPr>
            <a:r>
              <a:rPr lang="en-US" sz="1200"/>
              <a:t>Special requirements / knowledge</a:t>
            </a:r>
          </a:p>
          <a:p>
            <a:pPr marL="560070" lvl="1" indent="-285750">
              <a:buFont typeface="Arial" panose="020B0604020202020204" pitchFamily="34" charset="0"/>
              <a:buChar char="•"/>
            </a:pPr>
            <a:r>
              <a:rPr lang="en-US"/>
              <a:t>External programming (like SDR SD card in PEN)</a:t>
            </a:r>
          </a:p>
          <a:p>
            <a:pPr marL="560070" lvl="1" indent="-285750">
              <a:buFont typeface="Arial" panose="020B0604020202020204" pitchFamily="34" charset="0"/>
              <a:buChar char="•"/>
            </a:pPr>
            <a:r>
              <a:rPr lang="en-US"/>
              <a:t>Systems level test</a:t>
            </a:r>
          </a:p>
          <a:p>
            <a:pPr marL="560070" lvl="1" indent="-285750">
              <a:buFont typeface="Arial" panose="020B0604020202020204" pitchFamily="34" charset="0"/>
              <a:buChar char="•"/>
            </a:pPr>
            <a:r>
              <a:rPr lang="en-US"/>
              <a:t>CASCON modifications</a:t>
            </a:r>
          </a:p>
          <a:p>
            <a:pPr marL="560070" lvl="1" indent="-285750">
              <a:buFont typeface="Arial" panose="020B0604020202020204" pitchFamily="34" charset="0"/>
              <a:buChar char="•"/>
            </a:pPr>
            <a:r>
              <a:rPr lang="en-US"/>
              <a:t>Host-DUT nuances (e.g. VM needed for DUT modifications)</a:t>
            </a:r>
          </a:p>
          <a:p>
            <a:pPr marL="285750" indent="-285750">
              <a:buFont typeface="Arial" panose="020B0604020202020204" pitchFamily="34" charset="0"/>
              <a:buChar char="•"/>
            </a:pPr>
            <a:r>
              <a:rPr lang="en-US" sz="1200"/>
              <a:t>MFG pain-points on SW side in case of leveraging existing SW solutions</a:t>
            </a:r>
          </a:p>
          <a:p>
            <a:pPr marL="560070" lvl="1" indent="-285750">
              <a:buFont typeface="Arial" panose="020B0604020202020204" pitchFamily="34" charset="0"/>
              <a:buChar char="•"/>
            </a:pPr>
            <a:r>
              <a:rPr lang="en-US"/>
              <a:t>…</a:t>
            </a:r>
          </a:p>
        </p:txBody>
      </p:sp>
      <p:sp>
        <p:nvSpPr>
          <p:cNvPr id="5" name="Freeform: Shape 4">
            <a:extLst>
              <a:ext uri="{FF2B5EF4-FFF2-40B4-BE49-F238E27FC236}">
                <a16:creationId xmlns:a16="http://schemas.microsoft.com/office/drawing/2014/main" id="{3D5D2CC3-3309-B8BF-C2EC-27E2BB1A0EFC}"/>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598221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211C17-C4B2-4DE3-A78F-A814D5DD173D}"/>
              </a:ext>
            </a:extLst>
          </p:cNvPr>
          <p:cNvSpPr>
            <a:spLocks noGrp="1"/>
          </p:cNvSpPr>
          <p:nvPr>
            <p:ph type="title"/>
          </p:nvPr>
        </p:nvSpPr>
        <p:spPr/>
        <p:txBody>
          <a:bodyPr>
            <a:normAutofit/>
          </a:bodyPr>
          <a:lstStyle/>
          <a:p>
            <a:r>
              <a:rPr lang="en-US"/>
              <a:t>Software Cont’d</a:t>
            </a:r>
          </a:p>
        </p:txBody>
      </p:sp>
      <p:sp>
        <p:nvSpPr>
          <p:cNvPr id="2" name="Text Placeholder 1">
            <a:extLst>
              <a:ext uri="{FF2B5EF4-FFF2-40B4-BE49-F238E27FC236}">
                <a16:creationId xmlns:a16="http://schemas.microsoft.com/office/drawing/2014/main" id="{505539E3-60B0-40EB-BF28-82735768C980}"/>
              </a:ext>
            </a:extLst>
          </p:cNvPr>
          <p:cNvSpPr>
            <a:spLocks noGrp="1"/>
          </p:cNvSpPr>
          <p:nvPr>
            <p:ph sz="quarter" idx="17"/>
          </p:nvPr>
        </p:nvSpPr>
        <p:spPr>
          <a:xfrm>
            <a:off x="553756" y="1071880"/>
            <a:ext cx="3692806" cy="3439160"/>
          </a:xfrm>
        </p:spPr>
        <p:txBody>
          <a:bodyPr>
            <a:normAutofit/>
          </a:bodyPr>
          <a:lstStyle/>
          <a:p>
            <a:pPr marL="285750" indent="-285750">
              <a:buFont typeface="Arial" panose="020B0604020202020204" pitchFamily="34" charset="0"/>
              <a:buChar char="•"/>
            </a:pPr>
            <a:r>
              <a:rPr lang="en-US" sz="1200"/>
              <a:t>Test Solution Implementation Details</a:t>
            </a:r>
          </a:p>
          <a:p>
            <a:pPr marL="560070" lvl="1" indent="-285750">
              <a:buFont typeface="Arial" panose="020B0604020202020204" pitchFamily="34" charset="0"/>
              <a:buChar char="•"/>
            </a:pPr>
            <a:r>
              <a:rPr lang="en-US"/>
              <a:t>Station Callback update required</a:t>
            </a:r>
          </a:p>
          <a:p>
            <a:pPr marL="560070" lvl="1" indent="-285750">
              <a:buFont typeface="Arial" panose="020B0604020202020204" pitchFamily="34" charset="0"/>
              <a:buChar char="•"/>
            </a:pPr>
            <a:r>
              <a:rPr lang="en-US"/>
              <a:t>Station warm-up requirements</a:t>
            </a:r>
          </a:p>
          <a:p>
            <a:pPr marL="560070" lvl="1" indent="-285750">
              <a:buFont typeface="Arial" panose="020B0604020202020204" pitchFamily="34" charset="0"/>
              <a:buChar char="•"/>
            </a:pPr>
            <a:r>
              <a:rPr lang="en-US"/>
              <a:t>…</a:t>
            </a:r>
          </a:p>
          <a:p>
            <a:pPr marL="560070" lvl="1" indent="-285750">
              <a:buFont typeface="Arial" panose="020B0604020202020204" pitchFamily="34" charset="0"/>
              <a:buChar char="•"/>
            </a:pPr>
            <a:endParaRPr lang="en-US" sz="1200"/>
          </a:p>
        </p:txBody>
      </p:sp>
      <p:sp>
        <p:nvSpPr>
          <p:cNvPr id="3" name="Text Placeholder 2">
            <a:extLst>
              <a:ext uri="{FF2B5EF4-FFF2-40B4-BE49-F238E27FC236}">
                <a16:creationId xmlns:a16="http://schemas.microsoft.com/office/drawing/2014/main" id="{5CB93D58-BDB2-4E71-B605-BB5810DC270E}"/>
              </a:ext>
            </a:extLst>
          </p:cNvPr>
          <p:cNvSpPr>
            <a:spLocks noGrp="1"/>
          </p:cNvSpPr>
          <p:nvPr>
            <p:ph sz="quarter" idx="18"/>
          </p:nvPr>
        </p:nvSpPr>
        <p:spPr>
          <a:xfrm>
            <a:off x="4837816" y="1071880"/>
            <a:ext cx="3980745" cy="3439160"/>
          </a:xfrm>
        </p:spPr>
        <p:txBody>
          <a:bodyPr>
            <a:normAutofit/>
          </a:bodyPr>
          <a:lstStyle/>
          <a:p>
            <a:pPr marL="285750" indent="-285750">
              <a:buFont typeface="Arial" panose="020B0604020202020204" pitchFamily="34" charset="0"/>
              <a:buChar char="•"/>
            </a:pPr>
            <a:r>
              <a:rPr lang="en-US" sz="1200"/>
              <a:t>Test Solution Calibration Details</a:t>
            </a:r>
          </a:p>
          <a:p>
            <a:pPr marL="560070" lvl="1" indent="-285750">
              <a:buFont typeface="Arial" panose="020B0604020202020204" pitchFamily="34" charset="0"/>
              <a:buChar char="•"/>
            </a:pPr>
            <a:r>
              <a:rPr lang="en-US"/>
              <a:t>Station / Instrument calibration requirements #1</a:t>
            </a:r>
          </a:p>
          <a:p>
            <a:pPr marL="834390" lvl="2" indent="-285750">
              <a:buFont typeface="Arial" panose="020B0604020202020204" pitchFamily="34" charset="0"/>
              <a:buChar char="•"/>
            </a:pPr>
            <a:r>
              <a:rPr lang="en-US" sz="800"/>
              <a:t>Self-</a:t>
            </a:r>
            <a:r>
              <a:rPr lang="en-US" sz="800" err="1"/>
              <a:t>cal</a:t>
            </a:r>
            <a:r>
              <a:rPr lang="en-US" sz="800"/>
              <a:t> vs. automated vs. manual steps</a:t>
            </a:r>
          </a:p>
          <a:p>
            <a:pPr marL="834390" lvl="2" indent="-285750">
              <a:buFont typeface="Arial" panose="020B0604020202020204" pitchFamily="34" charset="0"/>
              <a:buChar char="•"/>
            </a:pPr>
            <a:r>
              <a:rPr lang="en-US" sz="800"/>
              <a:t>How often?</a:t>
            </a:r>
          </a:p>
          <a:p>
            <a:pPr marL="560070" lvl="1" indent="-285750">
              <a:buFont typeface="Arial" panose="020B0604020202020204" pitchFamily="34" charset="0"/>
              <a:buChar char="•"/>
            </a:pPr>
            <a:r>
              <a:rPr lang="en-US"/>
              <a:t>Station / Instrument calibration requirements #2</a:t>
            </a:r>
          </a:p>
          <a:p>
            <a:pPr marL="834390" lvl="2" indent="-285750">
              <a:buFont typeface="Arial" panose="020B0604020202020204" pitchFamily="34" charset="0"/>
              <a:buChar char="•"/>
            </a:pPr>
            <a:r>
              <a:rPr lang="en-US" sz="800"/>
              <a:t>Self-</a:t>
            </a:r>
            <a:r>
              <a:rPr lang="en-US" sz="800" err="1"/>
              <a:t>cal</a:t>
            </a:r>
            <a:r>
              <a:rPr lang="en-US" sz="800"/>
              <a:t> vs. automated vs. manual steps</a:t>
            </a:r>
          </a:p>
          <a:p>
            <a:pPr marL="834390" lvl="2" indent="-285750">
              <a:buFont typeface="Arial" panose="020B0604020202020204" pitchFamily="34" charset="0"/>
              <a:buChar char="•"/>
            </a:pPr>
            <a:r>
              <a:rPr lang="en-US" sz="800"/>
              <a:t>How often?</a:t>
            </a:r>
          </a:p>
        </p:txBody>
      </p:sp>
      <p:sp>
        <p:nvSpPr>
          <p:cNvPr id="5" name="Freeform: Shape 4">
            <a:extLst>
              <a:ext uri="{FF2B5EF4-FFF2-40B4-BE49-F238E27FC236}">
                <a16:creationId xmlns:a16="http://schemas.microsoft.com/office/drawing/2014/main" id="{5CC9DBF7-6822-2004-BA2B-813DF3DA61EE}"/>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1430974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EAE039-2CF1-45F5-9867-21E7B78CA6DB}"/>
              </a:ext>
            </a:extLst>
          </p:cNvPr>
          <p:cNvSpPr>
            <a:spLocks noGrp="1"/>
          </p:cNvSpPr>
          <p:nvPr>
            <p:ph type="title"/>
          </p:nvPr>
        </p:nvSpPr>
        <p:spPr/>
        <p:txBody>
          <a:bodyPr>
            <a:normAutofit/>
          </a:bodyPr>
          <a:lstStyle/>
          <a:p>
            <a:r>
              <a:rPr lang="en-US"/>
              <a:t>Knowledge / Best Practices Sharing</a:t>
            </a:r>
          </a:p>
        </p:txBody>
      </p:sp>
      <p:sp>
        <p:nvSpPr>
          <p:cNvPr id="2" name="Text Placeholder 1">
            <a:extLst>
              <a:ext uri="{FF2B5EF4-FFF2-40B4-BE49-F238E27FC236}">
                <a16:creationId xmlns:a16="http://schemas.microsoft.com/office/drawing/2014/main" id="{F8377428-FB43-46F2-9DE3-228E5D05EB14}"/>
              </a:ext>
            </a:extLst>
          </p:cNvPr>
          <p:cNvSpPr>
            <a:spLocks noGrp="1"/>
          </p:cNvSpPr>
          <p:nvPr>
            <p:ph sz="quarter" idx="17"/>
          </p:nvPr>
        </p:nvSpPr>
        <p:spPr/>
        <p:txBody>
          <a:bodyPr>
            <a:normAutofit/>
          </a:bodyPr>
          <a:lstStyle/>
          <a:p>
            <a:pPr marL="285750" indent="-285750">
              <a:buFont typeface="Arial" panose="020B0604020202020204" pitchFamily="34" charset="0"/>
              <a:buChar char="•"/>
            </a:pPr>
            <a:r>
              <a:rPr lang="en-US" sz="1200"/>
              <a:t>Training needs (Debug tech, MFG Test, RMA tech)</a:t>
            </a:r>
          </a:p>
          <a:p>
            <a:pPr marL="560070" lvl="1" indent="-285750">
              <a:buFont typeface="Arial" panose="020B0604020202020204" pitchFamily="34" charset="0"/>
              <a:buChar char="•"/>
            </a:pPr>
            <a:r>
              <a:rPr lang="en-US"/>
              <a:t>By Test Dev</a:t>
            </a:r>
          </a:p>
          <a:p>
            <a:pPr marL="560070" lvl="1" indent="-285750">
              <a:buFont typeface="Arial" panose="020B0604020202020204" pitchFamily="34" charset="0"/>
              <a:buChar char="•"/>
            </a:pPr>
            <a:r>
              <a:rPr lang="en-US"/>
              <a:t>By HW Team</a:t>
            </a:r>
          </a:p>
          <a:p>
            <a:pPr marL="285750" indent="-285750">
              <a:buFont typeface="Arial" panose="020B0604020202020204" pitchFamily="34" charset="0"/>
              <a:buChar char="•"/>
            </a:pPr>
            <a:r>
              <a:rPr lang="en-US" sz="1200"/>
              <a:t>Special handling requirements, like </a:t>
            </a:r>
          </a:p>
          <a:p>
            <a:pPr marL="560070" lvl="1" indent="-285750">
              <a:buFont typeface="Arial" panose="020B0604020202020204" pitchFamily="34" charset="0"/>
              <a:buChar char="•"/>
            </a:pPr>
            <a:r>
              <a:rPr lang="en-US"/>
              <a:t>Torquing requirements</a:t>
            </a:r>
          </a:p>
          <a:p>
            <a:pPr marL="560070" lvl="1" indent="-285750">
              <a:buFont typeface="Arial" panose="020B0604020202020204" pitchFamily="34" charset="0"/>
              <a:buChar char="•"/>
            </a:pPr>
            <a:r>
              <a:rPr lang="en-US"/>
              <a:t>Have to do extra manual steps, like running VIs separately</a:t>
            </a:r>
          </a:p>
          <a:p>
            <a:endParaRPr lang="en-US"/>
          </a:p>
        </p:txBody>
      </p:sp>
      <p:sp>
        <p:nvSpPr>
          <p:cNvPr id="6" name="Content Placeholder 5">
            <a:extLst>
              <a:ext uri="{FF2B5EF4-FFF2-40B4-BE49-F238E27FC236}">
                <a16:creationId xmlns:a16="http://schemas.microsoft.com/office/drawing/2014/main" id="{EF2764A9-AB2A-C046-71E6-8FACE4481D7E}"/>
              </a:ext>
            </a:extLst>
          </p:cNvPr>
          <p:cNvSpPr>
            <a:spLocks noGrp="1"/>
          </p:cNvSpPr>
          <p:nvPr>
            <p:ph sz="quarter" idx="18"/>
          </p:nvPr>
        </p:nvSpPr>
        <p:spPr/>
        <p:txBody>
          <a:bodyPr/>
          <a:lstStyle/>
          <a:p>
            <a:endParaRPr lang="en-US"/>
          </a:p>
        </p:txBody>
      </p:sp>
      <p:sp>
        <p:nvSpPr>
          <p:cNvPr id="3" name="Freeform: Shape 2">
            <a:extLst>
              <a:ext uri="{FF2B5EF4-FFF2-40B4-BE49-F238E27FC236}">
                <a16:creationId xmlns:a16="http://schemas.microsoft.com/office/drawing/2014/main" id="{15A74236-0873-6692-5300-CBDD74BD1A64}"/>
              </a:ext>
            </a:extLst>
          </p:cNvPr>
          <p:cNvSpPr/>
          <p:nvPr/>
        </p:nvSpPr>
        <p:spPr bwMode="auto">
          <a:xfrm rot="10800000">
            <a:off x="8229600" y="0"/>
            <a:ext cx="914400" cy="914400"/>
          </a:xfrm>
          <a:custGeom>
            <a:avLst/>
            <a:gdLst/>
            <a:ahLst/>
            <a:cxnLst/>
            <a:rect l="l" t="t" r="r" b="b"/>
            <a:pathLst>
              <a:path w="914400" h="914400">
                <a:moveTo>
                  <a:pt x="157314" y="476669"/>
                </a:moveTo>
                <a:lnTo>
                  <a:pt x="168124" y="465859"/>
                </a:lnTo>
                <a:lnTo>
                  <a:pt x="137944" y="435679"/>
                </a:lnTo>
                <a:lnTo>
                  <a:pt x="218737" y="354887"/>
                </a:lnTo>
                <a:lnTo>
                  <a:pt x="206615" y="342764"/>
                </a:lnTo>
                <a:lnTo>
                  <a:pt x="125822" y="423557"/>
                </a:lnTo>
                <a:lnTo>
                  <a:pt x="95517" y="393252"/>
                </a:lnTo>
                <a:lnTo>
                  <a:pt x="84707" y="404062"/>
                </a:lnTo>
                <a:close/>
                <a:moveTo>
                  <a:pt x="230638" y="549993"/>
                </a:moveTo>
                <a:lnTo>
                  <a:pt x="322240" y="458391"/>
                </a:lnTo>
                <a:lnTo>
                  <a:pt x="310118" y="446269"/>
                </a:lnTo>
                <a:lnTo>
                  <a:pt x="268504" y="487883"/>
                </a:lnTo>
                <a:lnTo>
                  <a:pt x="225514" y="444894"/>
                </a:lnTo>
                <a:lnTo>
                  <a:pt x="214704" y="455704"/>
                </a:lnTo>
                <a:lnTo>
                  <a:pt x="257694" y="498693"/>
                </a:lnTo>
                <a:lnTo>
                  <a:pt x="229326" y="527061"/>
                </a:lnTo>
                <a:lnTo>
                  <a:pt x="179650" y="477386"/>
                </a:lnTo>
                <a:lnTo>
                  <a:pt x="168841" y="488196"/>
                </a:lnTo>
                <a:close/>
                <a:moveTo>
                  <a:pt x="297076" y="597186"/>
                </a:moveTo>
                <a:cubicBezTo>
                  <a:pt x="300616" y="590812"/>
                  <a:pt x="304782" y="582314"/>
                  <a:pt x="309573" y="571692"/>
                </a:cubicBezTo>
                <a:lnTo>
                  <a:pt x="325381" y="536763"/>
                </a:lnTo>
                <a:lnTo>
                  <a:pt x="356436" y="567818"/>
                </a:lnTo>
                <a:lnTo>
                  <a:pt x="319508" y="584626"/>
                </a:lnTo>
                <a:cubicBezTo>
                  <a:pt x="311593" y="588292"/>
                  <a:pt x="304116" y="592479"/>
                  <a:pt x="297076" y="597186"/>
                </a:cubicBezTo>
                <a:close/>
                <a:moveTo>
                  <a:pt x="293701" y="613057"/>
                </a:moveTo>
                <a:lnTo>
                  <a:pt x="420483" y="556633"/>
                </a:lnTo>
                <a:lnTo>
                  <a:pt x="407611" y="543761"/>
                </a:lnTo>
                <a:lnTo>
                  <a:pt x="369808" y="561444"/>
                </a:lnTo>
                <a:lnTo>
                  <a:pt x="331505" y="523141"/>
                </a:lnTo>
                <a:lnTo>
                  <a:pt x="348563" y="484713"/>
                </a:lnTo>
                <a:lnTo>
                  <a:pt x="334754" y="470904"/>
                </a:lnTo>
                <a:lnTo>
                  <a:pt x="280642" y="599997"/>
                </a:lnTo>
                <a:close/>
                <a:moveTo>
                  <a:pt x="410926" y="710036"/>
                </a:moveTo>
                <a:lnTo>
                  <a:pt x="381933" y="681043"/>
                </a:lnTo>
                <a:cubicBezTo>
                  <a:pt x="375143" y="674253"/>
                  <a:pt x="371571" y="667890"/>
                  <a:pt x="371217" y="661954"/>
                </a:cubicBezTo>
                <a:cubicBezTo>
                  <a:pt x="370863" y="656018"/>
                  <a:pt x="372852" y="650884"/>
                  <a:pt x="377184" y="646552"/>
                </a:cubicBezTo>
                <a:cubicBezTo>
                  <a:pt x="380142" y="643594"/>
                  <a:pt x="383693" y="641668"/>
                  <a:pt x="387838" y="640772"/>
                </a:cubicBezTo>
                <a:cubicBezTo>
                  <a:pt x="391983" y="639876"/>
                  <a:pt x="396190" y="640418"/>
                  <a:pt x="400460" y="642397"/>
                </a:cubicBezTo>
                <a:cubicBezTo>
                  <a:pt x="404730" y="644375"/>
                  <a:pt x="409635" y="648135"/>
                  <a:pt x="415175" y="653675"/>
                </a:cubicBezTo>
                <a:lnTo>
                  <a:pt x="441231" y="679731"/>
                </a:lnTo>
                <a:close/>
                <a:moveTo>
                  <a:pt x="412926" y="732281"/>
                </a:moveTo>
                <a:lnTo>
                  <a:pt x="504528" y="640678"/>
                </a:lnTo>
                <a:lnTo>
                  <a:pt x="492406" y="628556"/>
                </a:lnTo>
                <a:lnTo>
                  <a:pt x="451729" y="669234"/>
                </a:lnTo>
                <a:lnTo>
                  <a:pt x="437669" y="655175"/>
                </a:lnTo>
                <a:cubicBezTo>
                  <a:pt x="434545" y="652050"/>
                  <a:pt x="432442" y="649655"/>
                  <a:pt x="431359" y="647989"/>
                </a:cubicBezTo>
                <a:cubicBezTo>
                  <a:pt x="429942" y="645656"/>
                  <a:pt x="428911" y="643001"/>
                  <a:pt x="428266" y="640022"/>
                </a:cubicBezTo>
                <a:cubicBezTo>
                  <a:pt x="427620" y="637044"/>
                  <a:pt x="427609" y="632951"/>
                  <a:pt x="428234" y="627744"/>
                </a:cubicBezTo>
                <a:cubicBezTo>
                  <a:pt x="428859" y="622537"/>
                  <a:pt x="430150" y="615414"/>
                  <a:pt x="432108" y="606374"/>
                </a:cubicBezTo>
                <a:lnTo>
                  <a:pt x="439044" y="575194"/>
                </a:lnTo>
                <a:lnTo>
                  <a:pt x="423798" y="559948"/>
                </a:lnTo>
                <a:lnTo>
                  <a:pt x="414800" y="600813"/>
                </a:lnTo>
                <a:cubicBezTo>
                  <a:pt x="413092" y="608853"/>
                  <a:pt x="412384" y="616268"/>
                  <a:pt x="412676" y="623058"/>
                </a:cubicBezTo>
                <a:cubicBezTo>
                  <a:pt x="412842" y="626224"/>
                  <a:pt x="413759" y="630181"/>
                  <a:pt x="415425" y="634930"/>
                </a:cubicBezTo>
                <a:cubicBezTo>
                  <a:pt x="405427" y="627348"/>
                  <a:pt x="396096" y="623682"/>
                  <a:pt x="387432" y="623932"/>
                </a:cubicBezTo>
                <a:cubicBezTo>
                  <a:pt x="378767" y="624182"/>
                  <a:pt x="371186" y="627556"/>
                  <a:pt x="364687" y="634055"/>
                </a:cubicBezTo>
                <a:cubicBezTo>
                  <a:pt x="359647" y="639095"/>
                  <a:pt x="356314" y="644969"/>
                  <a:pt x="354690" y="651676"/>
                </a:cubicBezTo>
                <a:cubicBezTo>
                  <a:pt x="353065" y="658382"/>
                  <a:pt x="353555" y="664683"/>
                  <a:pt x="356158" y="670577"/>
                </a:cubicBezTo>
                <a:cubicBezTo>
                  <a:pt x="358762" y="676472"/>
                  <a:pt x="364146" y="683501"/>
                  <a:pt x="372310" y="691666"/>
                </a:cubicBezTo>
                <a:close/>
                <a:moveTo>
                  <a:pt x="506094" y="803829"/>
                </a:moveTo>
                <a:lnTo>
                  <a:pt x="486848" y="784584"/>
                </a:lnTo>
                <a:cubicBezTo>
                  <a:pt x="479642" y="777377"/>
                  <a:pt x="475039" y="771525"/>
                  <a:pt x="473039" y="767026"/>
                </a:cubicBezTo>
                <a:cubicBezTo>
                  <a:pt x="470290" y="760777"/>
                  <a:pt x="469915" y="753508"/>
                  <a:pt x="471914" y="745218"/>
                </a:cubicBezTo>
                <a:cubicBezTo>
                  <a:pt x="473914" y="736929"/>
                  <a:pt x="479704" y="727993"/>
                  <a:pt x="489285" y="718412"/>
                </a:cubicBezTo>
                <a:cubicBezTo>
                  <a:pt x="496200" y="711498"/>
                  <a:pt x="502886" y="706415"/>
                  <a:pt x="509343" y="703166"/>
                </a:cubicBezTo>
                <a:cubicBezTo>
                  <a:pt x="515800" y="699917"/>
                  <a:pt x="521902" y="698292"/>
                  <a:pt x="527651" y="698292"/>
                </a:cubicBezTo>
                <a:cubicBezTo>
                  <a:pt x="531733" y="698292"/>
                  <a:pt x="536055" y="699448"/>
                  <a:pt x="540616" y="701760"/>
                </a:cubicBezTo>
                <a:cubicBezTo>
                  <a:pt x="545178" y="704072"/>
                  <a:pt x="550479" y="708248"/>
                  <a:pt x="556519" y="714289"/>
                </a:cubicBezTo>
                <a:lnTo>
                  <a:pt x="576076" y="733846"/>
                </a:lnTo>
                <a:close/>
                <a:moveTo>
                  <a:pt x="507406" y="826761"/>
                </a:moveTo>
                <a:lnTo>
                  <a:pt x="599008" y="735158"/>
                </a:lnTo>
                <a:lnTo>
                  <a:pt x="565954" y="702104"/>
                </a:lnTo>
                <a:cubicBezTo>
                  <a:pt x="560414" y="696564"/>
                  <a:pt x="554988" y="692179"/>
                  <a:pt x="549677" y="688951"/>
                </a:cubicBezTo>
                <a:cubicBezTo>
                  <a:pt x="544365" y="685723"/>
                  <a:pt x="539190" y="683609"/>
                  <a:pt x="534149" y="682609"/>
                </a:cubicBezTo>
                <a:cubicBezTo>
                  <a:pt x="529109" y="681609"/>
                  <a:pt x="523558" y="681599"/>
                  <a:pt x="517497" y="682578"/>
                </a:cubicBezTo>
                <a:cubicBezTo>
                  <a:pt x="511436" y="683556"/>
                  <a:pt x="504906" y="685920"/>
                  <a:pt x="497908" y="689670"/>
                </a:cubicBezTo>
                <a:cubicBezTo>
                  <a:pt x="490910" y="693419"/>
                  <a:pt x="483932" y="698771"/>
                  <a:pt x="476976" y="705728"/>
                </a:cubicBezTo>
                <a:cubicBezTo>
                  <a:pt x="468811" y="713893"/>
                  <a:pt x="462750" y="722349"/>
                  <a:pt x="458793" y="731097"/>
                </a:cubicBezTo>
                <a:cubicBezTo>
                  <a:pt x="454835" y="739845"/>
                  <a:pt x="453231" y="748676"/>
                  <a:pt x="453981" y="757590"/>
                </a:cubicBezTo>
                <a:cubicBezTo>
                  <a:pt x="454523" y="764464"/>
                  <a:pt x="456814" y="771129"/>
                  <a:pt x="460855" y="777586"/>
                </a:cubicBezTo>
                <a:cubicBezTo>
                  <a:pt x="463729" y="782209"/>
                  <a:pt x="468728" y="788083"/>
                  <a:pt x="475851" y="795206"/>
                </a:cubicBezTo>
                <a:close/>
                <a:moveTo>
                  <a:pt x="914400" y="914400"/>
                </a:moveTo>
                <a:lnTo>
                  <a:pt x="0" y="914400"/>
                </a:lnTo>
                <a:lnTo>
                  <a:pt x="0" y="0"/>
                </a:lnTo>
                <a:close/>
              </a:path>
            </a:pathLst>
          </a:custGeom>
          <a:solidFill>
            <a:srgbClr val="C00000"/>
          </a:solidFill>
          <a:ln w="9525">
            <a:noFill/>
            <a:round/>
            <a:headEnd/>
            <a:tailEnd/>
          </a:ln>
          <a:effectLst/>
        </p:spPr>
        <p:txBody>
          <a:bodyPr wrap="square" rtlCol="0" anchor="ctr">
            <a:noAutofit/>
          </a:bodyPr>
          <a:lstStyle/>
          <a:p>
            <a:pPr algn="ctr" eaLnBrk="0" fontAlgn="base" hangingPunct="0">
              <a:spcBef>
                <a:spcPct val="0"/>
              </a:spcBef>
              <a:spcAft>
                <a:spcPct val="0"/>
              </a:spcAft>
            </a:pPr>
            <a:endParaRPr lang="en-US" b="1">
              <a:solidFill>
                <a:srgbClr val="FFFFFF"/>
              </a:solidFill>
            </a:endParaRPr>
          </a:p>
        </p:txBody>
      </p:sp>
    </p:spTree>
    <p:extLst>
      <p:ext uri="{BB962C8B-B14F-4D97-AF65-F5344CB8AC3E}">
        <p14:creationId xmlns:p14="http://schemas.microsoft.com/office/powerpoint/2010/main" val="4180198560"/>
      </p:ext>
    </p:extLst>
  </p:cSld>
  <p:clrMapOvr>
    <a:masterClrMapping/>
  </p:clrMapOvr>
</p:sld>
</file>

<file path=ppt/theme/theme1.xml><?xml version="1.0" encoding="utf-8"?>
<a:theme xmlns:a="http://schemas.openxmlformats.org/drawingml/2006/main" name="2020 NI Corporate Template">
  <a:themeElements>
    <a:clrScheme name="Corporate Pallette">
      <a:dk1>
        <a:srgbClr val="044123"/>
      </a:dk1>
      <a:lt1>
        <a:srgbClr val="FFFFFF"/>
      </a:lt1>
      <a:dk2>
        <a:srgbClr val="00B777"/>
      </a:dk2>
      <a:lt2>
        <a:srgbClr val="CCDBC8"/>
      </a:lt2>
      <a:accent1>
        <a:srgbClr val="32EB95"/>
      </a:accent1>
      <a:accent2>
        <a:srgbClr val="3BB3E6"/>
      </a:accent2>
      <a:accent3>
        <a:srgbClr val="FFC50A"/>
      </a:accent3>
      <a:accent4>
        <a:srgbClr val="EF453E"/>
      </a:accent4>
      <a:accent5>
        <a:srgbClr val="8E78B7"/>
      </a:accent5>
      <a:accent6>
        <a:srgbClr val="00ACA6"/>
      </a:accent6>
      <a:hlink>
        <a:srgbClr val="044123"/>
      </a:hlink>
      <a:folHlink>
        <a:srgbClr val="FFFFF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12700">
          <a:noFill/>
        </a:ln>
        <a:effectLst/>
      </a:spPr>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defPPr algn="ctr">
          <a:defRPr sz="1600" dirty="0" err="1" smtClean="0">
            <a:solidFill>
              <a:schemeClr val="bg2">
                <a:lumMod val="25000"/>
              </a:schemeClr>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bg2">
              <a:lumMod val="25000"/>
            </a:schemeClr>
          </a:solidFill>
          <a:headEnd type="arrow"/>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noAutofit/>
      </a:bodyPr>
      <a:lstStyle>
        <a:defPPr algn="l">
          <a:defRPr sz="1100" dirty="0" smtClean="0">
            <a:solidFill>
              <a:schemeClr val="tx1"/>
            </a:solidFill>
            <a:latin typeface="Consolas" panose="020B0609020204030204" pitchFamily="49" charset="0"/>
            <a:cs typeface="Consolas" panose="020B0609020204030204" pitchFamily="49" charset="0"/>
          </a:defRPr>
        </a:defPPr>
      </a:lstStyle>
    </a:txDef>
  </a:objectDefaults>
  <a:extraClrSchemeLst/>
  <a:extLst>
    <a:ext uri="{05A4C25C-085E-4340-85A3-A5531E510DB2}">
      <thm15:themeFamily xmlns:thm15="http://schemas.microsoft.com/office/thememl/2012/main" name="2020 Corporate Template FINAL.potx  -  Read-Only" id="{975CEA6D-DC58-4E63-BCE9-72A9474A52B5}" vid="{36A4647E-EDC0-41CA-8697-6A6589D6CD28}"/>
    </a:ext>
  </a:extLst>
</a:theme>
</file>

<file path=ppt/theme/theme2.xml><?xml version="1.0" encoding="utf-8"?>
<a:theme xmlns:a="http://schemas.openxmlformats.org/drawingml/2006/main" name="NI Confidential Corporate Template">
  <a:themeElements>
    <a:clrScheme name="Corporate Pallette">
      <a:dk1>
        <a:srgbClr val="044123"/>
      </a:dk1>
      <a:lt1>
        <a:srgbClr val="FFFFFF"/>
      </a:lt1>
      <a:dk2>
        <a:srgbClr val="00B777"/>
      </a:dk2>
      <a:lt2>
        <a:srgbClr val="CCDBC8"/>
      </a:lt2>
      <a:accent1>
        <a:srgbClr val="32EB95"/>
      </a:accent1>
      <a:accent2>
        <a:srgbClr val="3BB3E6"/>
      </a:accent2>
      <a:accent3>
        <a:srgbClr val="FFC50A"/>
      </a:accent3>
      <a:accent4>
        <a:srgbClr val="EF453E"/>
      </a:accent4>
      <a:accent5>
        <a:srgbClr val="8E78B7"/>
      </a:accent5>
      <a:accent6>
        <a:srgbClr val="00ACA6"/>
      </a:accent6>
      <a:hlink>
        <a:srgbClr val="044123"/>
      </a:hlink>
      <a:folHlink>
        <a:srgbClr val="FFFFF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12700">
          <a:noFill/>
        </a:ln>
        <a:effectLst/>
      </a:spPr>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defPPr algn="ctr">
          <a:defRPr sz="1600" dirty="0" err="1" smtClean="0">
            <a:solidFill>
              <a:schemeClr val="bg2">
                <a:lumMod val="25000"/>
              </a:schemeClr>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bg2">
              <a:lumMod val="25000"/>
            </a:schemeClr>
          </a:solidFill>
          <a:headEnd type="arrow"/>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noAutofit/>
      </a:bodyPr>
      <a:lstStyle>
        <a:defPPr algn="l">
          <a:defRPr sz="1100" dirty="0" smtClean="0">
            <a:solidFill>
              <a:schemeClr val="tx1"/>
            </a:solidFill>
            <a:latin typeface="Consolas" panose="020B0609020204030204" pitchFamily="49" charset="0"/>
            <a:cs typeface="Consolas" panose="020B0609020204030204" pitchFamily="49" charset="0"/>
          </a:defRPr>
        </a:defPPr>
      </a:lstStyle>
    </a:txDef>
  </a:objectDefaults>
  <a:extraClrSchemeLst/>
  <a:extLst>
    <a:ext uri="{05A4C25C-085E-4340-85A3-A5531E510DB2}">
      <thm15:themeFamily xmlns:thm15="http://schemas.microsoft.com/office/thememl/2012/main" name="2020 Corporate Template FINAL.potx  -  Read-Only" id="{975CEA6D-DC58-4E63-BCE9-72A9474A52B5}" vid="{BFCE786B-9256-4B7C-81BC-80BA62D229B9}"/>
    </a:ext>
  </a:extLst>
</a:theme>
</file>

<file path=ppt/theme/theme3.xml><?xml version="1.0" encoding="utf-8"?>
<a:theme xmlns:a="http://schemas.openxmlformats.org/drawingml/2006/main" name="NI Customer Confidential Corporate Template">
  <a:themeElements>
    <a:clrScheme name="Corporate Pallette">
      <a:dk1>
        <a:srgbClr val="044123"/>
      </a:dk1>
      <a:lt1>
        <a:srgbClr val="FFFFFF"/>
      </a:lt1>
      <a:dk2>
        <a:srgbClr val="00B777"/>
      </a:dk2>
      <a:lt2>
        <a:srgbClr val="CCDBC8"/>
      </a:lt2>
      <a:accent1>
        <a:srgbClr val="32EB95"/>
      </a:accent1>
      <a:accent2>
        <a:srgbClr val="3BB3E6"/>
      </a:accent2>
      <a:accent3>
        <a:srgbClr val="FFC50A"/>
      </a:accent3>
      <a:accent4>
        <a:srgbClr val="EF453E"/>
      </a:accent4>
      <a:accent5>
        <a:srgbClr val="8E78B7"/>
      </a:accent5>
      <a:accent6>
        <a:srgbClr val="00ACA6"/>
      </a:accent6>
      <a:hlink>
        <a:srgbClr val="044123"/>
      </a:hlink>
      <a:folHlink>
        <a:srgbClr val="FFFFF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12700">
          <a:noFill/>
        </a:ln>
        <a:effectLst/>
      </a:spPr>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defPPr algn="ctr">
          <a:defRPr sz="1600" dirty="0" err="1" smtClean="0">
            <a:solidFill>
              <a:schemeClr val="bg2">
                <a:lumMod val="25000"/>
              </a:schemeClr>
            </a:solidFill>
          </a:defRPr>
        </a:defPPr>
      </a:lstStyle>
      <a:style>
        <a:lnRef idx="1">
          <a:schemeClr val="accent1"/>
        </a:lnRef>
        <a:fillRef idx="3">
          <a:schemeClr val="accent1"/>
        </a:fillRef>
        <a:effectRef idx="2">
          <a:schemeClr val="accent1"/>
        </a:effectRef>
        <a:fontRef idx="minor">
          <a:schemeClr val="lt1"/>
        </a:fontRef>
      </a:style>
    </a:spDef>
    <a:lnDef>
      <a:spPr>
        <a:ln w="12700">
          <a:solidFill>
            <a:schemeClr val="bg2">
              <a:lumMod val="25000"/>
            </a:schemeClr>
          </a:solidFill>
          <a:headEnd type="arrow"/>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noAutofit/>
      </a:bodyPr>
      <a:lstStyle>
        <a:defPPr algn="l">
          <a:defRPr sz="1100" dirty="0" smtClean="0">
            <a:solidFill>
              <a:schemeClr val="tx1"/>
            </a:solidFill>
            <a:latin typeface="Consolas" panose="020B0609020204030204" pitchFamily="49" charset="0"/>
            <a:cs typeface="Consolas" panose="020B0609020204030204" pitchFamily="49" charset="0"/>
          </a:defRPr>
        </a:defPPr>
      </a:lstStyle>
    </a:txDef>
  </a:objectDefaults>
  <a:extraClrSchemeLst/>
  <a:extLst>
    <a:ext uri="{05A4C25C-085E-4340-85A3-A5531E510DB2}">
      <thm15:themeFamily xmlns:thm15="http://schemas.microsoft.com/office/thememl/2012/main" name="2020 Corporate Template FINAL.potx  -  Read-Only" id="{975CEA6D-DC58-4E63-BCE9-72A9474A52B5}" vid="{20B6DF8D-BED8-4FD0-89BC-1A5FA6A51A47}"/>
    </a:ext>
  </a:extLst>
</a:theme>
</file>

<file path=ppt/theme/theme4.xml><?xml version="1.0" encoding="utf-8"?>
<a:theme xmlns:a="http://schemas.openxmlformats.org/drawingml/2006/main" name="NIEMR-JUL2024">
  <a:themeElements>
    <a:clrScheme name="NI - EMR Palette 06-12-24 320">
      <a:dk1>
        <a:srgbClr val="000000"/>
      </a:dk1>
      <a:lt1>
        <a:srgbClr val="FFFFFF"/>
      </a:lt1>
      <a:dk2>
        <a:srgbClr val="004B8D"/>
      </a:dk2>
      <a:lt2>
        <a:srgbClr val="ECECED"/>
      </a:lt2>
      <a:accent1>
        <a:srgbClr val="004B8D"/>
      </a:accent1>
      <a:accent2>
        <a:srgbClr val="00573C"/>
      </a:accent2>
      <a:accent3>
        <a:srgbClr val="1B2552"/>
      </a:accent3>
      <a:accent4>
        <a:srgbClr val="1DB1DE"/>
      </a:accent4>
      <a:accent5>
        <a:srgbClr val="F5D300"/>
      </a:accent5>
      <a:accent6>
        <a:srgbClr val="00AD7C"/>
      </a:accent6>
      <a:hlink>
        <a:srgbClr val="00AD7C"/>
      </a:hlink>
      <a:folHlink>
        <a:srgbClr val="BA1C46"/>
      </a:folHlink>
    </a:clrScheme>
    <a:fontScheme name="EMR 2023">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a:noFill/>
          <a:round/>
          <a:headEnd/>
          <a:tailEnd/>
        </a:ln>
        <a:effectLst/>
      </a:spPr>
      <a:bodyPr wrap="square" rtlCol="0" anchor="ctr"/>
      <a:lstStyle>
        <a:defPPr algn="ctr" eaLnBrk="0" fontAlgn="base" hangingPunct="0">
          <a:spcBef>
            <a:spcPct val="0"/>
          </a:spcBef>
          <a:spcAft>
            <a:spcPct val="0"/>
          </a:spcAft>
          <a:defRPr b="1" dirty="0">
            <a:solidFill>
              <a:srgbClr val="FFFFFF"/>
            </a:solidFill>
          </a:defRPr>
        </a:defPPr>
      </a:lstStyle>
    </a:spDef>
    <a:lnDef>
      <a:spPr bwMode="auto">
        <a:solidFill>
          <a:schemeClr val="accent1"/>
        </a:solidFill>
        <a:ln w="12700" cap="flat" cmpd="sng" algn="ctr">
          <a:solidFill>
            <a:schemeClr val="accent1"/>
          </a:solidFill>
          <a:prstDash val="solid"/>
          <a:round/>
          <a:headEnd type="none" w="med" len="med"/>
          <a:tailEnd type="none" w="med" len="med"/>
        </a:ln>
        <a:effectLst/>
      </a:spPr>
      <a:bodyPr/>
      <a:lstStyle/>
    </a:lnDef>
    <a:txDef>
      <a:spPr>
        <a:noFill/>
      </a:spPr>
      <a:bodyPr wrap="square" rtlCol="0">
        <a:spAutoFit/>
      </a:bodyPr>
      <a:lstStyle>
        <a:defPPr>
          <a:defRPr sz="2400" dirty="0" err="1" smtClean="0"/>
        </a:defPPr>
      </a:lstStyle>
    </a:txDef>
  </a:objectDefaults>
  <a:extraClrSchemeLst/>
  <a:extLst>
    <a:ext uri="{05A4C25C-085E-4340-85A3-A5531E510DB2}">
      <thm15:themeFamily xmlns:thm15="http://schemas.microsoft.com/office/thememl/2012/main" name="NIEMR-JUL2024" id="{630E971F-767F-41D3-84FA-70EA7CF93143}" vid="{26784787-F9E1-4A7E-A05F-CB92E9723F9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71f6eb18-2372-4f73-aee0-6d577568d5dd">
      <UserInfo>
        <DisplayName>Amanda Bowden</DisplayName>
        <AccountId>94</AccountId>
        <AccountType/>
      </UserInfo>
      <UserInfo>
        <DisplayName>Scott Kovner</DisplayName>
        <AccountId>92</AccountId>
        <AccountType/>
      </UserInfo>
      <UserInfo>
        <DisplayName>Danny Byerly</DisplayName>
        <AccountId>35</AccountId>
        <AccountType/>
      </UserInfo>
      <UserInfo>
        <DisplayName>Balazs Laczko</DisplayName>
        <AccountId>21</AccountId>
        <AccountType/>
      </UserInfo>
      <UserInfo>
        <DisplayName>Bekah Aldrich</DisplayName>
        <AccountId>24</AccountId>
        <AccountType/>
      </UserInfo>
      <UserInfo>
        <DisplayName>Partha Pratim</DisplayName>
        <AccountId>208</AccountId>
        <AccountType/>
      </UserInfo>
      <UserInfo>
        <DisplayName>Seth Berry</DisplayName>
        <AccountId>33</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184CBB3935524BB3603CA43356172E" ma:contentTypeVersion="7" ma:contentTypeDescription="Create a new document." ma:contentTypeScope="" ma:versionID="04bdbc746637654211c1a472f32b18c5">
  <xsd:schema xmlns:xsd="http://www.w3.org/2001/XMLSchema" xmlns:xs="http://www.w3.org/2001/XMLSchema" xmlns:p="http://schemas.microsoft.com/office/2006/metadata/properties" xmlns:ns2="71f6eb18-2372-4f73-aee0-6d577568d5dd" xmlns:ns3="fce690f5-8858-496c-86bf-75efb3dde49b" targetNamespace="http://schemas.microsoft.com/office/2006/metadata/properties" ma:root="true" ma:fieldsID="20f8f0a5523f94fb8b56aa11b4dbaa30" ns2:_="" ns3:_="">
    <xsd:import namespace="71f6eb18-2372-4f73-aee0-6d577568d5dd"/>
    <xsd:import namespace="fce690f5-8858-496c-86bf-75efb3dde49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f6eb18-2372-4f73-aee0-6d577568d5d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e690f5-8858-496c-86bf-75efb3dde49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33578B-782B-4485-8168-2141DA5281F2}">
  <ds:schemaRefs>
    <ds:schemaRef ds:uri="http://schemas.microsoft.com/sharepoint/v3/contenttype/forms"/>
  </ds:schemaRefs>
</ds:datastoreItem>
</file>

<file path=customXml/itemProps2.xml><?xml version="1.0" encoding="utf-8"?>
<ds:datastoreItem xmlns:ds="http://schemas.openxmlformats.org/officeDocument/2006/customXml" ds:itemID="{21400CFC-AF45-4F0F-8497-D3C26D7E59F0}">
  <ds:schemaRefs>
    <ds:schemaRef ds:uri="71f6eb18-2372-4f73-aee0-6d577568d5dd"/>
    <ds:schemaRef ds:uri="fce690f5-8858-496c-86bf-75efb3dde4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7DDD234-A720-4E06-813C-0819B11866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f6eb18-2372-4f73-aee0-6d577568d5dd"/>
    <ds:schemaRef ds:uri="fce690f5-8858-496c-86bf-75efb3dde4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5556</Words>
  <Application>Microsoft Office PowerPoint</Application>
  <PresentationFormat>On-screen Show (16:9)</PresentationFormat>
  <Paragraphs>764</Paragraphs>
  <Slides>32</Slides>
  <Notes>20</Notes>
  <HiddenSlides>4</HiddenSlides>
  <MMClips>0</MMClips>
  <ScaleCrop>false</ScaleCrop>
  <HeadingPairs>
    <vt:vector size="6" baseType="variant">
      <vt:variant>
        <vt:lpstr>Fonts Used</vt:lpstr>
      </vt:variant>
      <vt:variant>
        <vt:i4>16</vt:i4>
      </vt:variant>
      <vt:variant>
        <vt:lpstr>Theme</vt:lpstr>
      </vt:variant>
      <vt:variant>
        <vt:i4>4</vt:i4>
      </vt:variant>
      <vt:variant>
        <vt:lpstr>Slide Titles</vt:lpstr>
      </vt:variant>
      <vt:variant>
        <vt:i4>32</vt:i4>
      </vt:variant>
    </vt:vector>
  </HeadingPairs>
  <TitlesOfParts>
    <vt:vector size="52" baseType="lpstr">
      <vt:lpstr>Arial,Sans-Serif</vt:lpstr>
      <vt:lpstr>Helvetica Neue Light</vt:lpstr>
      <vt:lpstr>Segoe UI VSS (Regular)</vt:lpstr>
      <vt:lpstr>Aptos</vt:lpstr>
      <vt:lpstr>Arial</vt:lpstr>
      <vt:lpstr>Arial Black</vt:lpstr>
      <vt:lpstr>Arial Narrow</vt:lpstr>
      <vt:lpstr>Calibri</vt:lpstr>
      <vt:lpstr>Consolas</vt:lpstr>
      <vt:lpstr>Courier New</vt:lpstr>
      <vt:lpstr>Lucida Sans Unicode</vt:lpstr>
      <vt:lpstr>Noto Sans</vt:lpstr>
      <vt:lpstr>Symbol</vt:lpstr>
      <vt:lpstr>Times</vt:lpstr>
      <vt:lpstr>Times New Roman</vt:lpstr>
      <vt:lpstr>Wingdings</vt:lpstr>
      <vt:lpstr>2020 NI Corporate Template</vt:lpstr>
      <vt:lpstr>NI Confidential Corporate Template</vt:lpstr>
      <vt:lpstr>NI Customer Confidential Corporate Template</vt:lpstr>
      <vt:lpstr>NIEMR-JUL2024</vt:lpstr>
      <vt:lpstr>Digilent (CRA) Test Solution Design Review</vt:lpstr>
      <vt:lpstr>Standard CRA TSDR-Lite Invitees (Definition Exit), Approval Review</vt:lpstr>
      <vt:lpstr>PowerPoint Presentation</vt:lpstr>
      <vt:lpstr>Secure by default: Digilent Overview Initial password</vt:lpstr>
      <vt:lpstr>Test Routing / Flow</vt:lpstr>
      <vt:lpstr>Test Design</vt:lpstr>
      <vt:lpstr>PowerPoint Presentation</vt:lpstr>
      <vt:lpstr>Cost</vt:lpstr>
      <vt:lpstr>Test Solution Validation plan</vt:lpstr>
      <vt:lpstr>RMA support, MFG services</vt:lpstr>
      <vt:lpstr>Safety / Ergonomics</vt:lpstr>
      <vt:lpstr>Manufacturing Executive Summary Slide</vt:lpstr>
      <vt:lpstr>PowerPoint Presentation</vt:lpstr>
      <vt:lpstr>Product Spec Coverage</vt:lpstr>
      <vt:lpstr>Coverage Risks and Mitigations</vt:lpstr>
      <vt:lpstr>Long Lead Items</vt:lpstr>
      <vt:lpstr>Debug Solution </vt:lpstr>
      <vt:lpstr>Maintenance, spares</vt:lpstr>
      <vt:lpstr>Modernization   The Test Solution REQUIRES / DOES NOT REQUIRE Modernization</vt:lpstr>
      <vt:lpstr>High-Cost Spares</vt:lpstr>
      <vt:lpstr>Test Eng. CapEx &amp; AR (&gt;$1k) Equipment List &amp; Timeline</vt:lpstr>
      <vt:lpstr>Mfg. CapEx &amp; AR (&gt;$1k) Equipment List &amp; Timeline</vt:lpstr>
      <vt:lpstr>Safety Risks Matrix Notes:      AzDO Item numbers are captured in Slide Notes for each Risk      See Slide Notes for classification of Impact and Likelihood of Mitigation Failure</vt:lpstr>
      <vt:lpstr>Special Considerations</vt:lpstr>
      <vt:lpstr>Other</vt:lpstr>
      <vt:lpstr>PowerPoint Presentation</vt:lpstr>
      <vt:lpstr>Required TSDR Invitees </vt:lpstr>
      <vt:lpstr>Estimated Test Times</vt:lpstr>
      <vt:lpstr>Modernization   Comprehensive Test Asset Summary Table</vt:lpstr>
      <vt:lpstr>Software</vt:lpstr>
      <vt:lpstr>Software Cont’d</vt:lpstr>
      <vt:lpstr>Knowledge / Best Practices Sharing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Presentation Title</dc:title>
  <dc:creator>Komal Buyo</dc:creator>
  <cp:lastModifiedBy>Kang Guan Guy</cp:lastModifiedBy>
  <cp:revision>15</cp:revision>
  <dcterms:created xsi:type="dcterms:W3CDTF">2020-06-15T19:04:03Z</dcterms:created>
  <dcterms:modified xsi:type="dcterms:W3CDTF">2026-08-05T07:36:08Z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0x01010081184CBB3935524BB3603CA43356172E</vt:lpwstr>
  </property>
  <property fmtid="{D5CDD505-2E9C-101B-9397-08002B2CF9AE}" pid="3" name="MSIP_Label_76122db4-a595-414e-9ece-6adfb473e1a0_Enabled">
    <vt:lpwstr>true</vt:lpwstr>
  </property>
  <property fmtid="{D5CDD505-2E9C-101B-9397-08002B2CF9AE}" pid="4" name="MSIP_Label_76122db4-a595-414e-9ece-6adfb473e1a0_SetDate">
    <vt:lpwstr>2022-07-27T19:20:36Z</vt:lpwstr>
  </property>
  <property fmtid="{D5CDD505-2E9C-101B-9397-08002B2CF9AE}" pid="5" name="MSIP_Label_76122db4-a595-414e-9ece-6adfb473e1a0_Method">
    <vt:lpwstr>Standard</vt:lpwstr>
  </property>
  <property fmtid="{D5CDD505-2E9C-101B-9397-08002B2CF9AE}" pid="6" name="MSIP_Label_76122db4-a595-414e-9ece-6adfb473e1a0_Name">
    <vt:lpwstr>Internal</vt:lpwstr>
  </property>
  <property fmtid="{D5CDD505-2E9C-101B-9397-08002B2CF9AE}" pid="7" name="MSIP_Label_76122db4-a595-414e-9ece-6adfb473e1a0_SiteId">
    <vt:lpwstr>87ba1f9a-44cd-43a6-b008-6fdb45a5204e</vt:lpwstr>
  </property>
  <property fmtid="{D5CDD505-2E9C-101B-9397-08002B2CF9AE}" pid="8" name="MSIP_Label_76122db4-a595-414e-9ece-6adfb473e1a0_ActionId">
    <vt:lpwstr>3062e19e-ab9e-4b86-957d-badb37f37039</vt:lpwstr>
  </property>
  <property fmtid="{D5CDD505-2E9C-101B-9397-08002B2CF9AE}" pid="9" name="MSIP_Label_76122db4-a595-414e-9ece-6adfb473e1a0_ContentBits">
    <vt:lpwstr>2</vt:lpwstr>
  </property>
  <property fmtid="{D5CDD505-2E9C-101B-9397-08002B2CF9AE}" pid="10" name="ClassificationContentMarkingFooterLocations">
    <vt:lpwstr>2020 NI Corporate Template:3\NI Confidential Corporate Template:3\NI Customer Confidential Corporate Template:3</vt:lpwstr>
  </property>
  <property fmtid="{D5CDD505-2E9C-101B-9397-08002B2CF9AE}" pid="11" name="ClassificationContentMarkingFooterText">
    <vt:lpwstr>INTERNAL - NI CONFIDENTIAL</vt:lpwstr>
  </property>
  <property fmtid="{D5CDD505-2E9C-101B-9397-08002B2CF9AE}" pid="12" name="MSIP_Label_d38901aa-f724-46bf-bb4f-aef09392934b_Enabled">
    <vt:lpwstr>true</vt:lpwstr>
  </property>
  <property fmtid="{D5CDD505-2E9C-101B-9397-08002B2CF9AE}" pid="13" name="MSIP_Label_d38901aa-f724-46bf-bb4f-aef09392934b_SetDate">
    <vt:lpwstr>2024-11-20T10:37:20Z</vt:lpwstr>
  </property>
  <property fmtid="{D5CDD505-2E9C-101B-9397-08002B2CF9AE}" pid="14" name="MSIP_Label_d38901aa-f724-46bf-bb4f-aef09392934b_Method">
    <vt:lpwstr>Standard</vt:lpwstr>
  </property>
  <property fmtid="{D5CDD505-2E9C-101B-9397-08002B2CF9AE}" pid="15" name="MSIP_Label_d38901aa-f724-46bf-bb4f-aef09392934b_Name">
    <vt:lpwstr>Internal - No Label</vt:lpwstr>
  </property>
  <property fmtid="{D5CDD505-2E9C-101B-9397-08002B2CF9AE}" pid="16" name="MSIP_Label_d38901aa-f724-46bf-bb4f-aef09392934b_SiteId">
    <vt:lpwstr>eb06985d-06ca-4a17-81da-629ab99f6505</vt:lpwstr>
  </property>
  <property fmtid="{D5CDD505-2E9C-101B-9397-08002B2CF9AE}" pid="17" name="MSIP_Label_d38901aa-f724-46bf-bb4f-aef09392934b_ActionId">
    <vt:lpwstr>800cb450-a093-43b8-9599-0aeddb5874f0</vt:lpwstr>
  </property>
  <property fmtid="{D5CDD505-2E9C-101B-9397-08002B2CF9AE}" pid="18" name="MSIP_Label_d38901aa-f724-46bf-bb4f-aef09392934b_ContentBits">
    <vt:lpwstr>0</vt:lpwstr>
  </property>
</Properties>
</file>